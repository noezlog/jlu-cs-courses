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3"/>
  </p:sldMasterIdLst>
  <p:notesMasterIdLst>
    <p:notesMasterId r:id="rId22"/>
  </p:notesMasterIdLst>
  <p:handoutMasterIdLst>
    <p:handoutMasterId r:id="rId39"/>
  </p:handoutMasterIdLst>
  <p:sldIdLst>
    <p:sldId id="354" r:id="rId4"/>
    <p:sldId id="371" r:id="rId5"/>
    <p:sldId id="357" r:id="rId6"/>
    <p:sldId id="314" r:id="rId7"/>
    <p:sldId id="300" r:id="rId8"/>
    <p:sldId id="261" r:id="rId9"/>
    <p:sldId id="393" r:id="rId10"/>
    <p:sldId id="394" r:id="rId11"/>
    <p:sldId id="395" r:id="rId12"/>
    <p:sldId id="396" r:id="rId13"/>
    <p:sldId id="397" r:id="rId14"/>
    <p:sldId id="398" r:id="rId15"/>
    <p:sldId id="399" r:id="rId16"/>
    <p:sldId id="400" r:id="rId17"/>
    <p:sldId id="402" r:id="rId18"/>
    <p:sldId id="401" r:id="rId19"/>
    <p:sldId id="360" r:id="rId20"/>
    <p:sldId id="361" r:id="rId21"/>
    <p:sldId id="367" r:id="rId23"/>
    <p:sldId id="338" r:id="rId24"/>
    <p:sldId id="380" r:id="rId25"/>
    <p:sldId id="379" r:id="rId26"/>
    <p:sldId id="392" r:id="rId27"/>
    <p:sldId id="381" r:id="rId28"/>
    <p:sldId id="386" r:id="rId29"/>
    <p:sldId id="391" r:id="rId30"/>
    <p:sldId id="387" r:id="rId31"/>
    <p:sldId id="390" r:id="rId32"/>
    <p:sldId id="388" r:id="rId33"/>
    <p:sldId id="389" r:id="rId34"/>
    <p:sldId id="365" r:id="rId35"/>
    <p:sldId id="369" r:id="rId36"/>
    <p:sldId id="404" r:id="rId37"/>
    <p:sldId id="403" r:id="rId38"/>
  </p:sldIdLst>
  <p:sldSz cx="9144000" cy="6858000" type="screen4x3"/>
  <p:notesSz cx="6858000" cy="9144000"/>
  <p:custDataLst>
    <p:tags r:id="rId43"/>
  </p:custDataLst>
  <p:defaultTextStyle>
    <a:defPPr>
      <a:defRPr lang="zh-CN"/>
    </a:defPPr>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4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CCFF"/>
    <a:srgbClr val="FF00FF"/>
    <a:srgbClr val="FF3300"/>
    <a:srgbClr val="FFCC66"/>
    <a:srgbClr val="6B03E9"/>
    <a:srgbClr val="CC6600"/>
    <a:srgbClr val="CCFFFF"/>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553"/>
    <p:restoredTop sz="90588"/>
  </p:normalViewPr>
  <p:slideViewPr>
    <p:cSldViewPr snapToGrid="0" showGuides="1">
      <p:cViewPr varScale="1">
        <p:scale>
          <a:sx n="74" d="100"/>
          <a:sy n="74" d="100"/>
        </p:scale>
        <p:origin x="1052" y="52"/>
      </p:cViewPr>
      <p:guideLst>
        <p:guide orient="horz" pos="2160"/>
        <p:guide pos="2841"/>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3" Type="http://schemas.openxmlformats.org/officeDocument/2006/relationships/tags" Target="tags/tag1.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1.xml"/><Relationship Id="rId39" Type="http://schemas.openxmlformats.org/officeDocument/2006/relationships/handoutMaster" Target="handoutMasters/handoutMaster1.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notesMaster" Target="notesMasters/notesMaster1.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6" name="页眉占位符 57345"/>
          <p:cNvSpPr>
            <a:spLocks noGrp="1"/>
          </p:cNvSpPr>
          <p:nvPr>
            <p:ph type="hdr" sz="quarter"/>
          </p:nvPr>
        </p:nvSpPr>
        <p:spPr>
          <a:xfrm>
            <a:off x="0" y="0"/>
            <a:ext cx="2971800" cy="457200"/>
          </a:xfrm>
          <a:prstGeom prst="rect">
            <a:avLst/>
          </a:prstGeom>
          <a:noFill/>
          <a:ln w="9525">
            <a:noFill/>
          </a:ln>
        </p:spPr>
        <p:txBody>
          <a:bodyPr/>
          <a:lstStyle>
            <a:lvl1pPr eaLnBrk="1" fontAlgn="ctr" hangingPunct="1">
              <a:defRPr sz="1200" noProof="1"/>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7347" name="日期占位符 57346"/>
          <p:cNvSpPr>
            <a:spLocks noGrp="1"/>
          </p:cNvSpPr>
          <p:nvPr>
            <p:ph type="dt" sz="quarter" idx="1"/>
          </p:nvPr>
        </p:nvSpPr>
        <p:spPr>
          <a:xfrm>
            <a:off x="3886200" y="0"/>
            <a:ext cx="2971800" cy="457200"/>
          </a:xfrm>
          <a:prstGeom prst="rect">
            <a:avLst/>
          </a:prstGeom>
          <a:noFill/>
          <a:ln w="9525">
            <a:noFill/>
          </a:ln>
        </p:spPr>
        <p:txBody>
          <a:bodyPr/>
          <a:lstStyle>
            <a:lvl1pPr algn="r" eaLnBrk="1" fontAlgn="ctr" hangingPunct="1">
              <a:defRPr sz="1200" noProof="1"/>
            </a:lvl1pPr>
          </a:lstStyle>
          <a:p>
            <a:pPr marL="0" marR="0" lvl="0" indent="0" algn="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7348" name="页脚占位符 57347"/>
          <p:cNvSpPr>
            <a:spLocks noGrp="1"/>
          </p:cNvSpPr>
          <p:nvPr>
            <p:ph type="ftr" sz="quarter" idx="2"/>
          </p:nvPr>
        </p:nvSpPr>
        <p:spPr>
          <a:xfrm>
            <a:off x="0" y="8686800"/>
            <a:ext cx="2971800" cy="457200"/>
          </a:xfrm>
          <a:prstGeom prst="rect">
            <a:avLst/>
          </a:prstGeom>
          <a:noFill/>
          <a:ln w="9525">
            <a:noFill/>
          </a:ln>
        </p:spPr>
        <p:txBody>
          <a:bodyPr anchor="b"/>
          <a:lstStyle>
            <a:lvl1pPr eaLnBrk="1" fontAlgn="ctr" hangingPunct="1">
              <a:defRPr sz="1200" noProof="1"/>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7349" name="灯片编号占位符 57348"/>
          <p:cNvSpPr>
            <a:spLocks noGrp="1"/>
          </p:cNvSpPr>
          <p:nvPr>
            <p:ph type="sldNum" sz="quarter" idx="3"/>
          </p:nvPr>
        </p:nvSpPr>
        <p:spPr>
          <a:xfrm>
            <a:off x="3886200" y="8686800"/>
            <a:ext cx="2971800" cy="457200"/>
          </a:xfrm>
          <a:prstGeom prst="rect">
            <a:avLst/>
          </a:prstGeom>
          <a:noFill/>
          <a:ln w="9525">
            <a:noFill/>
          </a:ln>
        </p:spPr>
        <p:txBody>
          <a:bodyPr vert="horz" wrap="square" lIns="91440" tIns="45720" rIns="91440" bIns="45720" numCol="1" anchor="b" anchorCtr="0" compatLnSpc="1"/>
          <a:lstStyle>
            <a:lvl1pPr algn="r" eaLnBrk="1" fontAlgn="ctr" hangingPunct="1">
              <a:defRPr sz="1200"/>
            </a:lvl1pPr>
          </a:lstStyle>
          <a:p>
            <a:pPr marL="0" marR="0" lvl="0" indent="0" algn="r" defTabSz="914400" rtl="0" eaLnBrk="1" fontAlgn="ctr" latinLnBrk="0" hangingPunct="1">
              <a:lnSpc>
                <a:spcPct val="100000"/>
              </a:lnSpc>
              <a:spcBef>
                <a:spcPct val="0"/>
              </a:spcBef>
              <a:spcAft>
                <a:spcPct val="0"/>
              </a:spcAft>
              <a:buClrTx/>
              <a:buSzTx/>
              <a:buFontTx/>
              <a:buNone/>
              <a:defRPr/>
            </a:pPr>
            <a:fld id="{D82CB29C-D392-4F37-88AE-D3B81DB287FF}" type="slidenum">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PSW </a:t>
            </a:r>
            <a:r>
              <a:rPr lang="zh-CN" altLang="en-US"/>
              <a:t>程序状态字</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blipFill>
        <a:effectLst/>
      </p:bgPr>
    </p:bg>
    <p:spTree>
      <p:nvGrpSpPr>
        <p:cNvPr id="1" name=""/>
        <p:cNvGrpSpPr/>
        <p:nvPr/>
      </p:nvGrpSpPr>
      <p:grpSpPr>
        <a:xfrm>
          <a:off x="0" y="0"/>
          <a:ext cx="0" cy="0"/>
          <a:chOff x="0" y="0"/>
          <a:chExt cx="0" cy="0"/>
        </a:xfrm>
      </p:grpSpPr>
      <p:grpSp>
        <p:nvGrpSpPr>
          <p:cNvPr id="2050" name="组合 70657"/>
          <p:cNvGrpSpPr/>
          <p:nvPr/>
        </p:nvGrpSpPr>
        <p:grpSpPr>
          <a:xfrm>
            <a:off x="0" y="0"/>
            <a:ext cx="9144000" cy="6858000"/>
            <a:chOff x="0" y="0"/>
            <a:chExt cx="5760" cy="4320"/>
          </a:xfrm>
        </p:grpSpPr>
        <p:sp>
          <p:nvSpPr>
            <p:cNvPr id="18" name="矩形 70658"/>
            <p:cNvSpPr>
              <a:spLocks noChangeArrowheads="1"/>
            </p:cNvSpPr>
            <p:nvPr/>
          </p:nvSpPr>
          <p:spPr bwMode="auto">
            <a:xfrm>
              <a:off x="0" y="0"/>
              <a:ext cx="2208" cy="4320"/>
            </a:xfrm>
            <a:prstGeom prst="rect">
              <a:avLst/>
            </a:prstGeom>
            <a:gradFill rotWithShape="0">
              <a:gsLst>
                <a:gs pos="0">
                  <a:schemeClr val="folHlink"/>
                </a:gs>
                <a:gs pos="100000">
                  <a:schemeClr val="bg1"/>
                </a:gs>
              </a:gsLst>
              <a:lin ang="0" scaled="1"/>
            </a:gradFill>
            <a:ln>
              <a:noFill/>
            </a:ln>
          </p:spPr>
          <p:txBody>
            <a:bodyPr wrap="none" anchor="ct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矩形 70659"/>
            <p:cNvSpPr>
              <a:spLocks noChangeArrowheads="1"/>
            </p:cNvSpPr>
            <p:nvPr/>
          </p:nvSpPr>
          <p:spPr bwMode="auto">
            <a:xfrm>
              <a:off x="1081" y="1065"/>
              <a:ext cx="4679" cy="1596"/>
            </a:xfrm>
            <a:prstGeom prst="rect">
              <a:avLst/>
            </a:prstGeom>
            <a:solidFill>
              <a:schemeClr val="bg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2058" name="组合 70660"/>
            <p:cNvGrpSpPr/>
            <p:nvPr/>
          </p:nvGrpSpPr>
          <p:grpSpPr>
            <a:xfrm>
              <a:off x="0" y="672"/>
              <a:ext cx="1806" cy="1989"/>
              <a:chOff x="0" y="672"/>
              <a:chExt cx="1806" cy="1989"/>
            </a:xfrm>
          </p:grpSpPr>
          <p:sp>
            <p:nvSpPr>
              <p:cNvPr id="21" name="矩形 70661"/>
              <p:cNvSpPr>
                <a:spLocks noChangeArrowheads="1"/>
              </p:cNvSpPr>
              <p:nvPr/>
            </p:nvSpPr>
            <p:spPr bwMode="auto">
              <a:xfrm>
                <a:off x="361" y="2257"/>
                <a:ext cx="363" cy="404"/>
              </a:xfrm>
              <a:prstGeom prst="rect">
                <a:avLst/>
              </a:prstGeom>
              <a:solidFill>
                <a:schemeClr val="accent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矩形 70662"/>
              <p:cNvSpPr>
                <a:spLocks noChangeArrowheads="1"/>
              </p:cNvSpPr>
              <p:nvPr/>
            </p:nvSpPr>
            <p:spPr bwMode="auto">
              <a:xfrm>
                <a:off x="1081" y="1065"/>
                <a:ext cx="362" cy="405"/>
              </a:xfrm>
              <a:prstGeom prst="rect">
                <a:avLst/>
              </a:prstGeom>
              <a:solidFill>
                <a:schemeClr val="folHlink"/>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矩形 70663"/>
              <p:cNvSpPr>
                <a:spLocks noChangeArrowheads="1"/>
              </p:cNvSpPr>
              <p:nvPr/>
            </p:nvSpPr>
            <p:spPr bwMode="auto">
              <a:xfrm>
                <a:off x="1437" y="672"/>
                <a:ext cx="369" cy="400"/>
              </a:xfrm>
              <a:prstGeom prst="rect">
                <a:avLst/>
              </a:prstGeom>
              <a:solidFill>
                <a:schemeClr val="folHlink"/>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矩形 70664"/>
              <p:cNvSpPr>
                <a:spLocks noChangeArrowheads="1"/>
              </p:cNvSpPr>
              <p:nvPr/>
            </p:nvSpPr>
            <p:spPr bwMode="auto">
              <a:xfrm>
                <a:off x="719" y="2257"/>
                <a:ext cx="368" cy="404"/>
              </a:xfrm>
              <a:prstGeom prst="rect">
                <a:avLst/>
              </a:prstGeom>
              <a:solidFill>
                <a:schemeClr val="bg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矩形 70665"/>
              <p:cNvSpPr>
                <a:spLocks noChangeArrowheads="1"/>
              </p:cNvSpPr>
              <p:nvPr/>
            </p:nvSpPr>
            <p:spPr bwMode="auto">
              <a:xfrm>
                <a:off x="1437" y="1065"/>
                <a:ext cx="369" cy="405"/>
              </a:xfrm>
              <a:prstGeom prst="rect">
                <a:avLst/>
              </a:prstGeom>
              <a:solidFill>
                <a:schemeClr val="accent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矩形 70666"/>
              <p:cNvSpPr>
                <a:spLocks noChangeArrowheads="1"/>
              </p:cNvSpPr>
              <p:nvPr/>
            </p:nvSpPr>
            <p:spPr bwMode="auto">
              <a:xfrm>
                <a:off x="719" y="1464"/>
                <a:ext cx="368" cy="399"/>
              </a:xfrm>
              <a:prstGeom prst="rect">
                <a:avLst/>
              </a:prstGeom>
              <a:solidFill>
                <a:schemeClr val="folHlink"/>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矩形 70667"/>
              <p:cNvSpPr>
                <a:spLocks noChangeArrowheads="1"/>
              </p:cNvSpPr>
              <p:nvPr/>
            </p:nvSpPr>
            <p:spPr bwMode="auto">
              <a:xfrm>
                <a:off x="0" y="1464"/>
                <a:ext cx="367" cy="399"/>
              </a:xfrm>
              <a:prstGeom prst="rect">
                <a:avLst/>
              </a:prstGeom>
              <a:solidFill>
                <a:schemeClr val="bg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矩形 70668"/>
              <p:cNvSpPr>
                <a:spLocks noChangeArrowheads="1"/>
              </p:cNvSpPr>
              <p:nvPr/>
            </p:nvSpPr>
            <p:spPr bwMode="auto">
              <a:xfrm>
                <a:off x="1081" y="1464"/>
                <a:ext cx="362" cy="399"/>
              </a:xfrm>
              <a:prstGeom prst="rect">
                <a:avLst/>
              </a:prstGeom>
              <a:solidFill>
                <a:schemeClr val="accent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矩形 70669"/>
              <p:cNvSpPr>
                <a:spLocks noChangeArrowheads="1"/>
              </p:cNvSpPr>
              <p:nvPr/>
            </p:nvSpPr>
            <p:spPr bwMode="auto">
              <a:xfrm>
                <a:off x="361" y="1857"/>
                <a:ext cx="363" cy="406"/>
              </a:xfrm>
              <a:prstGeom prst="rect">
                <a:avLst/>
              </a:prstGeom>
              <a:solidFill>
                <a:schemeClr val="folHlink"/>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矩形 70670"/>
              <p:cNvSpPr>
                <a:spLocks noChangeArrowheads="1"/>
              </p:cNvSpPr>
              <p:nvPr/>
            </p:nvSpPr>
            <p:spPr bwMode="auto">
              <a:xfrm>
                <a:off x="719" y="1857"/>
                <a:ext cx="368" cy="406"/>
              </a:xfrm>
              <a:prstGeom prst="rect">
                <a:avLst/>
              </a:prstGeom>
              <a:solidFill>
                <a:schemeClr val="accent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70675" name="标题 70674"/>
          <p:cNvSpPr>
            <a:spLocks noGrp="1"/>
          </p:cNvSpPr>
          <p:nvPr>
            <p:ph type="ctrTitle"/>
          </p:nvPr>
        </p:nvSpPr>
        <p:spPr>
          <a:xfrm>
            <a:off x="2971800" y="1828800"/>
            <a:ext cx="6019800" cy="2209800"/>
          </a:xfrm>
          <a:prstGeom prst="rect">
            <a:avLst/>
          </a:prstGeom>
          <a:noFill/>
          <a:ln w="9525">
            <a:noFill/>
          </a:ln>
        </p:spPr>
        <p:txBody>
          <a:bodyPr/>
          <a:lstStyle>
            <a:lvl1pPr lvl="0">
              <a:buClrTx/>
              <a:buSzTx/>
              <a:buFontTx/>
              <a:defRPr sz="5000">
                <a:solidFill>
                  <a:srgbClr val="FFFFFF"/>
                </a:solidFill>
              </a:defRPr>
            </a:lvl1pPr>
          </a:lstStyle>
          <a:p>
            <a:pPr lvl="0"/>
            <a:r>
              <a:rPr lang="zh-CN" altLang="en-US" noProof="1"/>
              <a:t>单击此处编辑母版标题样式</a:t>
            </a:r>
            <a:endParaRPr lang="zh-CN" altLang="en-US" noProof="1"/>
          </a:p>
        </p:txBody>
      </p:sp>
      <p:sp>
        <p:nvSpPr>
          <p:cNvPr id="70676" name="副标题 70675"/>
          <p:cNvSpPr>
            <a:spLocks noGrp="1"/>
          </p:cNvSpPr>
          <p:nvPr>
            <p:ph type="subTitle" idx="1"/>
          </p:nvPr>
        </p:nvSpPr>
        <p:spPr>
          <a:xfrm>
            <a:off x="2971800" y="4267200"/>
            <a:ext cx="6019800" cy="1752600"/>
          </a:xfrm>
          <a:prstGeom prst="rect">
            <a:avLst/>
          </a:prstGeom>
          <a:noFill/>
          <a:ln w="9525">
            <a:noFill/>
          </a:ln>
        </p:spPr>
        <p:txBody>
          <a:bodyPr/>
          <a:lstStyle>
            <a:lvl1pPr marL="0" lvl="0" indent="0">
              <a:buClr>
                <a:schemeClr val="bg2"/>
              </a:buClr>
              <a:buSzPct val="75000"/>
              <a:buFont typeface="Wingdings" panose="05000000000000000000" pitchFamily="2" charset="2"/>
              <a:buNone/>
              <a:defRPr sz="3400"/>
            </a:lvl1pPr>
            <a:lvl2pPr marL="457200" lvl="1" indent="0" algn="ctr">
              <a:buClr>
                <a:schemeClr val="accent2"/>
              </a:buClr>
              <a:buSzPct val="80000"/>
              <a:buFont typeface="Wingdings" panose="05000000000000000000" pitchFamily="2" charset="2"/>
              <a:buNone/>
              <a:defRPr sz="3400"/>
            </a:lvl2pPr>
            <a:lvl3pPr marL="914400" lvl="2" indent="0" algn="ctr">
              <a:buClr>
                <a:schemeClr val="bg2"/>
              </a:buClr>
              <a:buSzPct val="65000"/>
              <a:buFont typeface="Wingdings" panose="05000000000000000000" pitchFamily="2" charset="2"/>
              <a:buNone/>
              <a:defRPr sz="3400"/>
            </a:lvl3pPr>
            <a:lvl4pPr marL="1371600" lvl="3" indent="0" algn="ctr">
              <a:buClr>
                <a:schemeClr val="accent2"/>
              </a:buClr>
              <a:buSzPct val="70000"/>
              <a:buFont typeface="Wingdings" panose="05000000000000000000" pitchFamily="2" charset="2"/>
              <a:buNone/>
              <a:defRPr sz="3400"/>
            </a:lvl4pPr>
            <a:lvl5pPr marL="1828800" lvl="4" indent="0" algn="ctr">
              <a:buClr>
                <a:schemeClr val="bg2"/>
              </a:buClr>
              <a:buSzTx/>
              <a:buFont typeface="Wingdings" panose="05000000000000000000" pitchFamily="2" charset="2"/>
              <a:buNone/>
              <a:defRPr sz="3400"/>
            </a:lvl5pPr>
          </a:lstStyle>
          <a:p>
            <a:pPr lvl="0"/>
            <a:r>
              <a:rPr lang="zh-CN" altLang="en-US" noProof="1"/>
              <a:t>单击此处编辑母版副标题样式</a:t>
            </a:r>
            <a:endParaRPr lang="zh-CN" altLang="en-US" noProof="1"/>
          </a:p>
        </p:txBody>
      </p:sp>
      <p:sp>
        <p:nvSpPr>
          <p:cNvPr id="31" name="日期占位符 70671"/>
          <p:cNvSpPr>
            <a:spLocks noGrp="1"/>
          </p:cNvSpPr>
          <p:nvPr>
            <p:ph type="dt" sz="half" idx="2"/>
          </p:nvPr>
        </p:nvSpPr>
        <p:spPr>
          <a:xfrm>
            <a:off x="457200" y="6248400"/>
            <a:ext cx="2133600" cy="457200"/>
          </a:xfrm>
          <a:prstGeom prst="rect">
            <a:avLst/>
          </a:prstGeom>
        </p:spPr>
        <p:txBody>
          <a:bodyPr anchor="b"/>
          <a:lstStyle>
            <a:lvl1pPr>
              <a:defRPr sz="1200">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 name="页脚占位符 70672"/>
          <p:cNvSpPr>
            <a:spLocks noGrp="1"/>
          </p:cNvSpPr>
          <p:nvPr>
            <p:ph type="ftr" sz="quarter" idx="3"/>
          </p:nvPr>
        </p:nvSpPr>
        <p:spPr>
          <a:xfrm>
            <a:off x="3124200" y="6248400"/>
            <a:ext cx="2895600" cy="457200"/>
          </a:xfrm>
          <a:prstGeom prst="rect">
            <a:avLst/>
          </a:prstGeom>
        </p:spPr>
        <p:txBody>
          <a:bodyPr anchor="b"/>
          <a:lstStyle>
            <a:lvl1pPr algn="ctr">
              <a:defRPr sz="1200">
                <a:latin typeface="Arial" panose="020B0604020202020204" pitchFamily="34" charset="0"/>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3" name="灯片编号占位符 70673"/>
          <p:cNvSpPr>
            <a:spLocks noGrp="1"/>
          </p:cNvSpPr>
          <p:nvPr>
            <p:ph type="sldNum" sz="quarter" idx="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8069E72E-F178-4835-8A80-96EDD07E39DF}"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rotWithShape="0">
          <a:blip r:embed="rId2"/>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3"/>
          <p:cNvSpPr>
            <a:spLocks noGrp="1"/>
          </p:cNvSpPr>
          <p:nvPr>
            <p:ph type="dt" sz="half" idx="2"/>
          </p:nvPr>
        </p:nvSpPr>
        <p:spPr>
          <a:xfrm>
            <a:off x="457200" y="6245225"/>
            <a:ext cx="2133600" cy="476250"/>
          </a:xfrm>
          <a:prstGeom prst="rect">
            <a:avLst/>
          </a:prstGeom>
        </p:spPr>
        <p:txBody>
          <a:bodyPr anchor="b"/>
          <a:lstStyle>
            <a:lvl1pPr>
              <a:defRPr>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页脚占位符 4"/>
          <p:cNvSpPr>
            <a:spLocks noGrp="1"/>
          </p:cNvSpPr>
          <p:nvPr>
            <p:ph type="ftr" sz="quarter" idx="3"/>
          </p:nvPr>
        </p:nvSpPr>
        <p:spPr>
          <a:xfrm>
            <a:off x="3124200" y="6248400"/>
            <a:ext cx="2895600" cy="457200"/>
          </a:xfrm>
          <a:prstGeom prst="rect">
            <a:avLst/>
          </a:prstGeom>
        </p:spPr>
        <p:txBody>
          <a:bodyPr anchor="b"/>
          <a:lstStyle>
            <a:lvl1pPr>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灯片编号占位符 5"/>
          <p:cNvSpPr>
            <a:spLocks noGrp="1"/>
          </p:cNvSpPr>
          <p:nvPr>
            <p:ph type="sldNum" sz="quarter" idx="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CEE4558E-A4B4-458A-B0ED-514C3114B7A5}"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0">
          <a:blip r:embed="rId2"/>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endParaRPr lang="zh-CN" altLang="en-US" noProof="1"/>
          </a:p>
        </p:txBody>
      </p:sp>
      <p:sp>
        <p:nvSpPr>
          <p:cNvPr id="17" name="日期占位符 3"/>
          <p:cNvSpPr>
            <a:spLocks noGrp="1"/>
          </p:cNvSpPr>
          <p:nvPr>
            <p:ph type="dt" sz="half" idx="2"/>
          </p:nvPr>
        </p:nvSpPr>
        <p:spPr>
          <a:xfrm>
            <a:off x="457200" y="6245225"/>
            <a:ext cx="2133600" cy="476250"/>
          </a:xfrm>
          <a:prstGeom prst="rect">
            <a:avLst/>
          </a:prstGeom>
        </p:spPr>
        <p:txBody>
          <a:bodyPr anchor="b"/>
          <a:lstStyle>
            <a:lvl1pPr>
              <a:defRPr>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页脚占位符 4"/>
          <p:cNvSpPr>
            <a:spLocks noGrp="1"/>
          </p:cNvSpPr>
          <p:nvPr>
            <p:ph type="ftr" sz="quarter" idx="3"/>
          </p:nvPr>
        </p:nvSpPr>
        <p:spPr>
          <a:xfrm>
            <a:off x="3124200" y="6248400"/>
            <a:ext cx="2895600" cy="457200"/>
          </a:xfrm>
          <a:prstGeom prst="rect">
            <a:avLst/>
          </a:prstGeom>
        </p:spPr>
        <p:txBody>
          <a:bodyPr anchor="b"/>
          <a:lstStyle>
            <a:lvl1pPr>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灯片编号占位符 5"/>
          <p:cNvSpPr>
            <a:spLocks noGrp="1"/>
          </p:cNvSpPr>
          <p:nvPr>
            <p:ph type="sldNum" sz="quarter" idx="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C6C798D9-C678-4351-A963-9E65F31BA36A}"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blipFill rotWithShape="0">
          <a:blip r:embed="rId2"/>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57200" y="1981200"/>
            <a:ext cx="4032504" cy="3886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54296" y="1981200"/>
            <a:ext cx="4032504" cy="3886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4"/>
          <p:cNvSpPr>
            <a:spLocks noGrp="1"/>
          </p:cNvSpPr>
          <p:nvPr>
            <p:ph type="dt" sz="half" idx="12"/>
          </p:nvPr>
        </p:nvSpPr>
        <p:spPr>
          <a:xfrm>
            <a:off x="457200" y="6245225"/>
            <a:ext cx="2133600" cy="476250"/>
          </a:xfrm>
          <a:prstGeom prst="rect">
            <a:avLst/>
          </a:prstGeom>
        </p:spPr>
        <p:txBody>
          <a:bodyPr anchor="b"/>
          <a:lstStyle>
            <a:lvl1pPr>
              <a:defRPr>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页脚占位符 5"/>
          <p:cNvSpPr>
            <a:spLocks noGrp="1"/>
          </p:cNvSpPr>
          <p:nvPr>
            <p:ph type="ftr" sz="quarter" idx="3"/>
          </p:nvPr>
        </p:nvSpPr>
        <p:spPr>
          <a:xfrm>
            <a:off x="3124200" y="6248400"/>
            <a:ext cx="2895600" cy="457200"/>
          </a:xfrm>
          <a:prstGeom prst="rect">
            <a:avLst/>
          </a:prstGeom>
        </p:spPr>
        <p:txBody>
          <a:bodyPr anchor="b"/>
          <a:lstStyle>
            <a:lvl1pPr>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灯片编号占位符 6"/>
          <p:cNvSpPr>
            <a:spLocks noGrp="1"/>
          </p:cNvSpPr>
          <p:nvPr>
            <p:ph type="sldNum" sz="quarter" idx="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7C2C81FA-3A2B-4A26-A9BB-5235867AD329}"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blipFill rotWithShape="0">
          <a:blip r:embed="rId2"/>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6"/>
          <p:cNvSpPr>
            <a:spLocks noGrp="1"/>
          </p:cNvSpPr>
          <p:nvPr>
            <p:ph type="dt" sz="half" idx="12"/>
          </p:nvPr>
        </p:nvSpPr>
        <p:spPr>
          <a:xfrm>
            <a:off x="457200" y="6245225"/>
            <a:ext cx="2133600" cy="476250"/>
          </a:xfrm>
          <a:prstGeom prst="rect">
            <a:avLst/>
          </a:prstGeom>
        </p:spPr>
        <p:txBody>
          <a:bodyPr anchor="b"/>
          <a:lstStyle>
            <a:lvl1pPr>
              <a:defRPr>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页脚占位符 7"/>
          <p:cNvSpPr>
            <a:spLocks noGrp="1"/>
          </p:cNvSpPr>
          <p:nvPr>
            <p:ph type="ftr" sz="quarter" idx="13"/>
          </p:nvPr>
        </p:nvSpPr>
        <p:spPr>
          <a:xfrm>
            <a:off x="3124200" y="6248400"/>
            <a:ext cx="2895600" cy="457200"/>
          </a:xfrm>
          <a:prstGeom prst="rect">
            <a:avLst/>
          </a:prstGeom>
        </p:spPr>
        <p:txBody>
          <a:bodyPr anchor="b"/>
          <a:lstStyle>
            <a:lvl1pPr>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灯片编号占位符 8"/>
          <p:cNvSpPr>
            <a:spLocks noGrp="1"/>
          </p:cNvSpPr>
          <p:nvPr>
            <p:ph type="sldNum" sz="quarter" idx="1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EEE03105-6064-418B-9DD3-2ACB10FB8C60}"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rotWithShape="0">
          <a:blip r:embed="rId2"/>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17" name="日期占位符 2"/>
          <p:cNvSpPr>
            <a:spLocks noGrp="1"/>
          </p:cNvSpPr>
          <p:nvPr>
            <p:ph type="dt" sz="half" idx="2"/>
          </p:nvPr>
        </p:nvSpPr>
        <p:spPr>
          <a:xfrm>
            <a:off x="457200" y="6245225"/>
            <a:ext cx="2133600" cy="476250"/>
          </a:xfrm>
          <a:prstGeom prst="rect">
            <a:avLst/>
          </a:prstGeom>
        </p:spPr>
        <p:txBody>
          <a:bodyPr anchor="b"/>
          <a:lstStyle>
            <a:lvl1pPr>
              <a:defRPr>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页脚占位符 3"/>
          <p:cNvSpPr>
            <a:spLocks noGrp="1"/>
          </p:cNvSpPr>
          <p:nvPr>
            <p:ph type="ftr" sz="quarter" idx="3"/>
          </p:nvPr>
        </p:nvSpPr>
        <p:spPr>
          <a:xfrm>
            <a:off x="3124200" y="6248400"/>
            <a:ext cx="2895600" cy="457200"/>
          </a:xfrm>
          <a:prstGeom prst="rect">
            <a:avLst/>
          </a:prstGeom>
        </p:spPr>
        <p:txBody>
          <a:bodyPr anchor="b"/>
          <a:lstStyle>
            <a:lvl1pPr>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灯片编号占位符 4"/>
          <p:cNvSpPr>
            <a:spLocks noGrp="1"/>
          </p:cNvSpPr>
          <p:nvPr>
            <p:ph type="sldNum" sz="quarter" idx="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C0EC5906-132F-44BC-A293-2DA15A192E65}"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灯片编号占位符 2"/>
          <p:cNvSpPr>
            <a:spLocks noGrp="1"/>
          </p:cNvSpPr>
          <p:nvPr>
            <p:ph type="sldNum" sz="quarter" idx="11"/>
          </p:nvPr>
        </p:nvSpPr>
        <p:spPr/>
        <p:txBody>
          <a:bodyPr/>
          <a:lstStyle/>
          <a:p>
            <a:pPr marL="0" marR="0" lvl="0" indent="0" algn="r" defTabSz="914400" rtl="0" eaLnBrk="1" fontAlgn="ctr" latinLnBrk="0" hangingPunct="1">
              <a:lnSpc>
                <a:spcPct val="100000"/>
              </a:lnSpc>
              <a:spcBef>
                <a:spcPct val="0"/>
              </a:spcBef>
              <a:spcAft>
                <a:spcPct val="0"/>
              </a:spcAft>
              <a:buClrTx/>
              <a:buSzTx/>
              <a:buFontTx/>
              <a:buNone/>
              <a:defRPr/>
            </a:pPr>
            <a:fld id="{0BF9E133-4C4B-4408-9633-7AAD9F2E7689}"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日期占位符 3"/>
          <p:cNvSpPr>
            <a:spLocks noGrp="1"/>
          </p:cNvSpPr>
          <p:nvPr>
            <p:ph type="dt" sz="half" idx="12"/>
          </p:nvPr>
        </p:nvSpPr>
        <p:spPr/>
        <p:txBody>
          <a:bodyPr/>
          <a:lstStyle/>
          <a:p>
            <a:pPr marL="0" marR="0" lvl="0" indent="0" algn="l" defTabSz="914400" rtl="0" eaLnBrk="1" fontAlgn="ctr" latinLnBrk="0" hangingPunct="1">
              <a:lnSpc>
                <a:spcPct val="100000"/>
              </a:lnSpc>
              <a:spcBef>
                <a:spcPct val="0"/>
              </a:spcBef>
              <a:spcAft>
                <a:spcPct val="0"/>
              </a:spcAft>
              <a:buClrTx/>
              <a:buSzTx/>
              <a:buFontTx/>
              <a:buNone/>
              <a:defRPr/>
            </a:pPr>
            <a:fld id="{4D242BA5-471E-431B-9F73-F211A2D9315A}" type="datetime1">
              <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blipFill rotWithShape="0">
          <a:blip r:embed="rId2"/>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endParaRPr lang="zh-CN" altLang="en-US" noProof="1"/>
          </a:p>
        </p:txBody>
      </p:sp>
      <p:sp>
        <p:nvSpPr>
          <p:cNvPr id="17" name="日期占位符 4"/>
          <p:cNvSpPr>
            <a:spLocks noGrp="1"/>
          </p:cNvSpPr>
          <p:nvPr>
            <p:ph type="dt" sz="half" idx="12"/>
          </p:nvPr>
        </p:nvSpPr>
        <p:spPr>
          <a:xfrm>
            <a:off x="457200" y="6245225"/>
            <a:ext cx="2133600" cy="476250"/>
          </a:xfrm>
          <a:prstGeom prst="rect">
            <a:avLst/>
          </a:prstGeom>
        </p:spPr>
        <p:txBody>
          <a:bodyPr anchor="b"/>
          <a:lstStyle>
            <a:lvl1pPr>
              <a:defRPr>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页脚占位符 5"/>
          <p:cNvSpPr>
            <a:spLocks noGrp="1"/>
          </p:cNvSpPr>
          <p:nvPr>
            <p:ph type="ftr" sz="quarter" idx="3"/>
          </p:nvPr>
        </p:nvSpPr>
        <p:spPr>
          <a:xfrm>
            <a:off x="3124200" y="6248400"/>
            <a:ext cx="2895600" cy="457200"/>
          </a:xfrm>
          <a:prstGeom prst="rect">
            <a:avLst/>
          </a:prstGeom>
        </p:spPr>
        <p:txBody>
          <a:bodyPr anchor="b"/>
          <a:lstStyle>
            <a:lvl1pPr>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灯片编号占位符 6"/>
          <p:cNvSpPr>
            <a:spLocks noGrp="1"/>
          </p:cNvSpPr>
          <p:nvPr>
            <p:ph type="sldNum" sz="quarter" idx="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958A653E-9CD4-4FEC-9D1E-68D8DC5FE5FC}"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blipFill rotWithShape="0">
          <a:blip r:embed="rId2"/>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endParaRPr lang="zh-CN" altLang="en-US" noProof="1"/>
          </a:p>
        </p:txBody>
      </p:sp>
      <p:sp>
        <p:nvSpPr>
          <p:cNvPr id="17" name="日期占位符 4"/>
          <p:cNvSpPr>
            <a:spLocks noGrp="1"/>
          </p:cNvSpPr>
          <p:nvPr>
            <p:ph type="dt" sz="half" idx="12"/>
          </p:nvPr>
        </p:nvSpPr>
        <p:spPr>
          <a:xfrm>
            <a:off x="457200" y="6245225"/>
            <a:ext cx="2133600" cy="476250"/>
          </a:xfrm>
          <a:prstGeom prst="rect">
            <a:avLst/>
          </a:prstGeom>
        </p:spPr>
        <p:txBody>
          <a:bodyPr anchor="b"/>
          <a:lstStyle>
            <a:lvl1pPr>
              <a:defRPr>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页脚占位符 5"/>
          <p:cNvSpPr>
            <a:spLocks noGrp="1"/>
          </p:cNvSpPr>
          <p:nvPr>
            <p:ph type="ftr" sz="quarter" idx="3"/>
          </p:nvPr>
        </p:nvSpPr>
        <p:spPr>
          <a:xfrm>
            <a:off x="3124200" y="6248400"/>
            <a:ext cx="2895600" cy="457200"/>
          </a:xfrm>
          <a:prstGeom prst="rect">
            <a:avLst/>
          </a:prstGeom>
        </p:spPr>
        <p:txBody>
          <a:bodyPr anchor="b"/>
          <a:lstStyle>
            <a:lvl1pPr>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灯片编号占位符 6"/>
          <p:cNvSpPr>
            <a:spLocks noGrp="1"/>
          </p:cNvSpPr>
          <p:nvPr>
            <p:ph type="sldNum" sz="quarter" idx="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061793E9-2ECE-4C9E-8518-8115D5BFBCD6}"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blipFill rotWithShape="0">
          <a:blip r:embed="rId2"/>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3"/>
          <p:cNvSpPr>
            <a:spLocks noGrp="1"/>
          </p:cNvSpPr>
          <p:nvPr>
            <p:ph type="dt" sz="half" idx="2"/>
          </p:nvPr>
        </p:nvSpPr>
        <p:spPr>
          <a:xfrm>
            <a:off x="457200" y="6245225"/>
            <a:ext cx="2133600" cy="476250"/>
          </a:xfrm>
          <a:prstGeom prst="rect">
            <a:avLst/>
          </a:prstGeom>
        </p:spPr>
        <p:txBody>
          <a:bodyPr anchor="b"/>
          <a:lstStyle>
            <a:lvl1pPr>
              <a:defRPr>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页脚占位符 4"/>
          <p:cNvSpPr>
            <a:spLocks noGrp="1"/>
          </p:cNvSpPr>
          <p:nvPr>
            <p:ph type="ftr" sz="quarter" idx="3"/>
          </p:nvPr>
        </p:nvSpPr>
        <p:spPr>
          <a:xfrm>
            <a:off x="3124200" y="6248400"/>
            <a:ext cx="2895600" cy="457200"/>
          </a:xfrm>
          <a:prstGeom prst="rect">
            <a:avLst/>
          </a:prstGeom>
        </p:spPr>
        <p:txBody>
          <a:bodyPr anchor="b"/>
          <a:lstStyle>
            <a:lvl1pPr>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灯片编号占位符 5"/>
          <p:cNvSpPr>
            <a:spLocks noGrp="1"/>
          </p:cNvSpPr>
          <p:nvPr>
            <p:ph type="sldNum" sz="quarter" idx="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C3210E67-0F50-46E1-85B9-6D9DDBCEE00F}"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bg>
      <p:bgPr>
        <a:blipFill rotWithShape="0">
          <a:blip r:embed="rId2"/>
        </a:blip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457200"/>
            <a:ext cx="6052930" cy="54102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3"/>
          <p:cNvSpPr>
            <a:spLocks noGrp="1"/>
          </p:cNvSpPr>
          <p:nvPr>
            <p:ph type="dt" sz="half" idx="2"/>
          </p:nvPr>
        </p:nvSpPr>
        <p:spPr>
          <a:xfrm>
            <a:off x="457200" y="6245225"/>
            <a:ext cx="2133600" cy="476250"/>
          </a:xfrm>
          <a:prstGeom prst="rect">
            <a:avLst/>
          </a:prstGeom>
        </p:spPr>
        <p:txBody>
          <a:bodyPr anchor="b"/>
          <a:lstStyle>
            <a:lvl1pPr>
              <a:defRPr>
                <a:latin typeface="Times New Roman" panose="02020603050405020304" pitchFamily="18"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页脚占位符 4"/>
          <p:cNvSpPr>
            <a:spLocks noGrp="1"/>
          </p:cNvSpPr>
          <p:nvPr>
            <p:ph type="ftr" sz="quarter" idx="3"/>
          </p:nvPr>
        </p:nvSpPr>
        <p:spPr>
          <a:xfrm>
            <a:off x="3124200" y="6248400"/>
            <a:ext cx="2895600" cy="457200"/>
          </a:xfrm>
          <a:prstGeom prst="rect">
            <a:avLst/>
          </a:prstGeom>
        </p:spPr>
        <p:txBody>
          <a:bodyPr anchor="b"/>
          <a:lstStyle>
            <a:lvl1pPr>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灯片编号占位符 5"/>
          <p:cNvSpPr>
            <a:spLocks noGrp="1"/>
          </p:cNvSpPr>
          <p:nvPr>
            <p:ph type="sldNum" sz="quarter" idx="4"/>
          </p:nvPr>
        </p:nvSpPr>
        <p:spPr>
          <a:xfrm>
            <a:off x="6553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r" defTabSz="914400" rtl="0" eaLnBrk="1" fontAlgn="ctr" latinLnBrk="0" hangingPunct="1">
              <a:lnSpc>
                <a:spcPct val="100000"/>
              </a:lnSpc>
              <a:spcBef>
                <a:spcPct val="0"/>
              </a:spcBef>
              <a:spcAft>
                <a:spcPct val="0"/>
              </a:spcAft>
              <a:buClrTx/>
              <a:buSzTx/>
              <a:buFontTx/>
              <a:buNone/>
              <a:defRPr/>
            </a:pPr>
            <a:fld id="{08CFF8F2-8025-4A39-9B20-7DB13B4CE536}"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410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页脚占位符 2"/>
          <p:cNvSpPr>
            <a:spLocks noGrp="1"/>
          </p:cNvSpPr>
          <p:nvPr>
            <p:ph type="ftr" sz="quarter" idx="10"/>
          </p:nvPr>
        </p:nvSpPr>
        <p:spPr/>
        <p:txBody>
          <a:body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marL="0" marR="0" lvl="0" indent="0" algn="r" defTabSz="914400" rtl="0" eaLnBrk="1" fontAlgn="ctr" latinLnBrk="0" hangingPunct="1">
              <a:lnSpc>
                <a:spcPct val="100000"/>
              </a:lnSpc>
              <a:spcBef>
                <a:spcPct val="0"/>
              </a:spcBef>
              <a:spcAft>
                <a:spcPct val="0"/>
              </a:spcAft>
              <a:buClrTx/>
              <a:buSzTx/>
              <a:buFontTx/>
              <a:buNone/>
              <a:defRPr/>
            </a:pPr>
            <a:fld id="{0BF9E133-4C4B-4408-9633-7AAD9F2E7689}"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日期占位符 4"/>
          <p:cNvSpPr>
            <a:spLocks noGrp="1"/>
          </p:cNvSpPr>
          <p:nvPr>
            <p:ph type="dt" sz="half" idx="12"/>
          </p:nvPr>
        </p:nvSpPr>
        <p:spPr/>
        <p:txBody>
          <a:bodyPr/>
          <a:lstStyle/>
          <a:p>
            <a:pPr marL="0" marR="0" lvl="0" indent="0" algn="l" defTabSz="914400" rtl="0" eaLnBrk="1" fontAlgn="ctr" latinLnBrk="0" hangingPunct="1">
              <a:lnSpc>
                <a:spcPct val="100000"/>
              </a:lnSpc>
              <a:spcBef>
                <a:spcPct val="0"/>
              </a:spcBef>
              <a:spcAft>
                <a:spcPct val="0"/>
              </a:spcAft>
              <a:buClrTx/>
              <a:buSzTx/>
              <a:buFontTx/>
              <a:buNone/>
              <a:defRPr/>
            </a:pPr>
            <a:fld id="{4D242BA5-471E-431B-9F73-F211A2D9315A}" type="datetime1">
              <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quarter" idx="1"/>
          </p:nvPr>
        </p:nvSpPr>
        <p:spPr>
          <a:xfrm>
            <a:off x="628650" y="1825625"/>
            <a:ext cx="3886200" cy="209867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quarter" idx="2"/>
          </p:nvPr>
        </p:nvSpPr>
        <p:spPr>
          <a:xfrm>
            <a:off x="4629150" y="1825625"/>
            <a:ext cx="3886200" cy="209867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内容占位符 4"/>
          <p:cNvSpPr>
            <a:spLocks noGrp="1"/>
          </p:cNvSpPr>
          <p:nvPr>
            <p:ph sz="quarter" idx="3"/>
          </p:nvPr>
        </p:nvSpPr>
        <p:spPr>
          <a:xfrm>
            <a:off x="628650" y="4076700"/>
            <a:ext cx="3886200" cy="210026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内容占位符 5"/>
          <p:cNvSpPr>
            <a:spLocks noGrp="1"/>
          </p:cNvSpPr>
          <p:nvPr>
            <p:ph sz="quarter" idx="4"/>
          </p:nvPr>
        </p:nvSpPr>
        <p:spPr>
          <a:xfrm>
            <a:off x="4629150" y="4076700"/>
            <a:ext cx="3886200" cy="210026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页脚占位符 6"/>
          <p:cNvSpPr>
            <a:spLocks noGrp="1"/>
          </p:cNvSpPr>
          <p:nvPr>
            <p:ph type="ftr" sz="quarter" idx="10"/>
          </p:nvPr>
        </p:nvSpPr>
        <p:spPr/>
        <p:txBody>
          <a:body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marL="0" marR="0" lvl="0" indent="0" algn="r" defTabSz="914400" rtl="0" eaLnBrk="1" fontAlgn="ctr" latinLnBrk="0" hangingPunct="1">
              <a:lnSpc>
                <a:spcPct val="100000"/>
              </a:lnSpc>
              <a:spcBef>
                <a:spcPct val="0"/>
              </a:spcBef>
              <a:spcAft>
                <a:spcPct val="0"/>
              </a:spcAft>
              <a:buClrTx/>
              <a:buSzTx/>
              <a:buFontTx/>
              <a:buNone/>
              <a:defRPr/>
            </a:pPr>
            <a:fld id="{0BF9E133-4C4B-4408-9633-7AAD9F2E7689}"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日期占位符 8"/>
          <p:cNvSpPr>
            <a:spLocks noGrp="1"/>
          </p:cNvSpPr>
          <p:nvPr>
            <p:ph type="dt" sz="half" idx="12"/>
          </p:nvPr>
        </p:nvSpPr>
        <p:spPr/>
        <p:txBody>
          <a:bodyPr/>
          <a:lstStyle/>
          <a:p>
            <a:pPr marL="0" marR="0" lvl="0" indent="0" algn="l" defTabSz="914400" rtl="0" eaLnBrk="1" fontAlgn="ctr" latinLnBrk="0" hangingPunct="1">
              <a:lnSpc>
                <a:spcPct val="100000"/>
              </a:lnSpc>
              <a:spcBef>
                <a:spcPct val="0"/>
              </a:spcBef>
              <a:spcAft>
                <a:spcPct val="0"/>
              </a:spcAft>
              <a:buClrTx/>
              <a:buSzTx/>
              <a:buFontTx/>
              <a:buNone/>
              <a:defRPr/>
            </a:pPr>
            <a:fld id="{4D242BA5-471E-431B-9F73-F211A2D9315A}" type="datetime1">
              <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28650" y="1825625"/>
            <a:ext cx="38862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quarter" idx="2"/>
          </p:nvPr>
        </p:nvSpPr>
        <p:spPr>
          <a:xfrm>
            <a:off x="4629150" y="1825625"/>
            <a:ext cx="3886200" cy="209867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内容占位符 4"/>
          <p:cNvSpPr>
            <a:spLocks noGrp="1"/>
          </p:cNvSpPr>
          <p:nvPr>
            <p:ph sz="quarter" idx="3"/>
          </p:nvPr>
        </p:nvSpPr>
        <p:spPr>
          <a:xfrm>
            <a:off x="4629150" y="4076700"/>
            <a:ext cx="3886200" cy="210026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页脚占位符 5"/>
          <p:cNvSpPr>
            <a:spLocks noGrp="1"/>
          </p:cNvSpPr>
          <p:nvPr>
            <p:ph type="ftr" sz="quarter" idx="10"/>
          </p:nvPr>
        </p:nvSpPr>
        <p:spPr/>
        <p:txBody>
          <a:body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1"/>
          </p:nvPr>
        </p:nvSpPr>
        <p:spPr/>
        <p:txBody>
          <a:bodyPr/>
          <a:lstStyle/>
          <a:p>
            <a:pPr marL="0" marR="0" lvl="0" indent="0" algn="r" defTabSz="914400" rtl="0" eaLnBrk="1" fontAlgn="ctr" latinLnBrk="0" hangingPunct="1">
              <a:lnSpc>
                <a:spcPct val="100000"/>
              </a:lnSpc>
              <a:spcBef>
                <a:spcPct val="0"/>
              </a:spcBef>
              <a:spcAft>
                <a:spcPct val="0"/>
              </a:spcAft>
              <a:buClrTx/>
              <a:buSzTx/>
              <a:buFontTx/>
              <a:buNone/>
              <a:defRPr/>
            </a:pPr>
            <a:fld id="{0BF9E133-4C4B-4408-9633-7AAD9F2E7689}"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日期占位符 7"/>
          <p:cNvSpPr>
            <a:spLocks noGrp="1"/>
          </p:cNvSpPr>
          <p:nvPr>
            <p:ph type="dt" sz="half" idx="12"/>
          </p:nvPr>
        </p:nvSpPr>
        <p:spPr/>
        <p:txBody>
          <a:bodyPr/>
          <a:lstStyle/>
          <a:p>
            <a:pPr marL="0" marR="0" lvl="0" indent="0" algn="l" defTabSz="914400" rtl="0" eaLnBrk="1" fontAlgn="ctr" latinLnBrk="0" hangingPunct="1">
              <a:lnSpc>
                <a:spcPct val="100000"/>
              </a:lnSpc>
              <a:spcBef>
                <a:spcPct val="0"/>
              </a:spcBef>
              <a:spcAft>
                <a:spcPct val="0"/>
              </a:spcAft>
              <a:buClrTx/>
              <a:buSzTx/>
              <a:buFontTx/>
              <a:buNone/>
              <a:defRPr/>
            </a:pPr>
            <a:fld id="{4D242BA5-471E-431B-9F73-F211A2D9315A}" type="datetime1">
              <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blipFill>
        <a:effectLst/>
      </p:bgPr>
    </p:bg>
    <p:spTree>
      <p:nvGrpSpPr>
        <p:cNvPr id="1" name=""/>
        <p:cNvGrpSpPr/>
        <p:nvPr/>
      </p:nvGrpSpPr>
      <p:grpSpPr>
        <a:xfrm>
          <a:off x="0" y="0"/>
          <a:ext cx="0" cy="0"/>
          <a:chOff x="0" y="0"/>
          <a:chExt cx="0" cy="0"/>
        </a:xfrm>
      </p:grpSpPr>
      <p:grpSp>
        <p:nvGrpSpPr>
          <p:cNvPr id="36866" name="Group 2"/>
          <p:cNvGrpSpPr/>
          <p:nvPr/>
        </p:nvGrpSpPr>
        <p:grpSpPr>
          <a:xfrm>
            <a:off x="0" y="0"/>
            <a:ext cx="9144000" cy="6858000"/>
            <a:chOff x="0" y="0"/>
            <a:chExt cx="5760" cy="4320"/>
          </a:xfrm>
        </p:grpSpPr>
        <p:sp>
          <p:nvSpPr>
            <p:cNvPr id="18"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Rectangle 4"/>
            <p:cNvSpPr>
              <a:spLocks noChangeArrowheads="1"/>
            </p:cNvSpPr>
            <p:nvPr/>
          </p:nvSpPr>
          <p:spPr bwMode="hidden">
            <a:xfrm>
              <a:off x="1081" y="1065"/>
              <a:ext cx="4679" cy="1596"/>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36874" name="Group 5"/>
            <p:cNvGrpSpPr/>
            <p:nvPr/>
          </p:nvGrpSpPr>
          <p:grpSpPr>
            <a:xfrm>
              <a:off x="0" y="672"/>
              <a:ext cx="1806" cy="1989"/>
              <a:chOff x="0" y="672"/>
              <a:chExt cx="1806" cy="1989"/>
            </a:xfrm>
          </p:grpSpPr>
          <p:sp>
            <p:nvSpPr>
              <p:cNvPr id="21" name="Rectangle 6"/>
              <p:cNvSpPr>
                <a:spLocks noChangeArrowheads="1"/>
              </p:cNvSpPr>
              <p:nvPr/>
            </p:nvSpPr>
            <p:spPr bwMode="auto">
              <a:xfrm>
                <a:off x="361" y="2257"/>
                <a:ext cx="363" cy="404"/>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Rectangle 7"/>
              <p:cNvSpPr>
                <a:spLocks noChangeArrowheads="1"/>
              </p:cNvSpPr>
              <p:nvPr/>
            </p:nvSpPr>
            <p:spPr bwMode="auto">
              <a:xfrm>
                <a:off x="1081" y="1065"/>
                <a:ext cx="362" cy="405"/>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Rectangle 8"/>
              <p:cNvSpPr>
                <a:spLocks noChangeArrowheads="1"/>
              </p:cNvSpPr>
              <p:nvPr/>
            </p:nvSpPr>
            <p:spPr bwMode="auto">
              <a:xfrm>
                <a:off x="1437" y="672"/>
                <a:ext cx="369" cy="400"/>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Rectangle 9"/>
              <p:cNvSpPr>
                <a:spLocks noChangeArrowheads="1"/>
              </p:cNvSpPr>
              <p:nvPr/>
            </p:nvSpPr>
            <p:spPr bwMode="auto">
              <a:xfrm>
                <a:off x="719" y="2257"/>
                <a:ext cx="368" cy="404"/>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Rectangle 10"/>
              <p:cNvSpPr>
                <a:spLocks noChangeArrowheads="1"/>
              </p:cNvSpPr>
              <p:nvPr/>
            </p:nvSpPr>
            <p:spPr bwMode="auto">
              <a:xfrm>
                <a:off x="1437" y="1065"/>
                <a:ext cx="369" cy="405"/>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Rectangle 11"/>
              <p:cNvSpPr>
                <a:spLocks noChangeArrowheads="1"/>
              </p:cNvSpPr>
              <p:nvPr/>
            </p:nvSpPr>
            <p:spPr bwMode="auto">
              <a:xfrm>
                <a:off x="719" y="1464"/>
                <a:ext cx="368" cy="399"/>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Rectangle 12"/>
              <p:cNvSpPr>
                <a:spLocks noChangeArrowheads="1"/>
              </p:cNvSpPr>
              <p:nvPr/>
            </p:nvSpPr>
            <p:spPr bwMode="auto">
              <a:xfrm>
                <a:off x="0" y="1464"/>
                <a:ext cx="367" cy="399"/>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Rectangle 13"/>
              <p:cNvSpPr>
                <a:spLocks noChangeArrowheads="1"/>
              </p:cNvSpPr>
              <p:nvPr/>
            </p:nvSpPr>
            <p:spPr bwMode="auto">
              <a:xfrm>
                <a:off x="1081" y="1464"/>
                <a:ext cx="362" cy="399"/>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Rectangle 14"/>
              <p:cNvSpPr>
                <a:spLocks noChangeArrowheads="1"/>
              </p:cNvSpPr>
              <p:nvPr/>
            </p:nvSpPr>
            <p:spPr bwMode="auto">
              <a:xfrm>
                <a:off x="361" y="1857"/>
                <a:ext cx="363" cy="406"/>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Rectangle 15"/>
              <p:cNvSpPr>
                <a:spLocks noChangeArrowheads="1"/>
              </p:cNvSpPr>
              <p:nvPr/>
            </p:nvSpPr>
            <p:spPr bwMode="auto">
              <a:xfrm>
                <a:off x="719" y="1857"/>
                <a:ext cx="368" cy="406"/>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7067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endParaRPr lang="zh-CN" altLang="en-US"/>
          </a:p>
        </p:txBody>
      </p:sp>
      <p:sp>
        <p:nvSpPr>
          <p:cNvPr id="70676"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r>
              <a:rPr lang="zh-CN" altLang="en-US"/>
              <a:t>单击此处编辑母版副标题样式</a:t>
            </a:r>
            <a:endParaRPr lang="zh-CN" altLang="en-US"/>
          </a:p>
        </p:txBody>
      </p:sp>
      <p:sp>
        <p:nvSpPr>
          <p:cNvPr id="31" name="Rectangle 16"/>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b" anchorCtr="0" compatLnSpc="1"/>
          <a:lstStyle/>
          <a:p>
            <a:pPr algn="r">
              <a:buNone/>
            </a:pPr>
            <a:fld id="{9A0DB2DC-4C9A-4742-B13C-FB6460FD3503}" type="slidenum">
              <a:rPr lang="en-US" altLang="zh-CN" dirty="0">
                <a:latin typeface="Arial Black" panose="020B0A04020102020204" pitchFamily="34" charset="0"/>
              </a:rPr>
            </a:fld>
            <a:endParaRPr lang="en-US" altLang="zh-CN" dirty="0">
              <a:latin typeface="Arial Black" panose="020B0A04020102020204" pitchFamily="34" charset="0"/>
            </a:endParaRPr>
          </a:p>
        </p:txBody>
      </p:sp>
    </p:spTree>
  </p:cSld>
  <p:clrMapOvr>
    <a:masterClrMapping/>
  </p:clrMapOvr>
  <p:transition spd="med">
    <p:zo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9" name="日期占位符 8"/>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5" name="日期占位符 4"/>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灯片编号占位符 2"/>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4" name="日期占位符 3"/>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410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5" name="日期占位符 4"/>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457200"/>
            <a:ext cx="8229600" cy="1371600"/>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457200" y="1981200"/>
            <a:ext cx="4038600" cy="18669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981200"/>
            <a:ext cx="4038600" cy="18669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57200" y="4000500"/>
            <a:ext cx="4038600" cy="18669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4000500"/>
            <a:ext cx="4038600" cy="18669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9" name="日期占位符 8"/>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981200"/>
            <a:ext cx="40386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981200"/>
            <a:ext cx="4038600" cy="18669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4000500"/>
            <a:ext cx="4038600" cy="18669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8" name="日期占位符 7"/>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med">
    <p:zo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jpe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7" Type="http://schemas.openxmlformats.org/officeDocument/2006/relationships/theme" Target="../theme/theme2.xml"/><Relationship Id="rId16" Type="http://schemas.openxmlformats.org/officeDocument/2006/relationships/image" Target="../media/image1.jpeg"/><Relationship Id="rId15" Type="http://schemas.openxmlformats.org/officeDocument/2006/relationships/slideLayout" Target="../slideLayouts/slideLayout29.xml"/><Relationship Id="rId14" Type="http://schemas.openxmlformats.org/officeDocument/2006/relationships/slideLayout" Target="../slideLayouts/slideLayout28.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5"/>
        </a:blipFill>
        <a:effectLst/>
      </p:bgPr>
    </p:bg>
    <p:spTree>
      <p:nvGrpSpPr>
        <p:cNvPr id="1" name=""/>
        <p:cNvGrpSpPr/>
        <p:nvPr/>
      </p:nvGrpSpPr>
      <p:grpSpPr>
        <a:xfrm>
          <a:off x="0" y="0"/>
          <a:ext cx="0" cy="0"/>
          <a:chOff x="0" y="0"/>
          <a:chExt cx="0" cy="0"/>
        </a:xfrm>
      </p:grpSpPr>
      <p:sp>
        <p:nvSpPr>
          <p:cNvPr id="69634" name="页脚占位符 69633"/>
          <p:cNvSpPr>
            <a:spLocks noGrp="1"/>
          </p:cNvSpPr>
          <p:nvPr>
            <p:ph type="ftr" sz="quarter" idx="3"/>
          </p:nvPr>
        </p:nvSpPr>
        <p:spPr>
          <a:xfrm>
            <a:off x="3124200" y="6248400"/>
            <a:ext cx="2895600" cy="457200"/>
          </a:xfrm>
          <a:prstGeom prst="rect">
            <a:avLst/>
          </a:prstGeom>
          <a:noFill/>
          <a:ln w="9525">
            <a:noFill/>
          </a:ln>
        </p:spPr>
        <p:txBody>
          <a:bodyPr anchor="b"/>
          <a:lstStyle>
            <a:lvl1pPr algn="ctr" eaLnBrk="1" fontAlgn="ctr" hangingPunct="1">
              <a:defRPr sz="1200" noProof="1">
                <a:latin typeface="Arial" panose="020B0604020202020204" pitchFamily="34" charset="0"/>
              </a:defRPr>
            </a:lvl1pPr>
          </a:lstStyle>
          <a:p>
            <a:pPr marL="0" marR="0" lvl="0" indent="0" algn="ctr" defTabSz="914400" rtl="0" eaLnBrk="1" fontAlgn="ctr"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635" name="灯片编号占位符 69634"/>
          <p:cNvSpPr>
            <a:spLocks noGrp="1"/>
          </p:cNvSpPr>
          <p:nvPr>
            <p:ph type="sldNum" sz="quarter" idx="4"/>
          </p:nvPr>
        </p:nvSpPr>
        <p:spPr>
          <a:xfrm>
            <a:off x="6553200" y="6248400"/>
            <a:ext cx="2133600" cy="457200"/>
          </a:xfrm>
          <a:prstGeom prst="rect">
            <a:avLst/>
          </a:prstGeom>
          <a:noFill/>
          <a:ln w="9525">
            <a:noFill/>
          </a:ln>
        </p:spPr>
        <p:txBody>
          <a:bodyPr vert="horz" wrap="square" lIns="91440" tIns="45720" rIns="91440" bIns="45720" numCol="1" anchor="b" anchorCtr="0" compatLnSpc="1"/>
          <a:lstStyle>
            <a:lvl1pPr algn="r" eaLnBrk="1" fontAlgn="ctr" hangingPunct="1">
              <a:defRPr sz="1200">
                <a:latin typeface="Arial Black" panose="020B0A04020102020204" pitchFamily="34" charset="0"/>
              </a:defRPr>
            </a:lvl1pPr>
          </a:lstStyle>
          <a:p>
            <a:pPr marL="0" marR="0" lvl="0" indent="0" algn="r" defTabSz="914400" rtl="0" eaLnBrk="1" fontAlgn="ctr" latinLnBrk="0" hangingPunct="1">
              <a:lnSpc>
                <a:spcPct val="100000"/>
              </a:lnSpc>
              <a:spcBef>
                <a:spcPct val="0"/>
              </a:spcBef>
              <a:spcAft>
                <a:spcPct val="0"/>
              </a:spcAft>
              <a:buClrTx/>
              <a:buSzTx/>
              <a:buFontTx/>
              <a:buNone/>
              <a:defRPr/>
            </a:pPr>
            <a:fld id="{0BF9E133-4C4B-4408-9633-7AAD9F2E7689}" type="slidenum">
              <a:rPr kumimoji="0" lang="zh-CN" altLang="en-US" sz="1200" b="0" i="0" u="none" strike="noStrike" kern="1200" cap="none" spc="0" normalizeH="0" baseline="0" noProof="0">
                <a:ln>
                  <a:noFill/>
                </a:ln>
                <a:solidFill>
                  <a:schemeClr val="tx1"/>
                </a:solidFill>
                <a:effectLst/>
                <a:uLnTx/>
                <a:uFillTx/>
                <a:latin typeface="Arial Black" panose="020B0A040201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1028" name="组合 69635"/>
          <p:cNvGrpSpPr/>
          <p:nvPr/>
        </p:nvGrpSpPr>
        <p:grpSpPr>
          <a:xfrm>
            <a:off x="0" y="0"/>
            <a:ext cx="9144000" cy="546100"/>
            <a:chOff x="0" y="0"/>
            <a:chExt cx="5760" cy="344"/>
          </a:xfrm>
        </p:grpSpPr>
        <p:sp>
          <p:nvSpPr>
            <p:cNvPr id="1032" name="矩形 69636"/>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p:spPr>
          <p:txBody>
            <a:bodyPr wrap="none" anchor="ct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3" name="矩形 69637"/>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4" name="矩形 69638"/>
            <p:cNvSpPr>
              <a:spLocks noChangeArrowheads="1"/>
            </p:cNvSpPr>
            <p:nvPr/>
          </p:nvSpPr>
          <p:spPr bwMode="auto">
            <a:xfrm>
              <a:off x="258" y="85"/>
              <a:ext cx="87" cy="89"/>
            </a:xfrm>
            <a:prstGeom prst="rect">
              <a:avLst/>
            </a:prstGeom>
            <a:solidFill>
              <a:schemeClr val="folHlink"/>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5" name="矩形 69639"/>
            <p:cNvSpPr>
              <a:spLocks noChangeArrowheads="1"/>
            </p:cNvSpPr>
            <p:nvPr/>
          </p:nvSpPr>
          <p:spPr bwMode="auto">
            <a:xfrm>
              <a:off x="345" y="0"/>
              <a:ext cx="88" cy="87"/>
            </a:xfrm>
            <a:prstGeom prst="rect">
              <a:avLst/>
            </a:prstGeom>
            <a:solidFill>
              <a:schemeClr val="folHlink"/>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6" name="矩形 69640"/>
            <p:cNvSpPr>
              <a:spLocks noChangeArrowheads="1"/>
            </p:cNvSpPr>
            <p:nvPr/>
          </p:nvSpPr>
          <p:spPr bwMode="auto">
            <a:xfrm>
              <a:off x="345" y="85"/>
              <a:ext cx="88" cy="89"/>
            </a:xfrm>
            <a:prstGeom prst="rect">
              <a:avLst/>
            </a:prstGeom>
            <a:solidFill>
              <a:schemeClr val="accent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37" name="矩形 69641"/>
            <p:cNvSpPr>
              <a:spLocks noChangeArrowheads="1"/>
            </p:cNvSpPr>
            <p:nvPr/>
          </p:nvSpPr>
          <p:spPr bwMode="auto">
            <a:xfrm>
              <a:off x="173" y="173"/>
              <a:ext cx="86" cy="87"/>
            </a:xfrm>
            <a:prstGeom prst="rect">
              <a:avLst/>
            </a:prstGeom>
            <a:solidFill>
              <a:schemeClr val="folHlink"/>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8" name="矩形 69642"/>
            <p:cNvSpPr>
              <a:spLocks noChangeArrowheads="1"/>
            </p:cNvSpPr>
            <p:nvPr/>
          </p:nvSpPr>
          <p:spPr bwMode="auto">
            <a:xfrm>
              <a:off x="83" y="86"/>
              <a:ext cx="89" cy="87"/>
            </a:xfrm>
            <a:prstGeom prst="rect">
              <a:avLst/>
            </a:prstGeom>
            <a:solidFill>
              <a:schemeClr val="bg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9" name="矩形 69643"/>
            <p:cNvSpPr>
              <a:spLocks noChangeArrowheads="1"/>
            </p:cNvSpPr>
            <p:nvPr/>
          </p:nvSpPr>
          <p:spPr bwMode="auto">
            <a:xfrm>
              <a:off x="258" y="171"/>
              <a:ext cx="87" cy="87"/>
            </a:xfrm>
            <a:prstGeom prst="rect">
              <a:avLst/>
            </a:prstGeom>
            <a:solidFill>
              <a:schemeClr val="accent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40" name="矩形 69644"/>
            <p:cNvSpPr>
              <a:spLocks noChangeArrowheads="1"/>
            </p:cNvSpPr>
            <p:nvPr/>
          </p:nvSpPr>
          <p:spPr bwMode="auto">
            <a:xfrm>
              <a:off x="173" y="258"/>
              <a:ext cx="86" cy="86"/>
            </a:xfrm>
            <a:prstGeom prst="rect">
              <a:avLst/>
            </a:prstGeom>
            <a:solidFill>
              <a:schemeClr val="accent2"/>
            </a:solidFill>
            <a:ln>
              <a:noFill/>
            </a:ln>
          </p:spPr>
          <p:txBody>
            <a:bodyPr/>
            <a:lstStyle>
              <a:lvl1pPr fontAlgn="ctr">
                <a:defRPr sz="2800">
                  <a:solidFill>
                    <a:schemeClr val="tx1"/>
                  </a:solidFill>
                  <a:latin typeface="Times New Roman" panose="02020603050405020304" pitchFamily="18" charset="0"/>
                  <a:ea typeface="宋体" panose="02010600030101010101" pitchFamily="2" charset="-122"/>
                </a:defRPr>
              </a:lvl1pPr>
              <a:lvl2pPr marL="742950" indent="-285750" fontAlgn="ctr">
                <a:defRPr sz="2800">
                  <a:solidFill>
                    <a:schemeClr val="tx1"/>
                  </a:solidFill>
                  <a:latin typeface="Times New Roman" panose="02020603050405020304" pitchFamily="18" charset="0"/>
                  <a:ea typeface="宋体" panose="02010600030101010101" pitchFamily="2" charset="-122"/>
                </a:defRPr>
              </a:lvl2pPr>
              <a:lvl3pPr marL="1143000" indent="-228600" fontAlgn="ctr">
                <a:defRPr sz="2800">
                  <a:solidFill>
                    <a:schemeClr val="tx1"/>
                  </a:solidFill>
                  <a:latin typeface="Times New Roman" panose="02020603050405020304" pitchFamily="18" charset="0"/>
                  <a:ea typeface="宋体" panose="02010600030101010101" pitchFamily="2" charset="-122"/>
                </a:defRPr>
              </a:lvl3pPr>
              <a:lvl4pPr marL="1600200" indent="-228600" fontAlgn="ctr">
                <a:defRPr sz="2800">
                  <a:solidFill>
                    <a:schemeClr val="tx1"/>
                  </a:solidFill>
                  <a:latin typeface="Times New Roman" panose="02020603050405020304" pitchFamily="18" charset="0"/>
                  <a:ea typeface="宋体" panose="02010600030101010101" pitchFamily="2" charset="-122"/>
                </a:defRPr>
              </a:lvl4pPr>
              <a:lvl5pPr marL="2057400" indent="-228600" fontAlgn="ctr">
                <a:defRPr sz="2800">
                  <a:solidFill>
                    <a:schemeClr val="tx1"/>
                  </a:solidFill>
                  <a:latin typeface="Times New Roman" panose="02020603050405020304" pitchFamily="18" charset="0"/>
                  <a:ea typeface="宋体" panose="02010600030101010101" pitchFamily="2" charset="-122"/>
                </a:defRPr>
              </a:lvl5pPr>
              <a:lvl6pPr marL="25146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ctr"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1029" name="标题 69645"/>
          <p:cNvSpPr>
            <a:spLocks noGrp="1"/>
          </p:cNvSpPr>
          <p:nvPr>
            <p:ph type="title"/>
          </p:nvPr>
        </p:nvSpPr>
        <p:spPr>
          <a:xfrm>
            <a:off x="457200" y="457200"/>
            <a:ext cx="8229600" cy="1371600"/>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1030" name="文本占位符 69646"/>
          <p:cNvSpPr>
            <a:spLocks noGrp="1"/>
          </p:cNvSpPr>
          <p:nvPr>
            <p:ph type="body"/>
          </p:nvPr>
        </p:nvSpPr>
        <p:spPr>
          <a:xfrm>
            <a:off x="457200" y="1981200"/>
            <a:ext cx="8229600" cy="3886200"/>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9648" name="日期占位符 69647"/>
          <p:cNvSpPr>
            <a:spLocks noGrp="1"/>
          </p:cNvSpPr>
          <p:nvPr>
            <p:ph type="dt" sz="half" idx="2"/>
          </p:nvPr>
        </p:nvSpPr>
        <p:spPr>
          <a:xfrm>
            <a:off x="457200" y="6245225"/>
            <a:ext cx="2133600" cy="476250"/>
          </a:xfrm>
          <a:prstGeom prst="rect">
            <a:avLst/>
          </a:prstGeom>
          <a:noFill/>
          <a:ln w="9525">
            <a:noFill/>
          </a:ln>
        </p:spPr>
        <p:txBody>
          <a:bodyPr anchor="b"/>
          <a:lstStyle>
            <a:lvl1pPr eaLnBrk="1" fontAlgn="ctr" hangingPunct="1">
              <a:defRPr sz="1200" noProof="1">
                <a:latin typeface="Arial" panose="020B0604020202020204" pitchFamily="34" charset="0"/>
              </a:defRPr>
            </a:lvl1pPr>
          </a:lstStyle>
          <a:p>
            <a:pPr marL="0" marR="0" lvl="0" indent="0" algn="l" defTabSz="914400" rtl="0" eaLnBrk="1" fontAlgn="ctr" latinLnBrk="0" hangingPunct="1">
              <a:lnSpc>
                <a:spcPct val="100000"/>
              </a:lnSpc>
              <a:spcBef>
                <a:spcPct val="0"/>
              </a:spcBef>
              <a:spcAft>
                <a:spcPct val="0"/>
              </a:spcAft>
              <a:buClrTx/>
              <a:buSzTx/>
              <a:buFontTx/>
              <a:buNone/>
              <a:defRPr/>
            </a:pPr>
            <a:fld id="{4D242BA5-471E-431B-9F73-F211A2D9315A}" type="datetime1">
              <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med">
    <p:zoom/>
  </p:transition>
  <p:hf sldNum="0" hdr="0" ftr="0" dt="0"/>
  <p:txStyles>
    <p:titleStyle>
      <a:lvl1pPr algn="l" rtl="0" eaLnBrk="0" fontAlgn="base" hangingPunct="0">
        <a:spcBef>
          <a:spcPct val="0"/>
        </a:spcBef>
        <a:spcAft>
          <a:spcPct val="0"/>
        </a:spcAft>
        <a:defRPr sz="4400" kern="12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bg2"/>
        </a:buClr>
        <a:buSzTx/>
        <a:buFont typeface="Wingdings" panose="05000000000000000000" pitchFamily="2" charset="2"/>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ctr"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ctr"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ctr"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ctr"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ctr"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ctr"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ctr"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ctr"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6"/>
        </a:blipFill>
        <a:effectLst/>
      </p:bgPr>
    </p:bg>
    <p:spTree>
      <p:nvGrpSpPr>
        <p:cNvPr id="1" name=""/>
        <p:cNvGrpSpPr/>
        <p:nvPr/>
      </p:nvGrpSpPr>
      <p:grpSpPr>
        <a:xfrm>
          <a:off x="0" y="0"/>
          <a:ext cx="0" cy="0"/>
          <a:chOff x="0" y="0"/>
          <a:chExt cx="0" cy="0"/>
        </a:xfrm>
      </p:grpSpPr>
      <p:sp>
        <p:nvSpPr>
          <p:cNvPr id="69634"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fontAlgn="base">
              <a:defRPr sz="1200">
                <a:latin typeface="+mn-lt"/>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9635"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fontAlgn="base">
              <a:defRPr sz="1200">
                <a:latin typeface="Arial Black" panose="020B0A04020102020204" pitchFamily="34" charset="0"/>
              </a:defRPr>
            </a:lvl1p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grpSp>
        <p:nvGrpSpPr>
          <p:cNvPr id="35844" name="Group 4"/>
          <p:cNvGrpSpPr/>
          <p:nvPr/>
        </p:nvGrpSpPr>
        <p:grpSpPr>
          <a:xfrm>
            <a:off x="0" y="0"/>
            <a:ext cx="9144000" cy="546100"/>
            <a:chOff x="0" y="0"/>
            <a:chExt cx="5760" cy="344"/>
          </a:xfrm>
        </p:grpSpPr>
        <p:sp>
          <p:nvSpPr>
            <p:cNvPr id="69637"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9638"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9639" name="Rectangle 7"/>
            <p:cNvSpPr>
              <a:spLocks noChangeArrowheads="1"/>
            </p:cNvSpPr>
            <p:nvPr/>
          </p:nvSpPr>
          <p:spPr bwMode="auto">
            <a:xfrm>
              <a:off x="258" y="85"/>
              <a:ext cx="87" cy="89"/>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69640" name="Rectangle 8"/>
            <p:cNvSpPr>
              <a:spLocks noChangeArrowheads="1"/>
            </p:cNvSpPr>
            <p:nvPr/>
          </p:nvSpPr>
          <p:spPr bwMode="auto">
            <a:xfrm>
              <a:off x="345" y="0"/>
              <a:ext cx="88" cy="87"/>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69641" name="Rectangle 9"/>
            <p:cNvSpPr>
              <a:spLocks noChangeArrowheads="1"/>
            </p:cNvSpPr>
            <p:nvPr/>
          </p:nvSpPr>
          <p:spPr bwMode="auto">
            <a:xfrm>
              <a:off x="345" y="85"/>
              <a:ext cx="88" cy="89"/>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69642" name="Rectangle 10"/>
            <p:cNvSpPr>
              <a:spLocks noChangeArrowheads="1"/>
            </p:cNvSpPr>
            <p:nvPr/>
          </p:nvSpPr>
          <p:spPr bwMode="auto">
            <a:xfrm>
              <a:off x="173" y="173"/>
              <a:ext cx="86" cy="87"/>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69643" name="Rectangle 11"/>
            <p:cNvSpPr>
              <a:spLocks noChangeArrowheads="1"/>
            </p:cNvSpPr>
            <p:nvPr/>
          </p:nvSpPr>
          <p:spPr bwMode="auto">
            <a:xfrm>
              <a:off x="83" y="86"/>
              <a:ext cx="89" cy="87"/>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9644" name="Rectangle 12"/>
            <p:cNvSpPr>
              <a:spLocks noChangeArrowheads="1"/>
            </p:cNvSpPr>
            <p:nvPr/>
          </p:nvSpPr>
          <p:spPr bwMode="auto">
            <a:xfrm>
              <a:off x="258" y="171"/>
              <a:ext cx="87" cy="87"/>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69645" name="Rectangle 13"/>
            <p:cNvSpPr>
              <a:spLocks noChangeArrowheads="1"/>
            </p:cNvSpPr>
            <p:nvPr/>
          </p:nvSpPr>
          <p:spPr bwMode="auto">
            <a:xfrm>
              <a:off x="173" y="258"/>
              <a:ext cx="86" cy="86"/>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35845" name="Rectangle 14"/>
          <p:cNvSpPr>
            <a:spLocks noGrp="1"/>
          </p:cNvSpPr>
          <p:nvPr>
            <p:ph type="title"/>
          </p:nvPr>
        </p:nvSpPr>
        <p:spPr>
          <a:xfrm>
            <a:off x="457200" y="457200"/>
            <a:ext cx="8229600" cy="1371600"/>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35846" name="Rectangle 15"/>
          <p:cNvSpPr>
            <a:spLocks noGrp="1"/>
          </p:cNvSpPr>
          <p:nvPr>
            <p:ph type="body" idx="1"/>
          </p:nvPr>
        </p:nvSpPr>
        <p:spPr>
          <a:xfrm>
            <a:off x="457200" y="1981200"/>
            <a:ext cx="8229600" cy="3886200"/>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9648"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fontAlgn="base">
              <a:defRPr sz="1200">
                <a:latin typeface="+mn-lt"/>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Lst>
  <p:transition spd="med">
    <p:zoom/>
  </p:transition>
  <p:hf sldNum="0"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2.emf"/></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jpeg"/><Relationship Id="rId1" Type="http://schemas.openxmlformats.org/officeDocument/2006/relationships/image" Target="../media/image6.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9.jpeg"/><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jpeg"/></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11.wmf"/><Relationship Id="rId1" Type="http://schemas.openxmlformats.org/officeDocument/2006/relationships/oleObject" Target="../embeddings/oleObject1.bin"/></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wmf"/></Relationships>
</file>

<file path=ppt/slides/_rels/slide29.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9.wmf"/><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wmf"/></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2.jpeg"/><Relationship Id="rId1" Type="http://schemas.openxmlformats.org/officeDocument/2006/relationships/image" Target="../media/image21.jpe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文本框 65538"/>
          <p:cNvSpPr txBox="1"/>
          <p:nvPr/>
        </p:nvSpPr>
        <p:spPr>
          <a:xfrm>
            <a:off x="451485" y="1258570"/>
            <a:ext cx="8570595" cy="1014730"/>
          </a:xfrm>
          <a:prstGeom prst="rect">
            <a:avLst/>
          </a:prstGeom>
          <a:noFill/>
          <a:ln w="9525">
            <a:noFill/>
          </a:ln>
        </p:spPr>
        <p:txBody>
          <a:bodyPr wrap="square">
            <a:spAutoFit/>
          </a:bodyPr>
          <a:lstStyle/>
          <a:p>
            <a:pPr marR="0" defTabSz="914400" eaLnBrk="1" hangingPunct="1">
              <a:buClrTx/>
              <a:buSzTx/>
              <a:buFontTx/>
              <a:buNone/>
              <a:defRPr/>
            </a:pPr>
            <a:r>
              <a:rPr kumimoji="0" lang="en-US" altLang="zh-CN" sz="6000" b="1" kern="1200" cap="none" spc="0" normalizeH="0" baseline="0" noProof="1">
                <a:solidFill>
                  <a:srgbClr val="FF0000"/>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cs typeface="+mn-cs"/>
              </a:rPr>
              <a:t>《</a:t>
            </a:r>
            <a:r>
              <a:rPr kumimoji="0" lang="zh-CN" altLang="en-US" sz="6000" b="1" kern="1200" cap="none" spc="0" normalizeH="0" baseline="0" noProof="1">
                <a:solidFill>
                  <a:srgbClr val="FF0000"/>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cs typeface="+mn-cs"/>
              </a:rPr>
              <a:t>模拟与数字逻辑电路</a:t>
            </a:r>
            <a:r>
              <a:rPr kumimoji="0" lang="en-US" altLang="zh-CN" sz="6000" b="1" kern="1200" cap="none" spc="0" normalizeH="0" baseline="0" noProof="1">
                <a:solidFill>
                  <a:srgbClr val="FF0000"/>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cs typeface="+mn-cs"/>
              </a:rPr>
              <a:t>》</a:t>
            </a:r>
            <a:endParaRPr kumimoji="0" lang="zh-CN" altLang="en-US" sz="6000" b="1" kern="1200" cap="none" spc="0" normalizeH="0" baseline="0" noProof="1">
              <a:solidFill>
                <a:srgbClr val="FF0000"/>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cs typeface="+mn-cs"/>
            </a:endParaRPr>
          </a:p>
        </p:txBody>
      </p:sp>
      <p:sp>
        <p:nvSpPr>
          <p:cNvPr id="9" name="文本框 8"/>
          <p:cNvSpPr txBox="1"/>
          <p:nvPr/>
        </p:nvSpPr>
        <p:spPr>
          <a:xfrm>
            <a:off x="314325" y="490538"/>
            <a:ext cx="4572000" cy="521970"/>
          </a:xfrm>
          <a:prstGeom prst="rect">
            <a:avLst/>
          </a:prstGeom>
          <a:noFill/>
        </p:spPr>
        <p:txBody>
          <a:bodyPr>
            <a:spAutoFit/>
          </a:bodyPr>
          <a:lstStyle/>
          <a:p>
            <a:pPr marR="0" defTabSz="914400" eaLnBrk="1" fontAlgn="ctr" hangingPunct="1">
              <a:buClrTx/>
              <a:buSzTx/>
              <a:buFontTx/>
              <a:buNone/>
              <a:defRPr/>
            </a:pPr>
            <a:r>
              <a:rPr kumimoji="0" lang="en-US" altLang="zh-CN" b="1" kern="1200" cap="none" spc="0" normalizeH="0" baseline="0" noProof="0" dirty="0">
                <a:solidFill>
                  <a:schemeClr val="bg2"/>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2024-2025</a:t>
            </a:r>
            <a:r>
              <a:rPr kumimoji="0" lang="zh-CN" altLang="en-US" b="1" kern="1200" cap="none" spc="0" normalizeH="0" baseline="0" noProof="0" dirty="0">
                <a:solidFill>
                  <a:schemeClr val="bg2"/>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学年第</a:t>
            </a:r>
            <a:r>
              <a:rPr kumimoji="0" lang="en-US" altLang="zh-CN" b="1" kern="1200" cap="none" spc="0" normalizeH="0" baseline="0" noProof="0" dirty="0">
                <a:solidFill>
                  <a:schemeClr val="bg2"/>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2</a:t>
            </a:r>
            <a:r>
              <a:rPr kumimoji="0" lang="zh-CN" altLang="en-US" b="1" kern="1200" cap="none" spc="0" normalizeH="0" baseline="0" noProof="0" dirty="0">
                <a:solidFill>
                  <a:schemeClr val="bg2"/>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学期</a:t>
            </a:r>
            <a:endParaRPr kumimoji="0" lang="zh-CN" altLang="en-US" b="1" kern="1200" cap="none" spc="0" normalizeH="0" baseline="0" noProof="0" dirty="0">
              <a:solidFill>
                <a:schemeClr val="bg2"/>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p:txBody>
      </p:sp>
      <p:sp>
        <p:nvSpPr>
          <p:cNvPr id="13330" name="Rectangle 8"/>
          <p:cNvSpPr/>
          <p:nvPr/>
        </p:nvSpPr>
        <p:spPr>
          <a:xfrm>
            <a:off x="3889375" y="3673475"/>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br>
              <a:rPr lang="zh-CN" altLang="zh-CN" sz="2800" dirty="0">
                <a:latin typeface="Times New Roman" panose="02020603050405020304" pitchFamily="18" charset="0"/>
              </a:rPr>
            </a:br>
            <a:endParaRPr lang="zh-CN" altLang="zh-CN" sz="2800" dirty="0">
              <a:latin typeface="Times New Roman" panose="02020603050405020304" pitchFamily="18" charset="0"/>
            </a:endParaRPr>
          </a:p>
        </p:txBody>
      </p:sp>
      <p:sp>
        <p:nvSpPr>
          <p:cNvPr id="2" name="文本框 1"/>
          <p:cNvSpPr txBox="1"/>
          <p:nvPr/>
        </p:nvSpPr>
        <p:spPr>
          <a:xfrm>
            <a:off x="946785" y="2554605"/>
            <a:ext cx="3617595" cy="521970"/>
          </a:xfrm>
          <a:prstGeom prst="rect">
            <a:avLst/>
          </a:prstGeom>
          <a:noFill/>
        </p:spPr>
        <p:txBody>
          <a:bodyPr wrap="square">
            <a:spAutoFit/>
          </a:bodyPr>
          <a:lstStyle/>
          <a:p>
            <a:pPr marR="0" defTabSz="914400" eaLnBrk="1" fontAlgn="ctr" hangingPunct="1">
              <a:buClrTx/>
              <a:buSzTx/>
              <a:buFontTx/>
              <a:buNone/>
              <a:defRPr/>
            </a:pPr>
            <a:r>
              <a:rPr kumimoji="0" lang="zh-CN" altLang="en-US" b="1" kern="1200" cap="none" spc="0" normalizeH="0" baseline="0" noProof="0" dirty="0">
                <a:solidFill>
                  <a:schemeClr val="bg2"/>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任课教师：</a:t>
            </a:r>
            <a:endParaRPr kumimoji="0" lang="zh-CN" altLang="en-US" b="1" kern="1200" cap="none" spc="0" normalizeH="0" baseline="0" noProof="0" dirty="0">
              <a:solidFill>
                <a:schemeClr val="bg2"/>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endParaRPr>
          </a:p>
        </p:txBody>
      </p:sp>
      <p:sp>
        <p:nvSpPr>
          <p:cNvPr id="3" name="文本框 2"/>
          <p:cNvSpPr txBox="1"/>
          <p:nvPr/>
        </p:nvSpPr>
        <p:spPr>
          <a:xfrm>
            <a:off x="963930" y="3076575"/>
            <a:ext cx="5328285" cy="1814830"/>
          </a:xfrm>
          <a:prstGeom prst="rect">
            <a:avLst/>
          </a:prstGeom>
          <a:noFill/>
        </p:spPr>
        <p:txBody>
          <a:bodyPr wrap="square">
            <a:spAutoFit/>
          </a:bodyPr>
          <a:lstStyle/>
          <a:p>
            <a:pPr eaLnBrk="1" fontAlgn="ctr" hangingPunct="1">
              <a:defRPr/>
            </a:pPr>
            <a:r>
              <a:rPr kumimoji="0" lang="en-US" altLang="zh-CN" b="1" kern="1200" cap="none" spc="0" normalizeH="0" baseline="0" noProof="0" dirty="0">
                <a:solidFill>
                  <a:schemeClr val="bg2"/>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QQ</a:t>
            </a:r>
            <a:r>
              <a:rPr kumimoji="0" lang="zh-CN" altLang="en-US" b="1" kern="1200" cap="none" spc="0" normalizeH="0" baseline="0" noProof="0" dirty="0">
                <a:solidFill>
                  <a:schemeClr val="bg2"/>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群：</a:t>
            </a:r>
            <a:endParaRPr lang="zh-CN" altLang="en-US" b="1" dirty="0">
              <a:solidFill>
                <a:schemeClr val="bg2"/>
              </a:solidFill>
              <a:effectLst>
                <a:outerShdw blurRad="38100" dist="38100" dir="2700000" algn="tl">
                  <a:srgbClr val="000000">
                    <a:alpha val="43137"/>
                  </a:srgbClr>
                </a:outerShdw>
              </a:effectLst>
            </a:endParaRPr>
          </a:p>
          <a:p>
            <a:pPr eaLnBrk="1" fontAlgn="ctr" hangingPunct="1">
              <a:defRPr/>
            </a:pPr>
            <a:r>
              <a:rPr lang="zh-CN" altLang="en-US" b="1" dirty="0">
                <a:solidFill>
                  <a:schemeClr val="bg2"/>
                </a:solidFill>
                <a:effectLst>
                  <a:outerShdw blurRad="38100" dist="38100" dir="2700000" algn="tl">
                    <a:srgbClr val="000000">
                      <a:alpha val="43137"/>
                    </a:srgbClr>
                  </a:outerShdw>
                </a:effectLst>
              </a:rPr>
              <a:t>微信群：面对面建群</a:t>
            </a:r>
            <a:endParaRPr lang="en-US" altLang="zh-CN" b="1" dirty="0">
              <a:solidFill>
                <a:schemeClr val="bg2"/>
              </a:solidFill>
              <a:effectLst>
                <a:outerShdw blurRad="38100" dist="38100" dir="2700000" algn="tl">
                  <a:srgbClr val="000000">
                    <a:alpha val="43137"/>
                  </a:srgbClr>
                </a:outerShdw>
              </a:effectLst>
            </a:endParaRPr>
          </a:p>
          <a:p>
            <a:pPr eaLnBrk="1" fontAlgn="ctr" hangingPunct="1">
              <a:defRPr/>
            </a:pPr>
            <a:r>
              <a:rPr lang="zh-CN" altLang="en-US" b="1" dirty="0">
                <a:solidFill>
                  <a:schemeClr val="bg2"/>
                </a:solidFill>
                <a:effectLst>
                  <a:outerShdw blurRad="38100" dist="38100" dir="2700000" algn="tl">
                    <a:srgbClr val="000000">
                      <a:alpha val="43137"/>
                    </a:srgbClr>
                  </a:outerShdw>
                </a:effectLst>
              </a:rPr>
              <a:t>                                </a:t>
            </a:r>
            <a:endParaRPr lang="en-US" altLang="zh-CN" b="1" dirty="0">
              <a:solidFill>
                <a:schemeClr val="bg2"/>
              </a:solidFill>
              <a:effectLst>
                <a:outerShdw blurRad="38100" dist="38100" dir="2700000" algn="tl">
                  <a:srgbClr val="000000">
                    <a:alpha val="43137"/>
                  </a:srgbClr>
                </a:outerShdw>
              </a:effectLst>
            </a:endParaRPr>
          </a:p>
          <a:p>
            <a:pPr marR="0" defTabSz="914400" eaLnBrk="1" fontAlgn="ctr" hangingPunct="1">
              <a:buClrTx/>
              <a:buSzTx/>
              <a:buFontTx/>
              <a:buNone/>
              <a:defRPr/>
            </a:pPr>
            <a:endParaRPr kumimoji="0" lang="zh-CN" altLang="en-US" b="1" kern="1200" cap="none" spc="0" normalizeH="0" baseline="0" noProof="0" dirty="0">
              <a:solidFill>
                <a:schemeClr val="bg2"/>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endParaRPr>
          </a:p>
        </p:txBody>
      </p:sp>
      <p:sp>
        <p:nvSpPr>
          <p:cNvPr id="4" name="文本框 3"/>
          <p:cNvSpPr txBox="1"/>
          <p:nvPr/>
        </p:nvSpPr>
        <p:spPr>
          <a:xfrm>
            <a:off x="946785" y="4047490"/>
            <a:ext cx="5164455" cy="953135"/>
          </a:xfrm>
          <a:prstGeom prst="rect">
            <a:avLst/>
          </a:prstGeom>
          <a:noFill/>
        </p:spPr>
        <p:txBody>
          <a:bodyPr wrap="square">
            <a:spAutoFit/>
          </a:bodyPr>
          <a:lstStyle/>
          <a:p>
            <a:pPr marR="0" defTabSz="914400" eaLnBrk="1" fontAlgn="ctr" hangingPunct="1">
              <a:buClrTx/>
              <a:buSzTx/>
              <a:buFontTx/>
              <a:buNone/>
              <a:defRPr/>
            </a:pPr>
            <a:r>
              <a:rPr kumimoji="0" lang="zh-CN" altLang="en-US" b="1" kern="1200" cap="none" spc="0" normalizeH="0" baseline="0" noProof="0" dirty="0">
                <a:solidFill>
                  <a:schemeClr val="bg2"/>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上课地点：</a:t>
            </a:r>
            <a:endParaRPr kumimoji="0" lang="zh-CN" altLang="en-US" b="1" kern="1200" cap="none" spc="0" normalizeH="0" baseline="0" noProof="0" dirty="0">
              <a:solidFill>
                <a:schemeClr val="bg2"/>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endParaRPr>
          </a:p>
          <a:p>
            <a:pPr marR="0" defTabSz="914400" eaLnBrk="1" fontAlgn="ctr" hangingPunct="1">
              <a:buClrTx/>
              <a:buSzTx/>
              <a:buFontTx/>
              <a:buNone/>
              <a:defRPr/>
            </a:pPr>
            <a:r>
              <a:rPr kumimoji="0" lang="zh-CN" altLang="en-US" b="1" kern="1200" cap="none" spc="0" normalizeH="0" baseline="0" noProof="0" dirty="0">
                <a:solidFill>
                  <a:schemeClr val="bg2"/>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    </a:t>
            </a:r>
            <a:endParaRPr kumimoji="0" lang="en-US" altLang="zh-CN" b="1" kern="1200" cap="none" spc="0" normalizeH="0" baseline="0" noProof="0" dirty="0">
              <a:solidFill>
                <a:schemeClr val="bg2"/>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endParaRPr>
          </a:p>
        </p:txBody>
      </p:sp>
    </p:spTree>
  </p:cSld>
  <p:clrMapOvr>
    <a:masterClrMapping/>
  </p:clrMapOvr>
  <p:transition spd="med">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652463" y="869950"/>
            <a:ext cx="7502525" cy="953135"/>
          </a:xfrm>
          <a:prstGeom prst="rect">
            <a:avLst/>
          </a:prstGeom>
          <a:noFill/>
        </p:spPr>
        <p:txBody>
          <a:bodyPr>
            <a:spAutoFit/>
          </a:bodyPr>
          <a:lstStyle/>
          <a:p>
            <a:pPr marR="0" defTabSz="914400" eaLnBrk="1" fontAlgn="ctr" hangingPunct="1">
              <a:buClrTx/>
              <a:buSzTx/>
              <a:buFontTx/>
              <a:buNone/>
              <a:defRPr/>
            </a:pPr>
            <a:r>
              <a:rPr kumimoji="0" lang="en-US" altLang="zh-CN" b="1" kern="1200" cap="none" spc="0" normalizeH="0" baseline="0" noProof="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1</a:t>
            </a:r>
            <a:r>
              <a:rPr kumimoji="0" lang="zh-CN" altLang="en-US" b="1" kern="1200" cap="none" spc="0" normalizeH="0" baseline="0" noProof="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、教材：</a:t>
            </a:r>
            <a:endParaRPr kumimoji="0" lang="en-US" altLang="zh-CN" b="1" kern="1200" cap="none" spc="0" normalizeH="0" baseline="0" noProof="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a:p>
            <a:pPr marR="0" defTabSz="914400" eaLnBrk="1" fontAlgn="ctr" hangingPunct="1">
              <a:buClrTx/>
              <a:buSzTx/>
              <a:buFontTx/>
              <a:buNone/>
              <a:defRPr/>
            </a:pPr>
            <a:endParaRPr kumimoji="0" lang="zh-CN" altLang="en-US" b="1" kern="1200" cap="none" spc="0" normalizeH="0" baseline="0" noProof="0" dirty="0">
              <a:solidFill>
                <a:schemeClr val="bg2"/>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p:txBody>
      </p:sp>
      <p:sp>
        <p:nvSpPr>
          <p:cNvPr id="11" name="文本框 10"/>
          <p:cNvSpPr txBox="1"/>
          <p:nvPr/>
        </p:nvSpPr>
        <p:spPr>
          <a:xfrm>
            <a:off x="652463" y="1935163"/>
            <a:ext cx="7502525" cy="1814830"/>
          </a:xfrm>
          <a:prstGeom prst="rect">
            <a:avLst/>
          </a:prstGeom>
          <a:noFill/>
        </p:spPr>
        <p:txBody>
          <a:bodyPr>
            <a:spAutoFit/>
          </a:bodyPr>
          <a:lstStyle/>
          <a:p>
            <a:pPr marR="0" defTabSz="914400" eaLnBrk="1" fontAlgn="ctr" hangingPunct="1">
              <a:buClrTx/>
              <a:buSzTx/>
              <a:buFontTx/>
              <a:buNone/>
              <a:defRPr/>
            </a:pPr>
            <a:r>
              <a:rPr kumimoji="0" lang="en-US" altLang="zh-CN" b="1" kern="1200" cap="none" spc="0" normalizeH="0" baseline="0" noProof="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2</a:t>
            </a:r>
            <a:r>
              <a:rPr kumimoji="0" lang="zh-CN" altLang="en-US" b="1" kern="1200" cap="none" spc="0" normalizeH="0" baseline="0" noProof="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、教学资源：</a:t>
            </a:r>
            <a:endParaRPr kumimoji="0" lang="en-US" altLang="zh-CN" b="1" kern="1200" cap="none" spc="0" normalizeH="0" baseline="0" noProof="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a:p>
            <a:pPr marR="0" defTabSz="914400" eaLnBrk="1" fontAlgn="ctr" hangingPunct="1">
              <a:buClrTx/>
              <a:buSzTx/>
              <a:buFontTx/>
              <a:buNone/>
              <a:defRPr/>
            </a:pPr>
            <a:r>
              <a:rPr kumimoji="0" lang="zh-CN" altLang="en-US" b="1" kern="1200" cap="none" spc="0" normalizeH="0" baseline="0" noProof="0" dirty="0">
                <a:solidFill>
                  <a:schemeClr val="bg2"/>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课堂</a:t>
            </a:r>
            <a:r>
              <a:rPr lang="zh-CN" altLang="en-US" b="1" dirty="0">
                <a:solidFill>
                  <a:schemeClr val="bg2"/>
                </a:solidFill>
                <a:effectLst>
                  <a:outerShdw blurRad="38100" dist="38100" dir="2700000" algn="tl">
                    <a:srgbClr val="000000">
                      <a:alpha val="43137"/>
                    </a:srgbClr>
                  </a:outerShdw>
                </a:effectLst>
              </a:rPr>
              <a:t>（</a:t>
            </a:r>
            <a:r>
              <a:rPr lang="en-US" altLang="zh-CN" b="1" dirty="0">
                <a:solidFill>
                  <a:schemeClr val="bg2"/>
                </a:solidFill>
                <a:effectLst>
                  <a:outerShdw blurRad="38100" dist="38100" dir="2700000" algn="tl">
                    <a:srgbClr val="000000">
                      <a:alpha val="43137"/>
                    </a:srgbClr>
                  </a:outerShdw>
                </a:effectLst>
              </a:rPr>
              <a:t>PPT</a:t>
            </a:r>
            <a:r>
              <a:rPr lang="zh-CN" altLang="en-US" b="1" dirty="0">
                <a:solidFill>
                  <a:schemeClr val="bg2"/>
                </a:solidFill>
                <a:effectLst>
                  <a:outerShdw blurRad="38100" dist="38100" dir="2700000" algn="tl">
                    <a:srgbClr val="000000">
                      <a:alpha val="43137"/>
                    </a:srgbClr>
                  </a:outerShdw>
                </a:effectLst>
              </a:rPr>
              <a:t>）</a:t>
            </a:r>
            <a:r>
              <a:rPr kumimoji="0" lang="en-US" altLang="zh-CN" b="1" kern="1200" cap="none" spc="0" normalizeH="0" baseline="0" noProof="0" dirty="0">
                <a:solidFill>
                  <a:schemeClr val="bg2"/>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a:t>
            </a:r>
            <a:r>
              <a:rPr kumimoji="0" lang="zh-CN" altLang="en-US" b="1" kern="1200" cap="none" spc="0" normalizeH="0" baseline="0" noProof="0" dirty="0">
                <a:solidFill>
                  <a:schemeClr val="bg2"/>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数字资源（教学内容、章节内容、习题、工具）</a:t>
            </a:r>
            <a:endParaRPr kumimoji="0" lang="en-US" altLang="zh-CN" b="1" kern="1200" cap="none" spc="0" normalizeH="0" baseline="0" noProof="0" dirty="0">
              <a:solidFill>
                <a:schemeClr val="bg2"/>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a:p>
            <a:pPr marR="0" defTabSz="914400" eaLnBrk="1" fontAlgn="ctr" hangingPunct="1">
              <a:buClrTx/>
              <a:buSzTx/>
              <a:buFontTx/>
              <a:buNone/>
              <a:defRPr/>
            </a:pPr>
            <a:r>
              <a:rPr kumimoji="0" lang="zh-CN" altLang="en-US" b="1" kern="1200" cap="none" spc="0" normalizeH="0" baseline="0" noProof="0" dirty="0">
                <a:solidFill>
                  <a:schemeClr val="bg2"/>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数字资源：</a:t>
            </a:r>
            <a:endParaRPr kumimoji="0" lang="zh-CN" altLang="en-US" b="1" kern="1200" cap="none" spc="0" normalizeH="0" baseline="0" noProof="0" dirty="0">
              <a:solidFill>
                <a:schemeClr val="bg2"/>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p:txBody>
      </p:sp>
      <p:sp>
        <p:nvSpPr>
          <p:cNvPr id="13" name="文本框 12"/>
          <p:cNvSpPr txBox="1"/>
          <p:nvPr/>
        </p:nvSpPr>
        <p:spPr>
          <a:xfrm>
            <a:off x="652463" y="4018442"/>
            <a:ext cx="7715250" cy="1383665"/>
          </a:xfrm>
          <a:prstGeom prst="rect">
            <a:avLst/>
          </a:prstGeom>
          <a:noFill/>
        </p:spPr>
        <p:txBody>
          <a:bodyPr>
            <a:spAutoFit/>
          </a:bodyPr>
          <a:lstStyle/>
          <a:p>
            <a:pPr marR="0" defTabSz="914400" eaLnBrk="1" fontAlgn="ctr" hangingPunct="1">
              <a:buClrTx/>
              <a:buSzTx/>
              <a:buFontTx/>
              <a:buNone/>
              <a:defRPr/>
            </a:pPr>
            <a:r>
              <a:rPr kumimoji="0" lang="en-US" altLang="zh-CN" b="1" kern="1200" cap="none" spc="0" normalizeH="0" baseline="0" noProof="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3</a:t>
            </a:r>
            <a:r>
              <a:rPr kumimoji="0" lang="zh-CN" altLang="en-US" b="1" kern="1200" cap="none" spc="0" normalizeH="0" baseline="0" noProof="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、考核方式：</a:t>
            </a:r>
            <a:endParaRPr kumimoji="0" lang="en-US" altLang="zh-CN" b="1" kern="1200" cap="none" spc="0" normalizeH="0" baseline="0" noProof="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a:p>
            <a:pPr marR="0" defTabSz="914400" eaLnBrk="1" fontAlgn="ctr" hangingPunct="1">
              <a:buClrTx/>
              <a:buSzTx/>
              <a:buFontTx/>
              <a:buNone/>
              <a:defRPr/>
            </a:pPr>
            <a:r>
              <a:rPr kumimoji="0" lang="zh-CN" altLang="en-US" b="1" kern="1200" cap="none" spc="0" normalizeH="0" baseline="0" noProof="0" dirty="0">
                <a:solidFill>
                  <a:schemeClr val="bg2"/>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平时成绩占比：</a:t>
            </a:r>
            <a:endParaRPr kumimoji="0" lang="zh-CN" altLang="en-US" b="1" kern="1200" cap="none" spc="0" normalizeH="0" baseline="0" noProof="0" dirty="0">
              <a:solidFill>
                <a:schemeClr val="bg2"/>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a:p>
            <a:pPr marR="0" defTabSz="914400" eaLnBrk="1" fontAlgn="ctr" hangingPunct="1">
              <a:buClrTx/>
              <a:buSzTx/>
              <a:buFontTx/>
              <a:buNone/>
              <a:defRPr/>
            </a:pPr>
            <a:r>
              <a:rPr kumimoji="0" lang="zh-CN" altLang="en-US" b="1" kern="1200" cap="none" spc="0" normalizeH="0" baseline="0" noProof="0" dirty="0">
                <a:solidFill>
                  <a:schemeClr val="bg2"/>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期末成绩占比：</a:t>
            </a:r>
            <a:endParaRPr kumimoji="0" lang="en-US" altLang="zh-CN" b="1" kern="1200" cap="none" spc="0" normalizeH="0" baseline="0" noProof="0" dirty="0">
              <a:solidFill>
                <a:schemeClr val="bg2"/>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0" name="文本框 65539"/>
          <p:cNvSpPr txBox="1">
            <a:spLocks noChangeArrowheads="1"/>
          </p:cNvSpPr>
          <p:nvPr/>
        </p:nvSpPr>
        <p:spPr bwMode="auto">
          <a:xfrm>
            <a:off x="541655" y="403860"/>
            <a:ext cx="8219440" cy="6277610"/>
          </a:xfrm>
          <a:prstGeom prst="rect">
            <a:avLst/>
          </a:prstGeom>
          <a:noFill/>
          <a:ln>
            <a:noFill/>
          </a:ln>
        </p:spPr>
        <p:txBody>
          <a:bodyPr wrap="square">
            <a:spAutoFit/>
          </a:bodyPr>
          <a:lstStyle/>
          <a:p>
            <a:pPr marR="0" defTabSz="914400">
              <a:lnSpc>
                <a:spcPct val="150000"/>
              </a:lnSpc>
              <a:buClrTx/>
              <a:buSzTx/>
              <a:buFontTx/>
              <a:buNone/>
              <a:defRPr/>
            </a:pPr>
            <a:r>
              <a:rPr kumimoji="0" lang="en-US" altLang="zh-CN" b="1" kern="1200" cap="none" spc="0" normalizeH="0" baseline="0" noProof="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      </a:t>
            </a:r>
            <a:r>
              <a:rPr kumimoji="0" lang="zh-CN" altLang="zh-CN" sz="2400" b="1" kern="1200" cap="none" spc="0" normalizeH="0" baseline="0" noProof="0" dirty="0">
                <a:latin typeface="Times New Roman" panose="02020603050405020304" pitchFamily="18" charset="0"/>
                <a:ea typeface="宋体" panose="02010600030101010101" pitchFamily="2" charset="-122"/>
                <a:cs typeface="+mn-cs"/>
              </a:rPr>
              <a:t> </a:t>
            </a:r>
            <a:r>
              <a:rPr kumimoji="0" lang="zh-CN" altLang="zh-CN" sz="2400" b="1" kern="1200" cap="none" spc="0" normalizeH="0" baseline="0" noProof="0" dirty="0">
                <a:solidFill>
                  <a:schemeClr val="tx1"/>
                </a:solidFill>
                <a:latin typeface="Times New Roman" panose="02020603050405020304" pitchFamily="18" charset="0"/>
                <a:ea typeface="宋体" panose="02010600030101010101" pitchFamily="2" charset="-122"/>
                <a:cs typeface="+mn-cs"/>
              </a:rPr>
              <a:t>数字逻辑</a:t>
            </a:r>
            <a:r>
              <a:rPr kumimoji="0" lang="zh-CN" altLang="zh-CN" sz="2400" b="1" kern="1200" cap="none" spc="0" normalizeH="0" baseline="0" noProof="0" dirty="0">
                <a:latin typeface="Times New Roman" panose="02020603050405020304" pitchFamily="18" charset="0"/>
                <a:ea typeface="宋体" panose="02010600030101010101" pitchFamily="2" charset="-122"/>
                <a:cs typeface="+mn-cs"/>
              </a:rPr>
              <a:t>课程是计算机学科的重要基础课，是学习和掌握计算机电路的基础课程，也是计算机组成原理等相关后继课程的必备基础。</a:t>
            </a:r>
            <a:endParaRPr kumimoji="0" lang="zh-CN" altLang="zh-CN" sz="2400" b="1" kern="1200" cap="none" spc="0" normalizeH="0" baseline="0" noProof="0" dirty="0">
              <a:latin typeface="Times New Roman" panose="02020603050405020304" pitchFamily="18" charset="0"/>
              <a:ea typeface="宋体" panose="02010600030101010101" pitchFamily="2" charset="-122"/>
              <a:cs typeface="+mn-cs"/>
            </a:endParaRPr>
          </a:p>
          <a:p>
            <a:pPr marR="0" defTabSz="914400">
              <a:lnSpc>
                <a:spcPct val="150000"/>
              </a:lnSpc>
              <a:buClrTx/>
              <a:buSzTx/>
              <a:buFontTx/>
              <a:buNone/>
              <a:defRPr/>
            </a:pPr>
            <a:r>
              <a:rPr kumimoji="0" lang="en-US" altLang="zh-CN" sz="2400" b="1" kern="1200" cap="none" spc="0" normalizeH="0" baseline="0" noProof="0" dirty="0">
                <a:latin typeface="Times New Roman" panose="02020603050405020304" pitchFamily="18" charset="0"/>
                <a:ea typeface="宋体" panose="02010600030101010101" pitchFamily="2" charset="-122"/>
                <a:cs typeface="+mn-cs"/>
              </a:rPr>
              <a:t>       </a:t>
            </a:r>
            <a:r>
              <a:rPr kumimoji="0" lang="zh-CN" altLang="zh-CN" sz="2400" b="1" kern="1200" cap="none" spc="0" normalizeH="0" baseline="0" noProof="0" dirty="0">
                <a:latin typeface="Times New Roman" panose="02020603050405020304" pitchFamily="18" charset="0"/>
                <a:ea typeface="宋体" panose="02010600030101010101" pitchFamily="2" charset="-122"/>
                <a:cs typeface="+mn-cs"/>
              </a:rPr>
              <a:t>本课程的教学目的是使学生掌握模拟电路基础、数字系统中逻辑代数基础、逻辑电路的分析和设计方法，了解集成电路及芯片发展现状和前沿技术。要求掌握</a:t>
            </a:r>
            <a:r>
              <a:rPr kumimoji="0" lang="zh-CN" altLang="zh-CN" sz="2400" b="1" kern="1200" cap="none" spc="0" normalizeH="0" baseline="0" noProof="0" dirty="0">
                <a:solidFill>
                  <a:srgbClr val="FF0000"/>
                </a:solidFill>
                <a:latin typeface="Times New Roman" panose="02020603050405020304" pitchFamily="18" charset="0"/>
                <a:ea typeface="宋体" panose="02010600030101010101" pitchFamily="2" charset="-122"/>
                <a:cs typeface="+mn-cs"/>
              </a:rPr>
              <a:t>开关理论、数字逻辑代数、逻辑门电路、组合逻辑电路、触发器、时序逻辑电路</a:t>
            </a:r>
            <a:r>
              <a:rPr kumimoji="0" lang="zh-CN" altLang="zh-CN" sz="2400" b="1" kern="1200" cap="none" spc="0" normalizeH="0" baseline="0" noProof="0" dirty="0">
                <a:latin typeface="Times New Roman" panose="02020603050405020304" pitchFamily="18" charset="0"/>
                <a:ea typeface="宋体" panose="02010600030101010101" pitchFamily="2" charset="-122"/>
                <a:cs typeface="+mn-cs"/>
              </a:rPr>
              <a:t>等的基本概念与基本方法，重点掌握组合逻辑电路和时序逻辑电路的分析、设计和应用，为数字系统的硬件分析与设计奠定坚实基础，也为深入理解计算机的工作原理提供理论及实践基础。</a:t>
            </a:r>
            <a:endParaRPr kumimoji="0" lang="zh-CN" altLang="zh-CN" sz="2400" b="1" kern="1200" cap="none" spc="0" normalizeH="0" baseline="0" noProof="0" dirty="0">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5540">
                                            <p:txEl>
                                              <p:charRg st="0" end="107"/>
                                            </p:txEl>
                                          </p:spTgt>
                                        </p:tgtEl>
                                        <p:attrNameLst>
                                          <p:attrName>style.visibility</p:attrName>
                                        </p:attrNameLst>
                                      </p:cBhvr>
                                      <p:to>
                                        <p:strVal val="visible"/>
                                      </p:to>
                                    </p:set>
                                    <p:animEffect transition="in" filter="wipe(left)">
                                      <p:cBhvr>
                                        <p:cTn id="7" dur="500"/>
                                        <p:tgtEl>
                                          <p:spTgt spid="65540">
                                            <p:txEl>
                                              <p:charRg st="0" end="10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5540">
                                            <p:txEl>
                                              <p:charRg st="1" end="1"/>
                                            </p:txEl>
                                          </p:spTgt>
                                        </p:tgtEl>
                                        <p:attrNameLst>
                                          <p:attrName>style.visibility</p:attrName>
                                        </p:attrNameLst>
                                      </p:cBhvr>
                                      <p:to>
                                        <p:strVal val="visible"/>
                                      </p:to>
                                    </p:set>
                                    <p:animEffect transition="in" filter="wipe(left)">
                                      <p:cBhvr>
                                        <p:cTn id="12" dur="500"/>
                                        <p:tgtEl>
                                          <p:spTgt spid="65540">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0"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文本框 65538"/>
          <p:cNvSpPr txBox="1"/>
          <p:nvPr/>
        </p:nvSpPr>
        <p:spPr>
          <a:xfrm>
            <a:off x="983412" y="2179368"/>
            <a:ext cx="7358331" cy="1938020"/>
          </a:xfrm>
          <a:prstGeom prst="rect">
            <a:avLst/>
          </a:prstGeom>
          <a:noFill/>
          <a:ln w="9525">
            <a:noFill/>
          </a:ln>
        </p:spPr>
        <p:txBody>
          <a:bodyPr wrap="square">
            <a:spAutoFit/>
          </a:bodyPr>
          <a:lstStyle/>
          <a:p>
            <a:pPr marR="0" algn="ctr" defTabSz="914400" eaLnBrk="1" hangingPunct="1">
              <a:buClrTx/>
              <a:buSzTx/>
              <a:buFontTx/>
              <a:buNone/>
              <a:defRPr/>
            </a:pPr>
            <a:r>
              <a:rPr kumimoji="0" lang="zh-CN" altLang="en-US" sz="6000" b="1" kern="1200" cap="none" spc="0" normalizeH="0" baseline="0" noProof="1">
                <a:solidFill>
                  <a:srgbClr val="FF0000"/>
                </a:solidFill>
                <a:effectLst>
                  <a:outerShdw blurRad="38100" dist="38100" dir="2700000">
                    <a:srgbClr val="FFFFFF"/>
                  </a:outerShdw>
                </a:effectLst>
                <a:latin typeface="华文中宋" panose="02010600040101010101" pitchFamily="2" charset="-122"/>
                <a:ea typeface="华文中宋" panose="02010600040101010101" pitchFamily="2" charset="-122"/>
                <a:cs typeface="+mn-cs"/>
              </a:rPr>
              <a:t>第一章 </a:t>
            </a:r>
            <a:endParaRPr kumimoji="0" lang="zh-CN" altLang="en-US" sz="6000" b="1" kern="1200" cap="none" spc="0" normalizeH="0" baseline="0" noProof="1">
              <a:solidFill>
                <a:srgbClr val="FF0000"/>
              </a:solidFill>
              <a:effectLst>
                <a:outerShdw blurRad="38100" dist="38100" dir="2700000">
                  <a:srgbClr val="FFFFFF"/>
                </a:outerShdw>
              </a:effectLst>
              <a:latin typeface="华文中宋" panose="02010600040101010101" pitchFamily="2" charset="-122"/>
              <a:ea typeface="华文中宋" panose="02010600040101010101" pitchFamily="2" charset="-122"/>
              <a:cs typeface="+mn-cs"/>
            </a:endParaRPr>
          </a:p>
          <a:p>
            <a:pPr marR="0" algn="ctr" defTabSz="914400" eaLnBrk="1" hangingPunct="1">
              <a:buClrTx/>
              <a:buSzTx/>
              <a:buFontTx/>
              <a:buNone/>
              <a:defRPr/>
            </a:pPr>
            <a:r>
              <a:rPr kumimoji="0" lang="zh-CN" altLang="en-US" sz="6000" b="1" kern="1200" cap="none" spc="0" normalizeH="0" baseline="0" noProof="1">
                <a:solidFill>
                  <a:srgbClr val="FF0000"/>
                </a:solidFill>
                <a:effectLst>
                  <a:outerShdw blurRad="38100" dist="38100" dir="2700000">
                    <a:srgbClr val="FFFFFF"/>
                  </a:outerShdw>
                </a:effectLst>
                <a:latin typeface="华文中宋" panose="02010600040101010101" pitchFamily="2" charset="-122"/>
                <a:ea typeface="华文中宋" panose="02010600040101010101" pitchFamily="2" charset="-122"/>
                <a:cs typeface="+mn-cs"/>
              </a:rPr>
              <a:t>数字逻辑基础</a:t>
            </a:r>
            <a:endParaRPr kumimoji="0" lang="zh-CN" altLang="en-US" sz="6000" b="1" kern="1200" cap="none" spc="0" normalizeH="0" baseline="0" noProof="1">
              <a:solidFill>
                <a:srgbClr val="FF0000"/>
              </a:solidFill>
              <a:effectLst>
                <a:outerShdw blurRad="38100" dist="38100" dir="2700000">
                  <a:srgbClr val="FFFFFF"/>
                </a:outerShdw>
              </a:effectLst>
              <a:latin typeface="华文中宋" panose="02010600040101010101" pitchFamily="2" charset="-122"/>
              <a:ea typeface="华文中宋" panose="02010600040101010101" pitchFamily="2" charset="-122"/>
              <a:cs typeface="+mn-cs"/>
            </a:endParaRPr>
          </a:p>
        </p:txBody>
      </p:sp>
    </p:spTree>
  </p:cSld>
  <p:clrMapOvr>
    <a:masterClrMapping/>
  </p:clrMapOvr>
  <p:transition spd="med">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a:spLocks noChangeArrowheads="1"/>
          </p:cNvSpPr>
          <p:nvPr/>
        </p:nvSpPr>
        <p:spPr bwMode="auto">
          <a:xfrm>
            <a:off x="739775" y="1312863"/>
            <a:ext cx="7496175" cy="4118307"/>
          </a:xfrm>
          <a:prstGeom prst="rect">
            <a:avLst/>
          </a:prstGeom>
          <a:noFill/>
          <a:ln w="9525">
            <a:noFill/>
            <a:miter lim="800000"/>
          </a:ln>
          <a:effectLst/>
        </p:spPr>
        <p:txBody>
          <a:bodyPr>
            <a:spAutoFit/>
          </a:bodyPr>
          <a:lstStyle/>
          <a:p>
            <a:pPr marL="285750" marR="0" lvl="0" indent="-285750" algn="l" defTabSz="914400" rtl="0" eaLnBrk="1" fontAlgn="base" latinLnBrk="0" hangingPunct="1">
              <a:lnSpc>
                <a:spcPct val="120000"/>
              </a:lnSpc>
              <a:spcBef>
                <a:spcPct val="50000"/>
              </a:spcBef>
              <a:spcAft>
                <a:spcPct val="0"/>
              </a:spcAft>
              <a:buClrTx/>
              <a:buSzTx/>
              <a:buFontTx/>
              <a:buNone/>
              <a:defRPr/>
            </a:pPr>
            <a:r>
              <a:rPr kumimoji="1" lang="zh-CN" altLang="en-US" sz="3200" b="1" i="0" u="none" strike="noStrike" kern="1200" cap="none" spc="0" normalizeH="0" baseline="0" noProof="0" dirty="0">
                <a:ln>
                  <a:noFill/>
                </a:ln>
                <a:solidFill>
                  <a:srgbClr val="6B03E9"/>
                </a:solidFill>
                <a:effectLst>
                  <a:outerShdw blurRad="38100" dist="38100" dir="2700000" algn="tl">
                    <a:srgbClr val="000000"/>
                  </a:outerShdw>
                </a:effectLst>
                <a:uLnTx/>
                <a:uFillTx/>
                <a:latin typeface="Times New Roman" panose="02020603050405020304" pitchFamily="18" charset="0"/>
                <a:ea typeface="华文宋体" panose="02010600040101010101" pitchFamily="2" charset="-122"/>
                <a:cs typeface="+mn-cs"/>
              </a:rPr>
              <a:t>学习要求：</a:t>
            </a:r>
            <a:endParaRPr kumimoji="1" lang="zh-CN" altLang="en-US" sz="3200" b="0" i="0" u="none" strike="noStrike" kern="1200" cap="none" spc="0" normalizeH="0" baseline="0" noProof="0" dirty="0">
              <a:ln>
                <a:noFill/>
              </a:ln>
              <a:solidFill>
                <a:srgbClr val="6B03E9"/>
              </a:solidFill>
              <a:effectLst/>
              <a:uLnTx/>
              <a:uFillTx/>
              <a:latin typeface="Times New Roman" panose="02020603050405020304" pitchFamily="18" charset="0"/>
              <a:ea typeface="华文宋体" panose="02010600040101010101" pitchFamily="2" charset="-122"/>
              <a:cs typeface="+mn-cs"/>
            </a:endParaRPr>
          </a:p>
          <a:p>
            <a:pPr marL="285750" marR="0" lvl="0" indent="-285750" algn="l" defTabSz="914400" rtl="0" eaLnBrk="1" fontAlgn="base" latinLnBrk="0" hangingPunct="1">
              <a:lnSpc>
                <a:spcPct val="120000"/>
              </a:lnSpc>
              <a:spcBef>
                <a:spcPct val="50000"/>
              </a:spcBef>
              <a:spcAft>
                <a:spcPct val="0"/>
              </a:spcAft>
              <a:buClrTx/>
              <a:buSzTx/>
              <a:buFontTx/>
              <a:buChar char="•"/>
              <a:defRPr/>
            </a:pPr>
            <a:r>
              <a:rPr kumimoji="1" lang="zh-CN" altLang="en-US"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掌握数字逻辑系统中数字信号、数字波形的概念，理解数字逻辑系统特点；</a:t>
            </a:r>
            <a:endParaRPr kumimoji="1" lang="en-US" altLang="zh-CN"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285750" marR="0" lvl="0" indent="-285750" algn="l" defTabSz="914400" rtl="0" eaLnBrk="1" fontAlgn="base" latinLnBrk="0" hangingPunct="1">
              <a:lnSpc>
                <a:spcPct val="120000"/>
              </a:lnSpc>
              <a:spcBef>
                <a:spcPct val="50000"/>
              </a:spcBef>
              <a:spcAft>
                <a:spcPct val="0"/>
              </a:spcAft>
              <a:buClrTx/>
              <a:buSzTx/>
              <a:buFontTx/>
              <a:buChar char="•"/>
              <a:defRPr/>
            </a:pPr>
            <a:r>
              <a:rPr kumimoji="1" lang="zh-CN" altLang="en-US"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了解计算机系统组成，并理解数字逻辑电路在计算机系统中层次及作用；</a:t>
            </a:r>
            <a:endParaRPr kumimoji="1" lang="zh-CN" altLang="en-US"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285750" marR="0" lvl="0" indent="-285750" algn="l" defTabSz="914400" rtl="0" eaLnBrk="1" fontAlgn="base" latinLnBrk="0" hangingPunct="1">
              <a:lnSpc>
                <a:spcPct val="120000"/>
              </a:lnSpc>
              <a:spcBef>
                <a:spcPct val="50000"/>
              </a:spcBef>
              <a:spcAft>
                <a:spcPct val="0"/>
              </a:spcAft>
              <a:buClrTx/>
              <a:buSzTx/>
              <a:buFontTx/>
              <a:buChar char="•"/>
              <a:defRPr/>
            </a:pPr>
            <a:r>
              <a:rPr kumimoji="1" lang="zh-CN" altLang="en-US" sz="2600" b="1" dirty="0">
                <a:solidFill>
                  <a:srgbClr val="000000"/>
                </a:solidFill>
              </a:rPr>
              <a:t>理解数字逻辑及应用，数字电路及电路设计，了解仿真软件及</a:t>
            </a:r>
            <a:r>
              <a:rPr kumimoji="1" lang="en-US" altLang="zh-CN" sz="2600" b="1" dirty="0">
                <a:solidFill>
                  <a:srgbClr val="000000"/>
                </a:solidFill>
              </a:rPr>
              <a:t>HDL</a:t>
            </a:r>
            <a:r>
              <a:rPr kumimoji="1" lang="zh-CN" altLang="en-US"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进</a:t>
            </a:r>
            <a:endParaRPr kumimoji="1" lang="zh-CN" altLang="en-US"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528" fill="hold" grpId="0" nodeType="afterEffect">
                                  <p:stCondLst>
                                    <p:cond delay="0"/>
                                  </p:stCondLst>
                                  <p:childTnLst>
                                    <p:set>
                                      <p:cBhvr>
                                        <p:cTn id="6" dur="1" fill="hold">
                                          <p:stCondLst>
                                            <p:cond delay="0"/>
                                          </p:stCondLst>
                                        </p:cTn>
                                        <p:tgtEl>
                                          <p:spTgt spid="48130"/>
                                        </p:tgtEl>
                                        <p:attrNameLst>
                                          <p:attrName>style.visibility</p:attrName>
                                        </p:attrNameLst>
                                      </p:cBhvr>
                                      <p:to>
                                        <p:strVal val="visible"/>
                                      </p:to>
                                    </p:set>
                                    <p:anim calcmode="lin" valueType="num">
                                      <p:cBhvr>
                                        <p:cTn id="7" dur="500" fill="hold"/>
                                        <p:tgtEl>
                                          <p:spTgt spid="48130"/>
                                        </p:tgtEl>
                                        <p:attrNameLst>
                                          <p:attrName>ppt_w</p:attrName>
                                        </p:attrNameLst>
                                      </p:cBhvr>
                                      <p:tavLst>
                                        <p:tav tm="0">
                                          <p:val>
                                            <p:fltVal val="0"/>
                                          </p:val>
                                        </p:tav>
                                        <p:tav tm="100000">
                                          <p:val>
                                            <p:strVal val="#ppt_w"/>
                                          </p:val>
                                        </p:tav>
                                      </p:tavLst>
                                    </p:anim>
                                    <p:anim calcmode="lin" valueType="num">
                                      <p:cBhvr>
                                        <p:cTn id="8" dur="500" fill="hold"/>
                                        <p:tgtEl>
                                          <p:spTgt spid="48130"/>
                                        </p:tgtEl>
                                        <p:attrNameLst>
                                          <p:attrName>ppt_h</p:attrName>
                                        </p:attrNameLst>
                                      </p:cBhvr>
                                      <p:tavLst>
                                        <p:tav tm="0">
                                          <p:val>
                                            <p:fltVal val="0"/>
                                          </p:val>
                                        </p:tav>
                                        <p:tav tm="100000">
                                          <p:val>
                                            <p:strVal val="#ppt_h"/>
                                          </p:val>
                                        </p:tav>
                                      </p:tavLst>
                                    </p:anim>
                                    <p:anim calcmode="lin" valueType="num">
                                      <p:cBhvr>
                                        <p:cTn id="9" dur="500" fill="hold"/>
                                        <p:tgtEl>
                                          <p:spTgt spid="48130"/>
                                        </p:tgtEl>
                                        <p:attrNameLst>
                                          <p:attrName>ppt_x</p:attrName>
                                        </p:attrNameLst>
                                      </p:cBhvr>
                                      <p:tavLst>
                                        <p:tav tm="0">
                                          <p:val>
                                            <p:fltVal val="0.5"/>
                                          </p:val>
                                        </p:tav>
                                        <p:tav tm="100000">
                                          <p:val>
                                            <p:strVal val="#ppt_x"/>
                                          </p:val>
                                        </p:tav>
                                      </p:tavLst>
                                    </p:anim>
                                    <p:anim calcmode="lin" valueType="num">
                                      <p:cBhvr>
                                        <p:cTn id="10" dur="500" fill="hold"/>
                                        <p:tgtEl>
                                          <p:spTgt spid="48130"/>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4114800"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1.1  </a:t>
            </a:r>
            <a:r>
              <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数字逻辑系统</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7669213" cy="5166995"/>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1.1.1</a:t>
            </a:r>
            <a:r>
              <a:rPr kumimoji="1" lang="en-US" altLang="zh-CN" sz="2800" b="1" i="0" u="none" strike="noStrike" kern="1200" cap="none" spc="0" normalizeH="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数字信号</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marR="0" lvl="0" algn="l" defTabSz="914400" rtl="0" eaLnBrk="1" fontAlgn="base" latinLnBrk="0" hangingPunct="1">
              <a:lnSpc>
                <a:spcPct val="110000"/>
              </a:lnSpc>
              <a:spcBef>
                <a:spcPct val="10000"/>
              </a:spcBef>
              <a:spcAft>
                <a:spcPct val="10000"/>
              </a:spcAft>
              <a:buClrTx/>
              <a:buSzTx/>
              <a:defRPr/>
            </a:pPr>
            <a:r>
              <a:rPr kumimoji="1" lang="zh-CN" altLang="en-US" sz="2400" b="1" dirty="0">
                <a:solidFill>
                  <a:srgbClr val="000000"/>
                </a:solidFill>
              </a:rPr>
              <a:t>     </a:t>
            </a:r>
            <a:r>
              <a:rPr kumimoji="1" lang="en-US" altLang="zh-CN" sz="2400" b="1" dirty="0">
                <a:solidFill>
                  <a:srgbClr val="000000"/>
                </a:solidFill>
              </a:rPr>
              <a:t>1. </a:t>
            </a:r>
            <a:r>
              <a:rPr kumimoji="1" lang="zh-CN" altLang="en-US" sz="2400" b="1" dirty="0">
                <a:solidFill>
                  <a:srgbClr val="000000"/>
                </a:solidFill>
              </a:rPr>
              <a:t>物理量</a:t>
            </a:r>
            <a:endParaRPr kumimoji="1" lang="en-US" altLang="zh-CN" sz="2400" b="1" dirty="0">
              <a:solidFill>
                <a:srgbClr val="000000"/>
              </a:solidFill>
            </a:endParaRPr>
          </a:p>
          <a:p>
            <a:pPr lvl="0" eaLnBrk="1" hangingPunct="1">
              <a:lnSpc>
                <a:spcPct val="110000"/>
              </a:lnSpc>
              <a:spcBef>
                <a:spcPct val="10000"/>
              </a:spcBef>
              <a:spcAft>
                <a:spcPct val="10000"/>
              </a:spcAft>
              <a:defRPr/>
            </a:pPr>
            <a:r>
              <a:rPr kumimoji="1" lang="en-US" altLang="zh-CN" sz="2400" b="1" dirty="0">
                <a:solidFill>
                  <a:srgbClr val="000000"/>
                </a:solidFill>
              </a:rPr>
              <a:t>         1</a:t>
            </a:r>
            <a:r>
              <a:rPr kumimoji="1" lang="zh-CN" altLang="en-US" sz="2400" b="1" dirty="0">
                <a:solidFill>
                  <a:srgbClr val="000000"/>
                </a:solidFill>
              </a:rPr>
              <a:t>）模拟量：</a:t>
            </a:r>
            <a:r>
              <a:rPr kumimoji="1" lang="zh-CN" altLang="zh-CN" sz="2400" b="1" dirty="0">
                <a:solidFill>
                  <a:srgbClr val="000000"/>
                </a:solidFill>
              </a:rPr>
              <a:t>在时间和数值上都连续变化的</a:t>
            </a:r>
            <a:r>
              <a:rPr kumimoji="1" lang="zh-CN" altLang="en-US" sz="2400" b="1" dirty="0">
                <a:solidFill>
                  <a:srgbClr val="000000"/>
                </a:solidFill>
              </a:rPr>
              <a:t>物理量；</a:t>
            </a:r>
            <a:endParaRPr kumimoji="1" lang="en-US" altLang="zh-CN" sz="2400" b="1" dirty="0">
              <a:solidFill>
                <a:srgbClr val="000000"/>
              </a:solidFill>
            </a:endParaRPr>
          </a:p>
          <a:p>
            <a:pPr lvl="0" eaLnBrk="1" hangingPunct="1">
              <a:lnSpc>
                <a:spcPct val="110000"/>
              </a:lnSpc>
              <a:spcBef>
                <a:spcPct val="10000"/>
              </a:spcBef>
              <a:spcAft>
                <a:spcPct val="10000"/>
              </a:spcAft>
              <a:defRPr/>
            </a:pPr>
            <a:r>
              <a:rPr kumimoji="1" lang="en-US" altLang="zh-CN" sz="2400" b="1" dirty="0">
                <a:solidFill>
                  <a:srgbClr val="000000"/>
                </a:solidFill>
              </a:rPr>
              <a:t>         2</a:t>
            </a:r>
            <a:r>
              <a:rPr kumimoji="1" lang="zh-CN" altLang="en-US" sz="2400" b="1" dirty="0">
                <a:solidFill>
                  <a:srgbClr val="000000"/>
                </a:solidFill>
              </a:rPr>
              <a:t>）</a:t>
            </a:r>
            <a:r>
              <a:rPr kumimoji="1" lang="zh-CN" altLang="zh-CN" sz="2400" b="1" dirty="0">
                <a:solidFill>
                  <a:srgbClr val="000000"/>
                </a:solidFill>
              </a:rPr>
              <a:t>数字量</a:t>
            </a:r>
            <a:r>
              <a:rPr kumimoji="1" lang="zh-CN" altLang="en-US" sz="2400" b="1" dirty="0">
                <a:solidFill>
                  <a:srgbClr val="000000"/>
                </a:solidFill>
              </a:rPr>
              <a:t>：在时间和数量上都是离散的物理量。   </a:t>
            </a:r>
            <a:endParaRPr kumimoji="1" lang="en-US" altLang="zh-CN" sz="2400" b="1" dirty="0">
              <a:solidFill>
                <a:srgbClr val="000000"/>
              </a:solidFill>
            </a:endParaRPr>
          </a:p>
          <a:p>
            <a:pPr lvl="0" eaLnBrk="1" hangingPunct="1">
              <a:lnSpc>
                <a:spcPct val="110000"/>
              </a:lnSpc>
              <a:spcBef>
                <a:spcPct val="10000"/>
              </a:spcBef>
              <a:spcAft>
                <a:spcPct val="10000"/>
              </a:spcAft>
              <a:defRPr/>
            </a:pPr>
            <a:r>
              <a:rPr kumimoji="1" lang="en-US" altLang="zh-CN" sz="2400" b="1" dirty="0">
                <a:solidFill>
                  <a:srgbClr val="000000"/>
                </a:solidFill>
              </a:rPr>
              <a:t>     2.</a:t>
            </a:r>
            <a:r>
              <a:rPr kumimoji="1" lang="zh-CN" altLang="en-US" sz="2400" b="1" dirty="0">
                <a:solidFill>
                  <a:srgbClr val="FF0000"/>
                </a:solidFill>
              </a:rPr>
              <a:t>模拟信号（</a:t>
            </a:r>
            <a:r>
              <a:rPr kumimoji="1" lang="en-US" altLang="zh-CN" sz="2400" b="1" dirty="0">
                <a:solidFill>
                  <a:srgbClr val="FF0000"/>
                </a:solidFill>
              </a:rPr>
              <a:t>Analog Signal</a:t>
            </a:r>
            <a:r>
              <a:rPr kumimoji="1" lang="zh-CN" altLang="en-US" sz="2400" b="1" dirty="0">
                <a:solidFill>
                  <a:srgbClr val="FF0000"/>
                </a:solidFill>
              </a:rPr>
              <a:t>）</a:t>
            </a:r>
            <a:endParaRPr kumimoji="1" lang="en-US" altLang="zh-CN" sz="2400" b="1" dirty="0">
              <a:solidFill>
                <a:srgbClr val="FF0000"/>
              </a:solidFill>
            </a:endParaRPr>
          </a:p>
          <a:p>
            <a:pPr lvl="0" eaLnBrk="1" hangingPunct="1">
              <a:lnSpc>
                <a:spcPct val="110000"/>
              </a:lnSpc>
              <a:spcBef>
                <a:spcPct val="10000"/>
              </a:spcBef>
              <a:spcAft>
                <a:spcPct val="10000"/>
              </a:spcAft>
              <a:defRPr/>
            </a:pPr>
            <a:r>
              <a:rPr kumimoji="1" lang="en-US" altLang="zh-CN" sz="2400" b="1" dirty="0">
                <a:solidFill>
                  <a:srgbClr val="FF0000"/>
                </a:solidFill>
              </a:rPr>
              <a:t>        </a:t>
            </a:r>
            <a:r>
              <a:rPr kumimoji="1" lang="zh-CN" altLang="en-US" sz="2400" b="1" dirty="0">
                <a:solidFill>
                  <a:srgbClr val="000000"/>
                </a:solidFill>
              </a:rPr>
              <a:t>表示模拟量的信号，也称为连续信号，它在一定的时间范围内可以有无限多个不同的取值，在模拟电子技术中使用一组统一的符号和规则表示数的方法。</a:t>
            </a:r>
            <a:endParaRPr kumimoji="1" lang="en-US" altLang="zh-CN" sz="2400" b="1" dirty="0">
              <a:solidFill>
                <a:srgbClr val="000000"/>
              </a:solidFill>
            </a:endParaRPr>
          </a:p>
          <a:p>
            <a:pPr lvl="0" eaLnBrk="1" hangingPunct="1">
              <a:lnSpc>
                <a:spcPct val="110000"/>
              </a:lnSpc>
              <a:spcBef>
                <a:spcPct val="10000"/>
              </a:spcBef>
              <a:spcAft>
                <a:spcPct val="10000"/>
              </a:spcAft>
              <a:defRPr/>
            </a:pPr>
            <a:r>
              <a:rPr kumimoji="1" lang="en-US" altLang="zh-CN" sz="2400" b="1" dirty="0">
                <a:solidFill>
                  <a:srgbClr val="000000"/>
                </a:solidFill>
              </a:rPr>
              <a:t>     3.</a:t>
            </a:r>
            <a:r>
              <a:rPr kumimoji="1" lang="zh-CN" altLang="en-US" sz="2400" b="1" dirty="0">
                <a:solidFill>
                  <a:srgbClr val="FF0000"/>
                </a:solidFill>
              </a:rPr>
              <a:t>数字信号（</a:t>
            </a:r>
            <a:r>
              <a:rPr kumimoji="1" lang="en-US" altLang="zh-CN" sz="2400" b="1" dirty="0">
                <a:solidFill>
                  <a:srgbClr val="FF0000"/>
                </a:solidFill>
              </a:rPr>
              <a:t>Digital Signal</a:t>
            </a:r>
            <a:r>
              <a:rPr kumimoji="1" lang="zh-CN" altLang="en-US" sz="2400" b="1" dirty="0">
                <a:solidFill>
                  <a:srgbClr val="FF0000"/>
                </a:solidFill>
              </a:rPr>
              <a:t>）</a:t>
            </a:r>
            <a:endParaRPr kumimoji="1" lang="en-US" altLang="zh-CN" sz="2400" b="1" dirty="0">
              <a:solidFill>
                <a:srgbClr val="000000"/>
              </a:solidFill>
            </a:endParaRPr>
          </a:p>
          <a:p>
            <a:pPr lvl="0" eaLnBrk="1" hangingPunct="1">
              <a:lnSpc>
                <a:spcPct val="110000"/>
              </a:lnSpc>
              <a:spcBef>
                <a:spcPct val="10000"/>
              </a:spcBef>
              <a:spcAft>
                <a:spcPct val="10000"/>
              </a:spcAft>
              <a:defRPr/>
            </a:pPr>
            <a:r>
              <a:rPr kumimoji="1" lang="en-US" altLang="zh-CN" sz="2400" b="1" dirty="0">
                <a:solidFill>
                  <a:srgbClr val="000000"/>
                </a:solidFill>
              </a:rPr>
              <a:t>        </a:t>
            </a:r>
            <a:r>
              <a:rPr kumimoji="1" lang="zh-CN" altLang="en-US" sz="2400" b="1" dirty="0">
                <a:solidFill>
                  <a:srgbClr val="000000"/>
                </a:solidFill>
              </a:rPr>
              <a:t>表示数字量的信号，是一系列时间离散、数值也离散的信号，在数字电子技术中使用。</a:t>
            </a:r>
            <a:endPar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Effect transition="in" filter="blinds(horizontal)">
                                      <p:cBhvr>
                                        <p:cTn id="13" dur="500"/>
                                        <p:tgtEl>
                                          <p:spTgt spid="717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172">
                                            <p:txEl>
                                              <p:pRg st="1" end="1"/>
                                            </p:txEl>
                                          </p:spTgt>
                                        </p:tgtEl>
                                        <p:attrNameLst>
                                          <p:attrName>style.visibility</p:attrName>
                                        </p:attrNameLst>
                                      </p:cBhvr>
                                      <p:to>
                                        <p:strVal val="visible"/>
                                      </p:to>
                                    </p:set>
                                    <p:animEffect transition="in" filter="blinds(horizontal)">
                                      <p:cBhvr>
                                        <p:cTn id="18" dur="500"/>
                                        <p:tgtEl>
                                          <p:spTgt spid="7172">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7172">
                                            <p:txEl>
                                              <p:pRg st="2" end="2"/>
                                            </p:txEl>
                                          </p:spTgt>
                                        </p:tgtEl>
                                        <p:attrNameLst>
                                          <p:attrName>style.visibility</p:attrName>
                                        </p:attrNameLst>
                                      </p:cBhvr>
                                      <p:to>
                                        <p:strVal val="visible"/>
                                      </p:to>
                                    </p:set>
                                    <p:animEffect transition="in" filter="blinds(horizontal)">
                                      <p:cBhvr>
                                        <p:cTn id="23" dur="500"/>
                                        <p:tgtEl>
                                          <p:spTgt spid="7172">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7172">
                                            <p:txEl>
                                              <p:pRg st="3" end="3"/>
                                            </p:txEl>
                                          </p:spTgt>
                                        </p:tgtEl>
                                        <p:attrNameLst>
                                          <p:attrName>style.visibility</p:attrName>
                                        </p:attrNameLst>
                                      </p:cBhvr>
                                      <p:to>
                                        <p:strVal val="visible"/>
                                      </p:to>
                                    </p:set>
                                    <p:animEffect transition="in" filter="blinds(horizontal)">
                                      <p:cBhvr>
                                        <p:cTn id="28" dur="500"/>
                                        <p:tgtEl>
                                          <p:spTgt spid="7172">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7172">
                                            <p:txEl>
                                              <p:pRg st="4" end="4"/>
                                            </p:txEl>
                                          </p:spTgt>
                                        </p:tgtEl>
                                        <p:attrNameLst>
                                          <p:attrName>style.visibility</p:attrName>
                                        </p:attrNameLst>
                                      </p:cBhvr>
                                      <p:to>
                                        <p:strVal val="visible"/>
                                      </p:to>
                                    </p:set>
                                    <p:animEffect transition="in" filter="blinds(horizontal)">
                                      <p:cBhvr>
                                        <p:cTn id="33" dur="500"/>
                                        <p:tgtEl>
                                          <p:spTgt spid="7172">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7172">
                                            <p:txEl>
                                              <p:pRg st="5" end="5"/>
                                            </p:txEl>
                                          </p:spTgt>
                                        </p:tgtEl>
                                        <p:attrNameLst>
                                          <p:attrName>style.visibility</p:attrName>
                                        </p:attrNameLst>
                                      </p:cBhvr>
                                      <p:to>
                                        <p:strVal val="visible"/>
                                      </p:to>
                                    </p:set>
                                    <p:animEffect transition="in" filter="blinds(horizontal)">
                                      <p:cBhvr>
                                        <p:cTn id="38" dur="500"/>
                                        <p:tgtEl>
                                          <p:spTgt spid="7172">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7172">
                                            <p:txEl>
                                              <p:pRg st="6" end="6"/>
                                            </p:txEl>
                                          </p:spTgt>
                                        </p:tgtEl>
                                        <p:attrNameLst>
                                          <p:attrName>style.visibility</p:attrName>
                                        </p:attrNameLst>
                                      </p:cBhvr>
                                      <p:to>
                                        <p:strVal val="visible"/>
                                      </p:to>
                                    </p:set>
                                    <p:animEffect transition="in" filter="blinds(horizontal)">
                                      <p:cBhvr>
                                        <p:cTn id="43" dur="500"/>
                                        <p:tgtEl>
                                          <p:spTgt spid="7172">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7172">
                                            <p:txEl>
                                              <p:pRg st="7" end="7"/>
                                            </p:txEl>
                                          </p:spTgt>
                                        </p:tgtEl>
                                        <p:attrNameLst>
                                          <p:attrName>style.visibility</p:attrName>
                                        </p:attrNameLst>
                                      </p:cBhvr>
                                      <p:to>
                                        <p:strVal val="visible"/>
                                      </p:to>
                                    </p:set>
                                    <p:animEffect transition="in" filter="blinds(horizontal)">
                                      <p:cBhvr>
                                        <p:cTn id="48" dur="500"/>
                                        <p:tgtEl>
                                          <p:spTgt spid="717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4114800"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1.1  </a:t>
            </a:r>
            <a:r>
              <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数字逻辑系统</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7669213" cy="5331396"/>
          </a:xfrm>
          <a:prstGeom prst="rect">
            <a:avLst/>
          </a:prstGeom>
          <a:noFill/>
          <a:ln w="9525">
            <a:noFill/>
            <a:miter lim="800000"/>
          </a:ln>
          <a:effectLst/>
        </p:spPr>
        <p:txBody>
          <a:bodyPr>
            <a:spAutoFit/>
          </a:bodyPr>
          <a:lstStyle/>
          <a:p>
            <a:pPr lvl="0" eaLnBrk="1" hangingPunct="1">
              <a:lnSpc>
                <a:spcPct val="110000"/>
              </a:lnSpc>
              <a:spcBef>
                <a:spcPct val="10000"/>
              </a:spcBef>
              <a:spcAft>
                <a:spcPct val="10000"/>
              </a:spcAft>
              <a:defRPr/>
            </a:pPr>
            <a:r>
              <a:rPr kumimoji="1" lang="en-US" altLang="zh-CN" sz="2400" b="1" dirty="0">
                <a:solidFill>
                  <a:srgbClr val="000000"/>
                </a:solidFill>
              </a:rPr>
              <a:t>    4.</a:t>
            </a:r>
            <a:r>
              <a:rPr kumimoji="1" lang="zh-CN" altLang="en-US" sz="2400" b="1" dirty="0">
                <a:solidFill>
                  <a:srgbClr val="000000"/>
                </a:solidFill>
              </a:rPr>
              <a:t>二值数字逻辑</a:t>
            </a:r>
            <a:endParaRPr kumimoji="1" lang="en-US" altLang="zh-CN" sz="2400" b="1" dirty="0">
              <a:solidFill>
                <a:srgbClr val="000000"/>
              </a:solidFill>
            </a:endParaRPr>
          </a:p>
          <a:p>
            <a:pPr eaLnBrk="1" hangingPunct="1">
              <a:lnSpc>
                <a:spcPct val="110000"/>
              </a:lnSpc>
              <a:spcBef>
                <a:spcPct val="10000"/>
              </a:spcBef>
              <a:spcAft>
                <a:spcPct val="10000"/>
              </a:spcAft>
              <a:defRPr/>
            </a:pPr>
            <a:r>
              <a:rPr kumimoji="1" lang="zh-CN" altLang="en-US" sz="2400" b="1" dirty="0">
                <a:solidFill>
                  <a:srgbClr val="000000"/>
                </a:solidFill>
              </a:rPr>
              <a:t>        计算机无法直接处理模拟信号，需将模拟信号转换为数字信号。</a:t>
            </a:r>
            <a:r>
              <a:rPr kumimoji="1" lang="zh-CN" altLang="en-US" sz="2400" b="1" dirty="0">
                <a:solidFill>
                  <a:srgbClr val="FF0000"/>
                </a:solidFill>
              </a:rPr>
              <a:t>模拟信号→数字信号 </a:t>
            </a:r>
            <a:r>
              <a:rPr kumimoji="1" lang="en-US" altLang="zh-CN" sz="2400" b="1" dirty="0">
                <a:solidFill>
                  <a:srgbClr val="FF0000"/>
                </a:solidFill>
              </a:rPr>
              <a:t>(A/D)</a:t>
            </a:r>
            <a:endParaRPr kumimoji="1" lang="en-US" altLang="zh-CN" sz="2400" b="1" dirty="0">
              <a:solidFill>
                <a:srgbClr val="FF0000"/>
              </a:solidFill>
            </a:endParaRPr>
          </a:p>
          <a:p>
            <a:pPr lvl="0" eaLnBrk="1" hangingPunct="1">
              <a:lnSpc>
                <a:spcPct val="110000"/>
              </a:lnSpc>
              <a:spcBef>
                <a:spcPct val="10000"/>
              </a:spcBef>
              <a:spcAft>
                <a:spcPct val="10000"/>
              </a:spcAft>
              <a:defRPr/>
            </a:pPr>
            <a:endParaRPr kumimoji="1" lang="en-US" altLang="zh-CN" sz="2400" b="1" dirty="0">
              <a:solidFill>
                <a:srgbClr val="000000"/>
              </a:solidFill>
            </a:endParaRPr>
          </a:p>
          <a:p>
            <a:pPr lvl="0" eaLnBrk="1" hangingPunct="1">
              <a:lnSpc>
                <a:spcPct val="110000"/>
              </a:lnSpc>
              <a:spcBef>
                <a:spcPct val="10000"/>
              </a:spcBef>
              <a:spcAft>
                <a:spcPct val="10000"/>
              </a:spcAft>
              <a:defRPr/>
            </a:pPr>
            <a:endParaRPr kumimoji="1" lang="en-US" altLang="zh-CN" sz="2400" b="1" dirty="0">
              <a:solidFill>
                <a:srgbClr val="000000"/>
              </a:solidFill>
            </a:endParaRPr>
          </a:p>
          <a:p>
            <a:pPr lvl="0" eaLnBrk="1" hangingPunct="1">
              <a:lnSpc>
                <a:spcPct val="110000"/>
              </a:lnSpc>
              <a:spcBef>
                <a:spcPct val="10000"/>
              </a:spcBef>
              <a:spcAft>
                <a:spcPct val="10000"/>
              </a:spcAft>
              <a:defRPr/>
            </a:pPr>
            <a:endParaRPr kumimoji="1" lang="en-US" altLang="zh-CN" sz="2400" b="1" dirty="0">
              <a:solidFill>
                <a:srgbClr val="000000"/>
              </a:solidFill>
            </a:endParaRPr>
          </a:p>
          <a:p>
            <a:pPr lvl="0" eaLnBrk="1" hangingPunct="1">
              <a:lnSpc>
                <a:spcPct val="110000"/>
              </a:lnSpc>
              <a:spcBef>
                <a:spcPct val="10000"/>
              </a:spcBef>
              <a:spcAft>
                <a:spcPct val="10000"/>
              </a:spcAft>
              <a:defRPr/>
            </a:pPr>
            <a:endParaRPr kumimoji="1" lang="en-US" altLang="zh-CN" sz="2400" b="1" dirty="0">
              <a:solidFill>
                <a:srgbClr val="000000"/>
              </a:solidFill>
            </a:endParaRPr>
          </a:p>
          <a:p>
            <a:pPr lvl="0" eaLnBrk="1" hangingPunct="1">
              <a:lnSpc>
                <a:spcPct val="110000"/>
              </a:lnSpc>
              <a:spcBef>
                <a:spcPct val="10000"/>
              </a:spcBef>
              <a:spcAft>
                <a:spcPct val="10000"/>
              </a:spcAft>
              <a:defRPr/>
            </a:pPr>
            <a:r>
              <a:rPr lang="en-US" altLang="zh-CN" sz="1800" b="1" dirty="0"/>
              <a:t>                                            </a:t>
            </a:r>
            <a:r>
              <a:rPr lang="zh-CN" altLang="en-US" sz="1800" b="1" dirty="0"/>
              <a:t>图</a:t>
            </a:r>
            <a:r>
              <a:rPr lang="en-US" altLang="zh-CN" sz="1800" b="1" dirty="0"/>
              <a:t>1.1 </a:t>
            </a:r>
            <a:r>
              <a:rPr lang="zh-CN" altLang="zh-CN" sz="1800" b="1" dirty="0"/>
              <a:t>模拟信号及其采样、量化过程</a:t>
            </a:r>
            <a:endParaRPr kumimoji="1" lang="en-US" altLang="zh-CN" sz="1800" b="1" dirty="0">
              <a:solidFill>
                <a:srgbClr val="000000"/>
              </a:solidFill>
            </a:endParaRPr>
          </a:p>
          <a:p>
            <a:pPr lvl="0" eaLnBrk="1" hangingPunct="1">
              <a:lnSpc>
                <a:spcPct val="110000"/>
              </a:lnSpc>
              <a:spcBef>
                <a:spcPct val="10000"/>
              </a:spcBef>
              <a:spcAft>
                <a:spcPct val="10000"/>
              </a:spcAft>
              <a:defRPr/>
            </a:pPr>
            <a:r>
              <a:rPr kumimoji="1" lang="zh-CN" altLang="en-US" sz="2400" b="1" dirty="0">
                <a:solidFill>
                  <a:srgbClr val="000000"/>
                </a:solidFill>
              </a:rPr>
              <a:t>模拟信号一般用数学表达式或波形图等表示，数字信号则常用</a:t>
            </a:r>
            <a:r>
              <a:rPr kumimoji="1" lang="en-US" altLang="zh-CN" sz="2400" b="1" dirty="0">
                <a:solidFill>
                  <a:srgbClr val="000000"/>
                </a:solidFill>
              </a:rPr>
              <a:t>0</a:t>
            </a:r>
            <a:r>
              <a:rPr kumimoji="1" lang="zh-CN" altLang="en-US" sz="2400" b="1" dirty="0">
                <a:solidFill>
                  <a:srgbClr val="000000"/>
                </a:solidFill>
              </a:rPr>
              <a:t>、</a:t>
            </a:r>
            <a:r>
              <a:rPr kumimoji="1" lang="en-US" altLang="zh-CN" sz="2400" b="1" dirty="0">
                <a:solidFill>
                  <a:srgbClr val="000000"/>
                </a:solidFill>
              </a:rPr>
              <a:t>1</a:t>
            </a:r>
            <a:r>
              <a:rPr kumimoji="1" lang="zh-CN" altLang="en-US" sz="2400" b="1" dirty="0">
                <a:solidFill>
                  <a:srgbClr val="000000"/>
                </a:solidFill>
              </a:rPr>
              <a:t>值（即二值数字逻辑）表示，也可以用高、低电平组成的数字波形（即逻辑电平）表示。二值数字逻辑很方便就可用电子器件的开关来实现。</a:t>
            </a:r>
            <a:endParaRPr kumimoji="1" lang="zh-CN" altLang="en-US" sz="2400" b="1" i="0" u="none" strike="noStrike" kern="1200" cap="none" spc="0" normalizeH="0" baseline="0" noProof="0" dirty="0">
              <a:ln>
                <a:noFill/>
              </a:ln>
              <a:solidFill>
                <a:srgbClr val="000000"/>
              </a:solidFill>
              <a:effectLst/>
              <a:uLnTx/>
              <a:uFillTx/>
            </a:endParaRPr>
          </a:p>
        </p:txBody>
      </p:sp>
      <p:pic>
        <p:nvPicPr>
          <p:cNvPr id="5" name="图片 4"/>
          <p:cNvPicPr>
            <a:picLocks noChangeAspect="1"/>
          </p:cNvPicPr>
          <p:nvPr/>
        </p:nvPicPr>
        <p:blipFill>
          <a:blip r:embed="rId1"/>
          <a:stretch>
            <a:fillRect/>
          </a:stretch>
        </p:blipFill>
        <p:spPr>
          <a:xfrm>
            <a:off x="1148747" y="2542032"/>
            <a:ext cx="6790944" cy="1773936"/>
          </a:xfrm>
          <a:prstGeom prst="rect">
            <a:avLst/>
          </a:prstGeom>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Effect transition="in" filter="blinds(horizontal)">
                                      <p:cBhvr>
                                        <p:cTn id="13" dur="500"/>
                                        <p:tgtEl>
                                          <p:spTgt spid="717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172">
                                            <p:txEl>
                                              <p:pRg st="1" end="1"/>
                                            </p:txEl>
                                          </p:spTgt>
                                        </p:tgtEl>
                                        <p:attrNameLst>
                                          <p:attrName>style.visibility</p:attrName>
                                        </p:attrNameLst>
                                      </p:cBhvr>
                                      <p:to>
                                        <p:strVal val="visible"/>
                                      </p:to>
                                    </p:set>
                                    <p:animEffect transition="in" filter="blinds(horizontal)">
                                      <p:cBhvr>
                                        <p:cTn id="18" dur="500"/>
                                        <p:tgtEl>
                                          <p:spTgt spid="7172">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172">
                                            <p:txEl>
                                              <p:pRg st="6" end="6"/>
                                            </p:txEl>
                                          </p:spTgt>
                                        </p:tgtEl>
                                        <p:attrNameLst>
                                          <p:attrName>style.visibility</p:attrName>
                                        </p:attrNameLst>
                                      </p:cBhvr>
                                      <p:to>
                                        <p:strVal val="visible"/>
                                      </p:to>
                                    </p:set>
                                    <p:animEffect transition="in" filter="blinds(horizontal)">
                                      <p:cBhvr>
                                        <p:cTn id="27" dur="500"/>
                                        <p:tgtEl>
                                          <p:spTgt spid="7172">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172">
                                            <p:txEl>
                                              <p:pRg st="7" end="7"/>
                                            </p:txEl>
                                          </p:spTgt>
                                        </p:tgtEl>
                                        <p:attrNameLst>
                                          <p:attrName>style.visibility</p:attrName>
                                        </p:attrNameLst>
                                      </p:cBhvr>
                                      <p:to>
                                        <p:strVal val="visible"/>
                                      </p:to>
                                    </p:set>
                                    <p:animEffect transition="in" filter="blinds(horizontal)">
                                      <p:cBhvr>
                                        <p:cTn id="32" dur="500"/>
                                        <p:tgtEl>
                                          <p:spTgt spid="717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4114800"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1.1  </a:t>
            </a:r>
            <a:r>
              <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数字逻辑系统</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7669213" cy="3050772"/>
          </a:xfrm>
          <a:prstGeom prst="rect">
            <a:avLst/>
          </a:prstGeom>
          <a:noFill/>
          <a:ln w="9525">
            <a:noFill/>
            <a:miter lim="800000"/>
          </a:ln>
          <a:effectLst/>
        </p:spPr>
        <p:txBody>
          <a:bodyPr>
            <a:spAutoFit/>
          </a:bodyPr>
          <a:lstStyle/>
          <a:p>
            <a:pPr lvl="0" eaLnBrk="1" hangingPunct="1">
              <a:lnSpc>
                <a:spcPct val="110000"/>
              </a:lnSpc>
              <a:spcBef>
                <a:spcPct val="10000"/>
              </a:spcBef>
              <a:spcAft>
                <a:spcPct val="10000"/>
              </a:spcAft>
              <a:defRPr/>
            </a:pPr>
            <a:r>
              <a:rPr kumimoji="1" lang="zh-CN" altLang="en-US" sz="2400" b="1" dirty="0">
                <a:solidFill>
                  <a:srgbClr val="000000"/>
                </a:solidFill>
              </a:rPr>
              <a:t>        在分析数字电路时，重点是信号间的逻辑关系，要区别出高、低电平的逻辑状态，而忽略高、低电平的具体数值。数字信号的这种离散的二值信息量常用数字</a:t>
            </a:r>
            <a:r>
              <a:rPr kumimoji="1" lang="en-US" altLang="zh-CN" sz="2400" b="1" dirty="0">
                <a:solidFill>
                  <a:srgbClr val="000000"/>
                </a:solidFill>
              </a:rPr>
              <a:t>0</a:t>
            </a:r>
            <a:r>
              <a:rPr kumimoji="1" lang="zh-CN" altLang="en-US" sz="2400" b="1" dirty="0">
                <a:solidFill>
                  <a:srgbClr val="000000"/>
                </a:solidFill>
              </a:rPr>
              <a:t>和</a:t>
            </a:r>
            <a:r>
              <a:rPr kumimoji="1" lang="en-US" altLang="zh-CN" sz="2400" b="1" dirty="0">
                <a:solidFill>
                  <a:srgbClr val="000000"/>
                </a:solidFill>
              </a:rPr>
              <a:t>1</a:t>
            </a:r>
            <a:r>
              <a:rPr kumimoji="1" lang="zh-CN" altLang="en-US" sz="2400" b="1" dirty="0">
                <a:solidFill>
                  <a:srgbClr val="000000"/>
                </a:solidFill>
              </a:rPr>
              <a:t>来表示，这里的</a:t>
            </a:r>
            <a:r>
              <a:rPr kumimoji="1" lang="en-US" altLang="zh-CN" sz="2400" b="1" dirty="0">
                <a:solidFill>
                  <a:srgbClr val="000000"/>
                </a:solidFill>
              </a:rPr>
              <a:t>0</a:t>
            </a:r>
            <a:r>
              <a:rPr kumimoji="1" lang="zh-CN" altLang="en-US" sz="2400" b="1" dirty="0">
                <a:solidFill>
                  <a:srgbClr val="000000"/>
                </a:solidFill>
              </a:rPr>
              <a:t>和</a:t>
            </a:r>
            <a:r>
              <a:rPr kumimoji="1" lang="en-US" altLang="zh-CN" sz="2400" b="1" dirty="0">
                <a:solidFill>
                  <a:srgbClr val="000000"/>
                </a:solidFill>
              </a:rPr>
              <a:t>1</a:t>
            </a:r>
            <a:r>
              <a:rPr kumimoji="1" lang="zh-CN" altLang="en-US" sz="2400" b="1" dirty="0">
                <a:solidFill>
                  <a:srgbClr val="000000"/>
                </a:solidFill>
              </a:rPr>
              <a:t>没有大小之分，只代表两种对立的状态。</a:t>
            </a:r>
            <a:endParaRPr kumimoji="1" lang="zh-CN" altLang="en-US" sz="2400" b="1" dirty="0">
              <a:solidFill>
                <a:srgbClr val="000000"/>
              </a:solidFill>
            </a:endParaRPr>
          </a:p>
          <a:p>
            <a:pPr lvl="0" eaLnBrk="1" hangingPunct="1">
              <a:lnSpc>
                <a:spcPct val="110000"/>
              </a:lnSpc>
              <a:spcBef>
                <a:spcPct val="10000"/>
              </a:spcBef>
              <a:spcAft>
                <a:spcPct val="10000"/>
              </a:spcAft>
              <a:defRPr/>
            </a:pPr>
            <a:r>
              <a:rPr kumimoji="1" lang="zh-CN" altLang="en-US" sz="2400" b="1" dirty="0">
                <a:solidFill>
                  <a:srgbClr val="000000"/>
                </a:solidFill>
              </a:rPr>
              <a:t>   ● 正逻辑：高电平状态为逻辑</a:t>
            </a:r>
            <a:r>
              <a:rPr kumimoji="1" lang="en-US" altLang="zh-CN" sz="2400" b="1" dirty="0">
                <a:solidFill>
                  <a:srgbClr val="000000"/>
                </a:solidFill>
              </a:rPr>
              <a:t>1</a:t>
            </a:r>
            <a:r>
              <a:rPr kumimoji="1" lang="zh-CN" altLang="en-US" sz="2400" b="1" dirty="0">
                <a:solidFill>
                  <a:srgbClr val="000000"/>
                </a:solidFill>
              </a:rPr>
              <a:t>，低电平状态为逻辑</a:t>
            </a:r>
            <a:r>
              <a:rPr kumimoji="1" lang="en-US" altLang="zh-CN" sz="2400" b="1" dirty="0">
                <a:solidFill>
                  <a:srgbClr val="000000"/>
                </a:solidFill>
              </a:rPr>
              <a:t>0</a:t>
            </a:r>
            <a:r>
              <a:rPr kumimoji="1" lang="zh-CN" altLang="en-US" sz="2400" b="1" dirty="0">
                <a:solidFill>
                  <a:srgbClr val="000000"/>
                </a:solidFill>
              </a:rPr>
              <a:t>。</a:t>
            </a:r>
            <a:endParaRPr kumimoji="1" lang="zh-CN" altLang="en-US" sz="2400" b="1" dirty="0">
              <a:solidFill>
                <a:srgbClr val="000000"/>
              </a:solidFill>
            </a:endParaRPr>
          </a:p>
          <a:p>
            <a:pPr lvl="0" eaLnBrk="1" hangingPunct="1">
              <a:lnSpc>
                <a:spcPct val="110000"/>
              </a:lnSpc>
              <a:spcBef>
                <a:spcPct val="10000"/>
              </a:spcBef>
              <a:spcAft>
                <a:spcPct val="10000"/>
              </a:spcAft>
              <a:defRPr/>
            </a:pPr>
            <a:r>
              <a:rPr kumimoji="1" lang="zh-CN" altLang="en-US" sz="2400" b="1" dirty="0">
                <a:solidFill>
                  <a:srgbClr val="000000"/>
                </a:solidFill>
              </a:rPr>
              <a:t>   ● 负逻辑：低电平状态为逻辑</a:t>
            </a:r>
            <a:r>
              <a:rPr kumimoji="1" lang="en-US" altLang="zh-CN" sz="2400" b="1" dirty="0">
                <a:solidFill>
                  <a:srgbClr val="000000"/>
                </a:solidFill>
              </a:rPr>
              <a:t>1</a:t>
            </a:r>
            <a:r>
              <a:rPr kumimoji="1" lang="zh-CN" altLang="en-US" sz="2400" b="1" dirty="0">
                <a:solidFill>
                  <a:srgbClr val="000000"/>
                </a:solidFill>
              </a:rPr>
              <a:t>，高电平状态为逻辑</a:t>
            </a:r>
            <a:r>
              <a:rPr kumimoji="1" lang="en-US" altLang="zh-CN" sz="2400" b="1" dirty="0">
                <a:solidFill>
                  <a:srgbClr val="000000"/>
                </a:solidFill>
              </a:rPr>
              <a:t>0</a:t>
            </a:r>
            <a:r>
              <a:rPr kumimoji="1" lang="zh-CN" altLang="en-US" sz="2400" b="1" dirty="0">
                <a:solidFill>
                  <a:srgbClr val="000000"/>
                </a:solidFill>
              </a:rPr>
              <a:t>。</a:t>
            </a:r>
            <a:endParaRPr kumimoji="1" lang="zh-CN" altLang="en-US" sz="2400" b="1" dirty="0">
              <a:solidFill>
                <a:srgbClr val="000000"/>
              </a:solidFill>
            </a:endParaRPr>
          </a:p>
        </p:txBody>
      </p:sp>
      <p:pic>
        <p:nvPicPr>
          <p:cNvPr id="2" name="图片 1"/>
          <p:cNvPicPr>
            <a:picLocks noChangeAspect="1"/>
          </p:cNvPicPr>
          <p:nvPr/>
        </p:nvPicPr>
        <p:blipFill>
          <a:blip r:embed="rId1"/>
          <a:stretch>
            <a:fillRect/>
          </a:stretch>
        </p:blipFill>
        <p:spPr>
          <a:xfrm>
            <a:off x="1989745" y="4404335"/>
            <a:ext cx="4848378" cy="2005466"/>
          </a:xfrm>
          <a:prstGeom prst="rect">
            <a:avLst/>
          </a:prstGeom>
        </p:spPr>
      </p:pic>
      <p:sp>
        <p:nvSpPr>
          <p:cNvPr id="5" name="文本框 4"/>
          <p:cNvSpPr txBox="1"/>
          <p:nvPr/>
        </p:nvSpPr>
        <p:spPr>
          <a:xfrm>
            <a:off x="2088178" y="6364260"/>
            <a:ext cx="4651512" cy="369332"/>
          </a:xfrm>
          <a:prstGeom prst="rect">
            <a:avLst/>
          </a:prstGeom>
          <a:noFill/>
        </p:spPr>
        <p:txBody>
          <a:bodyPr wrap="square">
            <a:spAutoFit/>
          </a:bodyPr>
          <a:lstStyle/>
          <a:p>
            <a:pPr algn="ctr"/>
            <a:r>
              <a:rPr lang="zh-CN" altLang="zh-CN" sz="1800" b="1" dirty="0"/>
              <a:t>图</a:t>
            </a:r>
            <a:r>
              <a:rPr lang="en-US" altLang="zh-CN" sz="1800" b="1" dirty="0"/>
              <a:t>1.2  </a:t>
            </a:r>
            <a:r>
              <a:rPr lang="zh-CN" altLang="zh-CN" sz="1800" b="1" dirty="0"/>
              <a:t>数字信号</a:t>
            </a:r>
            <a:endParaRPr lang="zh-CN" altLang="zh-CN" sz="1800"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Effect transition="in" filter="blinds(horizontal)">
                                      <p:cBhvr>
                                        <p:cTn id="13" dur="500"/>
                                        <p:tgtEl>
                                          <p:spTgt spid="717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172">
                                            <p:txEl>
                                              <p:pRg st="1" end="1"/>
                                            </p:txEl>
                                          </p:spTgt>
                                        </p:tgtEl>
                                        <p:attrNameLst>
                                          <p:attrName>style.visibility</p:attrName>
                                        </p:attrNameLst>
                                      </p:cBhvr>
                                      <p:to>
                                        <p:strVal val="visible"/>
                                      </p:to>
                                    </p:set>
                                    <p:animEffect transition="in" filter="blinds(horizontal)">
                                      <p:cBhvr>
                                        <p:cTn id="18" dur="500"/>
                                        <p:tgtEl>
                                          <p:spTgt spid="7172">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7172">
                                            <p:txEl>
                                              <p:pRg st="2" end="2"/>
                                            </p:txEl>
                                          </p:spTgt>
                                        </p:tgtEl>
                                        <p:attrNameLst>
                                          <p:attrName>style.visibility</p:attrName>
                                        </p:attrNameLst>
                                      </p:cBhvr>
                                      <p:to>
                                        <p:strVal val="visible"/>
                                      </p:to>
                                    </p:set>
                                    <p:animEffect transition="in" filter="blinds(horizontal)">
                                      <p:cBhvr>
                                        <p:cTn id="23" dur="500"/>
                                        <p:tgtEl>
                                          <p:spTgt spid="7172">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P spid="5" grpId="0"/>
      <p:bldP spid="5"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4114800"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1.1  </a:t>
            </a:r>
            <a:r>
              <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数字逻辑系统</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7669213" cy="2792239"/>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1.1.2</a:t>
            </a:r>
            <a:r>
              <a:rPr kumimoji="1" lang="en-US" altLang="zh-CN" sz="2800" b="1" i="0" u="none" strike="noStrike" kern="1200" cap="none" spc="0" normalizeH="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数字</a:t>
            </a:r>
            <a:r>
              <a:rPr kumimoji="1" lang="zh-CN" altLang="en-US" b="1" dirty="0">
                <a:solidFill>
                  <a:srgbClr val="CC6600"/>
                </a:solidFill>
                <a:effectLst>
                  <a:outerShdw blurRad="38100" dist="38100" dir="2700000" algn="tl">
                    <a:srgbClr val="000000"/>
                  </a:outerShdw>
                </a:effectLst>
              </a:rPr>
              <a:t>波形</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lvl="0" eaLnBrk="1" hangingPunct="1">
              <a:lnSpc>
                <a:spcPct val="110000"/>
              </a:lnSpc>
              <a:spcBef>
                <a:spcPct val="10000"/>
              </a:spcBef>
              <a:spcAft>
                <a:spcPct val="10000"/>
              </a:spcAft>
              <a:defRPr/>
            </a:pPr>
            <a:r>
              <a:rPr kumimoji="1" lang="zh-CN" altLang="en-US" sz="2400" b="1" dirty="0">
                <a:solidFill>
                  <a:srgbClr val="000000"/>
                </a:solidFill>
              </a:rPr>
              <a:t>     </a:t>
            </a:r>
            <a:r>
              <a:rPr kumimoji="1" lang="en-US" altLang="zh-CN" sz="2400" b="1" dirty="0">
                <a:solidFill>
                  <a:srgbClr val="000000"/>
                </a:solidFill>
              </a:rPr>
              <a:t>1. </a:t>
            </a:r>
            <a:r>
              <a:rPr kumimoji="1" lang="zh-CN" altLang="en-US" sz="2400" b="1" dirty="0">
                <a:solidFill>
                  <a:srgbClr val="000000"/>
                </a:solidFill>
              </a:rPr>
              <a:t>数字波形：逻辑电平对时间的图形表示。数字信号有两种传输波形，一种是非归零型，另一种是归零型。</a:t>
            </a:r>
            <a:endParaRPr kumimoji="1" lang="en-US" altLang="zh-CN" sz="2400" b="1" dirty="0">
              <a:solidFill>
                <a:srgbClr val="000000"/>
              </a:solidFill>
            </a:endParaRPr>
          </a:p>
          <a:p>
            <a:pPr lvl="0" eaLnBrk="1" hangingPunct="1">
              <a:lnSpc>
                <a:spcPct val="110000"/>
              </a:lnSpc>
              <a:spcBef>
                <a:spcPct val="10000"/>
              </a:spcBef>
              <a:spcAft>
                <a:spcPct val="10000"/>
              </a:spcAft>
              <a:defRPr/>
            </a:pPr>
            <a:r>
              <a:rPr kumimoji="1" lang="zh-CN" altLang="en-US" sz="2400" b="1" dirty="0">
                <a:solidFill>
                  <a:srgbClr val="000000"/>
                </a:solidFill>
              </a:rPr>
              <a:t>        数字波形是表达数字电路动态特性的有效工具之一。</a:t>
            </a:r>
            <a:endParaRPr kumimoji="1" lang="en-US" altLang="zh-CN" sz="2400" b="1" dirty="0">
              <a:solidFill>
                <a:srgbClr val="000000"/>
              </a:solidFill>
            </a:endParaRPr>
          </a:p>
          <a:p>
            <a:pPr lvl="0" eaLnBrk="1" hangingPunct="1">
              <a:lnSpc>
                <a:spcPct val="110000"/>
              </a:lnSpc>
              <a:spcBef>
                <a:spcPct val="10000"/>
              </a:spcBef>
              <a:spcAft>
                <a:spcPct val="10000"/>
              </a:spcAft>
              <a:defRPr/>
            </a:pPr>
            <a:r>
              <a:rPr kumimoji="1" lang="en-US" altLang="zh-CN" sz="2400" b="1" dirty="0">
                <a:solidFill>
                  <a:srgbClr val="000000"/>
                </a:solidFill>
              </a:rPr>
              <a:t>     2. </a:t>
            </a:r>
            <a:r>
              <a:rPr kumimoji="1" lang="zh-CN" altLang="en-US" sz="2400" b="1" dirty="0">
                <a:solidFill>
                  <a:srgbClr val="000000"/>
                </a:solidFill>
              </a:rPr>
              <a:t>波形图：将数字电路输入变量的每一种取值与相应的输出值按照时间顺序依次排列得到的图形。</a:t>
            </a:r>
            <a:endParaRPr kumimoji="1" lang="en-US" altLang="zh-CN" sz="2400" b="1" dirty="0">
              <a:solidFill>
                <a:srgbClr val="000000"/>
              </a:solidFill>
            </a:endParaRPr>
          </a:p>
        </p:txBody>
      </p:sp>
      <p:pic>
        <p:nvPicPr>
          <p:cNvPr id="2" name="图片 1"/>
          <p:cNvPicPr>
            <a:picLocks noChangeAspect="1"/>
          </p:cNvPicPr>
          <p:nvPr/>
        </p:nvPicPr>
        <p:blipFill>
          <a:blip r:embed="rId1"/>
          <a:stretch>
            <a:fillRect/>
          </a:stretch>
        </p:blipFill>
        <p:spPr>
          <a:xfrm>
            <a:off x="1781810" y="4119880"/>
            <a:ext cx="5429250" cy="2035810"/>
          </a:xfrm>
          <a:prstGeom prst="rect">
            <a:avLst/>
          </a:prstGeom>
        </p:spPr>
      </p:pic>
      <p:sp>
        <p:nvSpPr>
          <p:cNvPr id="4" name="文本框 3"/>
          <p:cNvSpPr txBox="1"/>
          <p:nvPr/>
        </p:nvSpPr>
        <p:spPr>
          <a:xfrm>
            <a:off x="2335223" y="6155947"/>
            <a:ext cx="4651512" cy="369332"/>
          </a:xfrm>
          <a:prstGeom prst="rect">
            <a:avLst/>
          </a:prstGeom>
          <a:noFill/>
        </p:spPr>
        <p:txBody>
          <a:bodyPr wrap="square">
            <a:spAutoFit/>
          </a:bodyPr>
          <a:lstStyle/>
          <a:p>
            <a:pPr algn="ctr"/>
            <a:r>
              <a:rPr lang="zh-CN" altLang="zh-CN" sz="1800" b="1" dirty="0"/>
              <a:t>图</a:t>
            </a:r>
            <a:r>
              <a:rPr lang="en-US" altLang="zh-CN" sz="1800" b="1" dirty="0"/>
              <a:t>1.3 </a:t>
            </a:r>
            <a:r>
              <a:rPr lang="zh-CN" altLang="zh-CN" sz="1800" b="1" dirty="0"/>
              <a:t>数字波形</a:t>
            </a:r>
            <a:endParaRPr lang="zh-CN" altLang="zh-CN" sz="1800" b="1"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Effect transition="in" filter="blinds(horizontal)">
                                      <p:cBhvr>
                                        <p:cTn id="13" dur="500"/>
                                        <p:tgtEl>
                                          <p:spTgt spid="717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172">
                                            <p:txEl>
                                              <p:pRg st="1" end="1"/>
                                            </p:txEl>
                                          </p:spTgt>
                                        </p:tgtEl>
                                        <p:attrNameLst>
                                          <p:attrName>style.visibility</p:attrName>
                                        </p:attrNameLst>
                                      </p:cBhvr>
                                      <p:to>
                                        <p:strVal val="visible"/>
                                      </p:to>
                                    </p:set>
                                    <p:animEffect transition="in" filter="blinds(horizontal)">
                                      <p:cBhvr>
                                        <p:cTn id="18" dur="500"/>
                                        <p:tgtEl>
                                          <p:spTgt spid="7172">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7172">
                                            <p:txEl>
                                              <p:pRg st="2" end="2"/>
                                            </p:txEl>
                                          </p:spTgt>
                                        </p:tgtEl>
                                        <p:attrNameLst>
                                          <p:attrName>style.visibility</p:attrName>
                                        </p:attrNameLst>
                                      </p:cBhvr>
                                      <p:to>
                                        <p:strVal val="visible"/>
                                      </p:to>
                                    </p:set>
                                    <p:animEffect transition="in" filter="blinds(horizontal)">
                                      <p:cBhvr>
                                        <p:cTn id="23" dur="500"/>
                                        <p:tgtEl>
                                          <p:spTgt spid="7172">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7172">
                                            <p:txEl>
                                              <p:pRg st="3" end="3"/>
                                            </p:txEl>
                                          </p:spTgt>
                                        </p:tgtEl>
                                        <p:attrNameLst>
                                          <p:attrName>style.visibility</p:attrName>
                                        </p:attrNameLst>
                                      </p:cBhvr>
                                      <p:to>
                                        <p:strVal val="visible"/>
                                      </p:to>
                                    </p:set>
                                    <p:animEffect transition="in" filter="blinds(horizontal)">
                                      <p:cBhvr>
                                        <p:cTn id="28" dur="500"/>
                                        <p:tgtEl>
                                          <p:spTgt spid="7172">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4114800"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1.1  </a:t>
            </a:r>
            <a:r>
              <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数字逻辑系统</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7669213" cy="3752502"/>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1.1.3 </a:t>
            </a:r>
            <a:r>
              <a:rPr kumimoji="1" lang="zh-CN" altLang="en-US"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数字逻辑系统特点</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lvl="0" eaLnBrk="1" hangingPunct="1">
              <a:lnSpc>
                <a:spcPct val="110000"/>
              </a:lnSpc>
              <a:spcBef>
                <a:spcPct val="10000"/>
              </a:spcBef>
              <a:spcAft>
                <a:spcPct val="10000"/>
              </a:spcAft>
              <a:defRPr/>
            </a:pPr>
            <a:r>
              <a:rPr kumimoji="1" lang="zh-CN" altLang="en-US" sz="2400" b="1" dirty="0">
                <a:solidFill>
                  <a:srgbClr val="000000"/>
                </a:solidFill>
              </a:rPr>
              <a:t>        处理模拟信号的系统称为模拟系统，处理数字信号的系统称为数字逻辑系统。当系统的规模较小时，又称为电路。</a:t>
            </a:r>
            <a:endParaRPr kumimoji="1" lang="en-US" altLang="zh-CN" sz="2400" b="1" dirty="0">
              <a:solidFill>
                <a:srgbClr val="000000"/>
              </a:solidFill>
            </a:endParaRPr>
          </a:p>
          <a:p>
            <a:pPr lvl="0" eaLnBrk="1" hangingPunct="1">
              <a:lnSpc>
                <a:spcPct val="110000"/>
              </a:lnSpc>
              <a:spcBef>
                <a:spcPct val="10000"/>
              </a:spcBef>
              <a:spcAft>
                <a:spcPct val="10000"/>
              </a:spcAft>
              <a:defRPr/>
            </a:pPr>
            <a:r>
              <a:rPr kumimoji="1" lang="zh-CN" altLang="en-US" sz="2400" b="1" dirty="0">
                <a:solidFill>
                  <a:srgbClr val="FF0000"/>
                </a:solidFill>
              </a:rPr>
              <a:t>数字逻辑系统的特点</a:t>
            </a:r>
            <a:r>
              <a:rPr kumimoji="1" lang="zh-CN" altLang="en-US" sz="2400" b="1" dirty="0">
                <a:solidFill>
                  <a:srgbClr val="000000"/>
                </a:solidFill>
              </a:rPr>
              <a:t>：</a:t>
            </a:r>
            <a:endParaRPr kumimoji="1" lang="zh-CN" altLang="en-US" sz="2400" b="1" dirty="0">
              <a:solidFill>
                <a:srgbClr val="000000"/>
              </a:solidFill>
            </a:endParaRPr>
          </a:p>
          <a:p>
            <a:pPr lvl="0" eaLnBrk="1" hangingPunct="1">
              <a:lnSpc>
                <a:spcPct val="110000"/>
              </a:lnSpc>
              <a:spcBef>
                <a:spcPct val="10000"/>
              </a:spcBef>
              <a:spcAft>
                <a:spcPct val="10000"/>
              </a:spcAft>
              <a:defRPr/>
            </a:pPr>
            <a:r>
              <a:rPr kumimoji="1" lang="en-US" altLang="zh-CN" sz="2400" b="1" dirty="0">
                <a:solidFill>
                  <a:srgbClr val="000000"/>
                </a:solidFill>
              </a:rPr>
              <a:t>        1.</a:t>
            </a:r>
            <a:r>
              <a:rPr kumimoji="1" lang="zh-CN" altLang="en-US" sz="2400" b="1" dirty="0">
                <a:solidFill>
                  <a:srgbClr val="000000"/>
                </a:solidFill>
              </a:rPr>
              <a:t>具有算术运算和逻辑运算功能</a:t>
            </a:r>
            <a:endParaRPr kumimoji="1" lang="en-US" altLang="zh-CN" sz="2400" b="1" dirty="0">
              <a:solidFill>
                <a:srgbClr val="000000"/>
              </a:solidFill>
            </a:endParaRPr>
          </a:p>
          <a:p>
            <a:pPr lvl="0" eaLnBrk="1" hangingPunct="1">
              <a:lnSpc>
                <a:spcPct val="110000"/>
              </a:lnSpc>
              <a:spcBef>
                <a:spcPct val="10000"/>
              </a:spcBef>
              <a:spcAft>
                <a:spcPct val="10000"/>
              </a:spcAft>
              <a:defRPr/>
            </a:pPr>
            <a:r>
              <a:rPr kumimoji="1" lang="en-US" altLang="zh-CN" sz="2400" b="1" dirty="0">
                <a:solidFill>
                  <a:srgbClr val="000000"/>
                </a:solidFill>
              </a:rPr>
              <a:t>        2.</a:t>
            </a:r>
            <a:r>
              <a:rPr kumimoji="1" lang="zh-CN" altLang="en-US" sz="2400" b="1" dirty="0">
                <a:solidFill>
                  <a:srgbClr val="000000"/>
                </a:solidFill>
              </a:rPr>
              <a:t>实现简单，系统可靠</a:t>
            </a:r>
            <a:endParaRPr kumimoji="1" lang="en-US" altLang="zh-CN" sz="2400" b="1" dirty="0">
              <a:solidFill>
                <a:srgbClr val="000000"/>
              </a:solidFill>
            </a:endParaRPr>
          </a:p>
          <a:p>
            <a:pPr lvl="0" eaLnBrk="1" hangingPunct="1">
              <a:lnSpc>
                <a:spcPct val="110000"/>
              </a:lnSpc>
              <a:spcBef>
                <a:spcPct val="10000"/>
              </a:spcBef>
              <a:spcAft>
                <a:spcPct val="10000"/>
              </a:spcAft>
              <a:defRPr/>
            </a:pPr>
            <a:r>
              <a:rPr kumimoji="1" lang="en-US" altLang="zh-CN" sz="2400" b="1" dirty="0">
                <a:solidFill>
                  <a:srgbClr val="000000"/>
                </a:solidFill>
              </a:rPr>
              <a:t>        3.</a:t>
            </a:r>
            <a:r>
              <a:rPr kumimoji="1" lang="zh-CN" altLang="en-US" sz="2400" b="1" dirty="0">
                <a:solidFill>
                  <a:srgbClr val="000000"/>
                </a:solidFill>
              </a:rPr>
              <a:t>集成度高，分析和设计的可编程性</a:t>
            </a:r>
            <a:endParaRPr kumimoji="1" lang="zh-CN" altLang="en-US" sz="2400" b="1" dirty="0">
              <a:solidFill>
                <a:srgbClr val="000000"/>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Effect transition="in" filter="blinds(horizontal)">
                                      <p:cBhvr>
                                        <p:cTn id="13" dur="500"/>
                                        <p:tgtEl>
                                          <p:spTgt spid="717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172">
                                            <p:txEl>
                                              <p:pRg st="1" end="1"/>
                                            </p:txEl>
                                          </p:spTgt>
                                        </p:tgtEl>
                                        <p:attrNameLst>
                                          <p:attrName>style.visibility</p:attrName>
                                        </p:attrNameLst>
                                      </p:cBhvr>
                                      <p:to>
                                        <p:strVal val="visible"/>
                                      </p:to>
                                    </p:set>
                                    <p:animEffect transition="in" filter="blinds(horizontal)">
                                      <p:cBhvr>
                                        <p:cTn id="18" dur="500"/>
                                        <p:tgtEl>
                                          <p:spTgt spid="7172">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72">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172">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172">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17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4114800"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1.2  </a:t>
            </a:r>
            <a:r>
              <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计算机系统</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7669213" cy="4608121"/>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1.2.1 </a:t>
            </a:r>
            <a:r>
              <a:rPr kumimoji="1" lang="zh-CN" altLang="en-US"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计算机系统组成</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lvl="0" eaLnBrk="1" hangingPunct="1">
              <a:lnSpc>
                <a:spcPct val="110000"/>
              </a:lnSpc>
              <a:spcBef>
                <a:spcPts val="1200"/>
              </a:spcBef>
              <a:spcAft>
                <a:spcPct val="10000"/>
              </a:spcAft>
              <a:defRPr/>
            </a:pPr>
            <a:r>
              <a:rPr kumimoji="1" lang="zh-CN" altLang="en-US" sz="2400" b="1" dirty="0">
                <a:solidFill>
                  <a:srgbClr val="FF0000"/>
                </a:solidFill>
              </a:rPr>
              <a:t>冯</a:t>
            </a:r>
            <a:r>
              <a:rPr kumimoji="1" lang="en-US" altLang="zh-CN" sz="2400" b="1" dirty="0">
                <a:solidFill>
                  <a:srgbClr val="FF0000"/>
                </a:solidFill>
              </a:rPr>
              <a:t>·</a:t>
            </a:r>
            <a:r>
              <a:rPr kumimoji="1" lang="zh-CN" altLang="en-US" sz="2400" b="1" dirty="0">
                <a:solidFill>
                  <a:srgbClr val="FF0000"/>
                </a:solidFill>
              </a:rPr>
              <a:t>诺依曼结构的思想</a:t>
            </a:r>
            <a:r>
              <a:rPr kumimoji="1" lang="zh-CN" altLang="en-US" sz="2400" b="1" dirty="0">
                <a:solidFill>
                  <a:srgbClr val="000000"/>
                </a:solidFill>
              </a:rPr>
              <a:t>：</a:t>
            </a:r>
            <a:endParaRPr kumimoji="1" lang="zh-CN" altLang="en-US" sz="2400" b="1" dirty="0">
              <a:solidFill>
                <a:srgbClr val="000000"/>
              </a:solidFill>
            </a:endParaRPr>
          </a:p>
          <a:p>
            <a:pPr lvl="0" eaLnBrk="1" hangingPunct="1">
              <a:lnSpc>
                <a:spcPct val="110000"/>
              </a:lnSpc>
              <a:spcBef>
                <a:spcPct val="10000"/>
              </a:spcBef>
              <a:spcAft>
                <a:spcPct val="10000"/>
              </a:spcAft>
              <a:defRPr/>
            </a:pPr>
            <a:r>
              <a:rPr kumimoji="1" lang="zh-CN" altLang="en-US" sz="2400" b="1" dirty="0">
                <a:solidFill>
                  <a:srgbClr val="000000"/>
                </a:solidFill>
              </a:rPr>
              <a:t>        ● 计算机应具有运算器、控制器、存储器、输入设备和输出设备五大基本部件；</a:t>
            </a:r>
            <a:endParaRPr kumimoji="1" lang="zh-CN" altLang="en-US" sz="2400" b="1" dirty="0">
              <a:solidFill>
                <a:srgbClr val="000000"/>
              </a:solidFill>
            </a:endParaRPr>
          </a:p>
          <a:p>
            <a:pPr lvl="0" eaLnBrk="1" hangingPunct="1">
              <a:lnSpc>
                <a:spcPct val="110000"/>
              </a:lnSpc>
              <a:spcBef>
                <a:spcPct val="10000"/>
              </a:spcBef>
              <a:spcAft>
                <a:spcPct val="10000"/>
              </a:spcAft>
              <a:defRPr/>
            </a:pPr>
            <a:r>
              <a:rPr kumimoji="1" lang="zh-CN" altLang="en-US" sz="2400" b="1" dirty="0">
                <a:solidFill>
                  <a:srgbClr val="000000"/>
                </a:solidFill>
              </a:rPr>
              <a:t>        ● 计算机内部以二进制形式表示指令和数据。每条指令由操作码和地址码两部分组成，操作码指出指令的操作类型，地址码指出操作数的地址。一个程序由一串指令组成，而一个指令最终是由一串</a:t>
            </a:r>
            <a:r>
              <a:rPr kumimoji="1" lang="en-US" altLang="zh-CN" sz="2400" b="1" dirty="0">
                <a:solidFill>
                  <a:srgbClr val="000000"/>
                </a:solidFill>
              </a:rPr>
              <a:t>0</a:t>
            </a:r>
            <a:r>
              <a:rPr kumimoji="1" lang="zh-CN" altLang="en-US" sz="2400" b="1" dirty="0">
                <a:solidFill>
                  <a:srgbClr val="000000"/>
                </a:solidFill>
              </a:rPr>
              <a:t>、</a:t>
            </a:r>
            <a:r>
              <a:rPr kumimoji="1" lang="en-US" altLang="zh-CN" sz="2400" b="1" dirty="0">
                <a:solidFill>
                  <a:srgbClr val="000000"/>
                </a:solidFill>
              </a:rPr>
              <a:t>1</a:t>
            </a:r>
            <a:r>
              <a:rPr kumimoji="1" lang="zh-CN" altLang="en-US" sz="2400" b="1" dirty="0">
                <a:solidFill>
                  <a:srgbClr val="000000"/>
                </a:solidFill>
              </a:rPr>
              <a:t>序列组成；</a:t>
            </a:r>
            <a:endParaRPr kumimoji="1" lang="zh-CN" altLang="en-US" sz="2400" b="1" dirty="0">
              <a:solidFill>
                <a:srgbClr val="000000"/>
              </a:solidFill>
            </a:endParaRPr>
          </a:p>
          <a:p>
            <a:pPr lvl="0" eaLnBrk="1" hangingPunct="1">
              <a:lnSpc>
                <a:spcPct val="110000"/>
              </a:lnSpc>
              <a:spcBef>
                <a:spcPct val="10000"/>
              </a:spcBef>
              <a:spcAft>
                <a:spcPct val="10000"/>
              </a:spcAft>
              <a:defRPr/>
            </a:pPr>
            <a:r>
              <a:rPr kumimoji="1" lang="zh-CN" altLang="en-US" sz="2400" b="1" dirty="0">
                <a:solidFill>
                  <a:srgbClr val="000000"/>
                </a:solidFill>
              </a:rPr>
              <a:t>        ● 采用“存储程序”工作方式。存储器不仅存放数据，也存放指令。</a:t>
            </a:r>
            <a:endParaRPr kumimoji="1" lang="zh-CN" altLang="en-US" sz="2400" b="1" dirty="0">
              <a:solidFill>
                <a:srgbClr val="000000"/>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172">
                                            <p:txEl>
                                              <p:pRg st="0" end="0"/>
                                            </p:txEl>
                                          </p:spTgt>
                                        </p:tgtEl>
                                        <p:attrNameLst>
                                          <p:attrName>style.visibility</p:attrName>
                                        </p:attrNameLst>
                                      </p:cBhvr>
                                      <p:to>
                                        <p:strVal val="visible"/>
                                      </p:to>
                                    </p:set>
                                    <p:animEffect transition="in" filter="blinds(horizontal)">
                                      <p:cBhvr>
                                        <p:cTn id="13" dur="500"/>
                                        <p:tgtEl>
                                          <p:spTgt spid="717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7172">
                                            <p:txEl>
                                              <p:pRg st="1" end="1"/>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7172">
                                            <p:txEl>
                                              <p:pRg st="2" end="2"/>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7172">
                                            <p:txEl>
                                              <p:pRg st="3" end="3"/>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717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4114800"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1.2  </a:t>
            </a:r>
            <a:r>
              <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计算机系统</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7669213" cy="5478808"/>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1.2.1 </a:t>
            </a:r>
            <a:r>
              <a:rPr kumimoji="1" lang="zh-CN" altLang="en-US"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计算机系统组成</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lvl="0" eaLnBrk="1" hangingPunct="1">
              <a:lnSpc>
                <a:spcPct val="110000"/>
              </a:lnSpc>
              <a:spcBef>
                <a:spcPts val="290"/>
              </a:spcBef>
              <a:spcAft>
                <a:spcPct val="10000"/>
              </a:spcAft>
              <a:defRPr/>
            </a:pPr>
            <a:r>
              <a:rPr kumimoji="1" lang="en-US" altLang="zh-CN" sz="2400" b="1" dirty="0">
                <a:solidFill>
                  <a:srgbClr val="FF0000"/>
                </a:solidFill>
              </a:rPr>
              <a:t>1.</a:t>
            </a:r>
            <a:r>
              <a:rPr kumimoji="1" lang="zh-CN" altLang="en-US" sz="2400" b="1" dirty="0">
                <a:solidFill>
                  <a:srgbClr val="FF0000"/>
                </a:solidFill>
              </a:rPr>
              <a:t>中央处理器</a:t>
            </a:r>
            <a:r>
              <a:rPr kumimoji="1" lang="en-US" altLang="zh-CN" sz="2400" b="1" dirty="0">
                <a:solidFill>
                  <a:srgbClr val="FF0000"/>
                </a:solidFill>
              </a:rPr>
              <a:t>CPU</a:t>
            </a:r>
            <a:endParaRPr kumimoji="1" lang="en-US" altLang="zh-CN" sz="2400" b="1" dirty="0">
              <a:solidFill>
                <a:srgbClr val="FF0000"/>
              </a:solidFill>
            </a:endParaRPr>
          </a:p>
          <a:p>
            <a:pPr lvl="0" eaLnBrk="1" hangingPunct="1">
              <a:lnSpc>
                <a:spcPct val="110000"/>
              </a:lnSpc>
              <a:spcBef>
                <a:spcPts val="290"/>
              </a:spcBef>
              <a:spcAft>
                <a:spcPct val="10000"/>
              </a:spcAft>
              <a:defRPr/>
            </a:pPr>
            <a:r>
              <a:rPr kumimoji="1" lang="en-US" altLang="zh-CN" sz="2400" b="1" dirty="0"/>
              <a:t>     CPU</a:t>
            </a:r>
            <a:r>
              <a:rPr kumimoji="1" lang="zh-CN" altLang="en-US" sz="2400" b="1" dirty="0"/>
              <a:t>是计算机的运算和指挥控制中心，包含运算器和控制器，其中运算器负责数据运算，控制器负责协调并控制计算机各部件执行程序的指令序列，包括取指令、分析指令和执行指令。</a:t>
            </a:r>
            <a:endParaRPr kumimoji="1" lang="en-US" altLang="zh-CN" sz="2400" b="1" dirty="0"/>
          </a:p>
          <a:p>
            <a:pPr lvl="0" eaLnBrk="1" hangingPunct="1">
              <a:lnSpc>
                <a:spcPct val="110000"/>
              </a:lnSpc>
              <a:spcBef>
                <a:spcPts val="290"/>
              </a:spcBef>
              <a:spcAft>
                <a:spcPct val="10000"/>
              </a:spcAft>
              <a:defRPr/>
            </a:pPr>
            <a:r>
              <a:rPr kumimoji="1" lang="en-US" altLang="zh-CN" sz="2200" b="1" dirty="0"/>
              <a:t>       1</a:t>
            </a:r>
            <a:r>
              <a:rPr kumimoji="1" lang="zh-CN" altLang="en-US" sz="2200" b="1" dirty="0"/>
              <a:t>）运算器：是计算机对数据进行加工处理的中心，主要由算术逻辑单元（ </a:t>
            </a:r>
            <a:r>
              <a:rPr kumimoji="1" lang="en-US" altLang="zh-CN" sz="2200" b="1" dirty="0"/>
              <a:t>ALU</a:t>
            </a:r>
            <a:r>
              <a:rPr kumimoji="1" lang="zh-CN" altLang="en-US" sz="2200" b="1" dirty="0"/>
              <a:t>）、暂存寄存器、累加寄存器、通用寄存器组、程序状态字寄存器、移位器、计数器等组成。</a:t>
            </a:r>
            <a:endParaRPr kumimoji="1" lang="en-US" altLang="zh-CN" sz="2200" b="1" dirty="0"/>
          </a:p>
          <a:p>
            <a:pPr lvl="0" eaLnBrk="1" hangingPunct="1">
              <a:lnSpc>
                <a:spcPct val="110000"/>
              </a:lnSpc>
              <a:spcBef>
                <a:spcPts val="290"/>
              </a:spcBef>
              <a:spcAft>
                <a:spcPct val="10000"/>
              </a:spcAft>
              <a:defRPr/>
            </a:pPr>
            <a:r>
              <a:rPr kumimoji="1" lang="en-US" altLang="zh-CN" sz="2200" b="1" dirty="0"/>
              <a:t>       2</a:t>
            </a:r>
            <a:r>
              <a:rPr kumimoji="1" lang="zh-CN" altLang="en-US" sz="2200" b="1" dirty="0"/>
              <a:t>）控制器</a:t>
            </a:r>
            <a:r>
              <a:rPr kumimoji="1" lang="en-US" altLang="zh-CN" sz="2200" b="1" dirty="0"/>
              <a:t>CU</a:t>
            </a:r>
            <a:r>
              <a:rPr kumimoji="1" lang="zh-CN" altLang="en-US" sz="2200" b="1" dirty="0"/>
              <a:t>：是计算机系统的指挥中枢，由程序计数器（</a:t>
            </a:r>
            <a:r>
              <a:rPr kumimoji="1" lang="en-US" altLang="zh-CN" sz="2200" b="1" dirty="0"/>
              <a:t>PC</a:t>
            </a:r>
            <a:r>
              <a:rPr kumimoji="1" lang="zh-CN" altLang="en-US" sz="2200" b="1" dirty="0"/>
              <a:t>）、指令寄存器（</a:t>
            </a:r>
            <a:r>
              <a:rPr kumimoji="1" lang="en-US" altLang="zh-CN" sz="2200" b="1" dirty="0"/>
              <a:t>IR</a:t>
            </a:r>
            <a:r>
              <a:rPr kumimoji="1" lang="zh-CN" altLang="en-US" sz="2200" b="1" dirty="0"/>
              <a:t>）、指令译码器、存储器地址寄存器、存储器数据寄存器、时序系统和微操作信号发生器等组成。</a:t>
            </a:r>
            <a:endParaRPr kumimoji="1" lang="zh-CN" altLang="en-US" sz="2200" b="1" dirty="0">
              <a:solidFill>
                <a:srgbClr val="000000"/>
              </a:solidFill>
            </a:endParaRPr>
          </a:p>
        </p:txBody>
      </p:sp>
    </p:spTree>
  </p:cSld>
  <p:clrMapOvr>
    <a:masterClrMapping/>
  </p:clrMapOvr>
  <p:transition spd="med">
    <p:zo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4114800"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1.2  </a:t>
            </a:r>
            <a:r>
              <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计算机系统</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7669213" cy="5234446"/>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1.2.1 </a:t>
            </a:r>
            <a:r>
              <a:rPr kumimoji="1" lang="zh-CN" altLang="en-US"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计算机系统组成</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a:p>
            <a:pPr lvl="0" eaLnBrk="1" hangingPunct="1">
              <a:lnSpc>
                <a:spcPct val="110000"/>
              </a:lnSpc>
              <a:spcBef>
                <a:spcPts val="290"/>
              </a:spcBef>
              <a:spcAft>
                <a:spcPct val="10000"/>
              </a:spcAft>
              <a:defRPr/>
            </a:pPr>
            <a:r>
              <a:rPr kumimoji="1" lang="en-US" altLang="zh-CN" sz="2400" b="1" dirty="0">
                <a:solidFill>
                  <a:srgbClr val="FF0000"/>
                </a:solidFill>
              </a:rPr>
              <a:t>2.</a:t>
            </a:r>
            <a:r>
              <a:rPr kumimoji="1" lang="zh-CN" altLang="en-US" sz="2400" b="1" dirty="0">
                <a:solidFill>
                  <a:srgbClr val="FF0000"/>
                </a:solidFill>
              </a:rPr>
              <a:t>存储器：</a:t>
            </a:r>
            <a:r>
              <a:rPr kumimoji="1" lang="zh-CN" altLang="en-US" sz="2400" b="1" dirty="0"/>
              <a:t>是计算机的存储和记忆装置，用来存放数据和程序，它包括内存和外存。</a:t>
            </a:r>
            <a:endParaRPr kumimoji="1" lang="zh-CN" altLang="en-US" sz="2400" b="1" dirty="0"/>
          </a:p>
          <a:p>
            <a:pPr lvl="0" eaLnBrk="1" hangingPunct="1">
              <a:lnSpc>
                <a:spcPct val="110000"/>
              </a:lnSpc>
              <a:spcBef>
                <a:spcPts val="290"/>
              </a:spcBef>
              <a:spcAft>
                <a:spcPct val="10000"/>
              </a:spcAft>
              <a:defRPr/>
            </a:pPr>
            <a:r>
              <a:rPr kumimoji="1" lang="en-US" altLang="zh-CN" sz="2400" b="1" dirty="0">
                <a:solidFill>
                  <a:srgbClr val="FF0000"/>
                </a:solidFill>
              </a:rPr>
              <a:t>3.</a:t>
            </a:r>
            <a:r>
              <a:rPr kumimoji="1" lang="zh-CN" altLang="en-US" sz="2400" b="1" dirty="0">
                <a:solidFill>
                  <a:srgbClr val="FF0000"/>
                </a:solidFill>
              </a:rPr>
              <a:t>输入</a:t>
            </a:r>
            <a:r>
              <a:rPr kumimoji="1" lang="en-US" altLang="zh-CN" sz="2400" b="1" dirty="0">
                <a:solidFill>
                  <a:srgbClr val="FF0000"/>
                </a:solidFill>
              </a:rPr>
              <a:t>/</a:t>
            </a:r>
            <a:r>
              <a:rPr kumimoji="1" lang="zh-CN" altLang="en-US" sz="2400" b="1" dirty="0">
                <a:solidFill>
                  <a:srgbClr val="FF0000"/>
                </a:solidFill>
              </a:rPr>
              <a:t>输出设备：</a:t>
            </a:r>
            <a:r>
              <a:rPr kumimoji="1" lang="zh-CN" altLang="en-US" sz="2400" b="1" dirty="0"/>
              <a:t>用来和用户进行交互，包括为计算机提供数据或信息的输入设备和接收从计算机出来的信息或数据的输出设备。</a:t>
            </a:r>
            <a:endParaRPr kumimoji="1" lang="zh-CN" altLang="en-US" sz="2400" b="1" dirty="0"/>
          </a:p>
          <a:p>
            <a:pPr lvl="0" eaLnBrk="1" hangingPunct="1">
              <a:lnSpc>
                <a:spcPct val="110000"/>
              </a:lnSpc>
              <a:spcBef>
                <a:spcPts val="290"/>
              </a:spcBef>
              <a:spcAft>
                <a:spcPct val="10000"/>
              </a:spcAft>
              <a:defRPr/>
            </a:pPr>
            <a:r>
              <a:rPr kumimoji="1" lang="en-US" altLang="zh-CN" sz="2400" b="1" dirty="0">
                <a:solidFill>
                  <a:srgbClr val="FF0000"/>
                </a:solidFill>
              </a:rPr>
              <a:t>4.</a:t>
            </a:r>
            <a:r>
              <a:rPr kumimoji="1" lang="zh-CN" altLang="en-US" sz="2400" b="1" dirty="0">
                <a:solidFill>
                  <a:srgbClr val="FF0000"/>
                </a:solidFill>
              </a:rPr>
              <a:t>计算机总线：</a:t>
            </a:r>
            <a:r>
              <a:rPr kumimoji="1" lang="zh-CN" altLang="en-US" sz="2400" b="1" dirty="0"/>
              <a:t>是在各部件间或设备间的一组进行互连和传输信息的信号线，其传输的信息包括指令、数据和地址。总线通常由地址总线、数据总线和控制总线组成。地址总线的宽度（总线条数）决定了系统能访问的最大内存容量；数据总线的宽度决定了一次可以传送的二进制数据的位数。</a:t>
            </a:r>
            <a:endParaRPr kumimoji="1" lang="zh-CN" altLang="en-US" sz="2400" b="1" dirty="0"/>
          </a:p>
        </p:txBody>
      </p:sp>
    </p:spTree>
  </p:cSld>
  <p:clrMapOvr>
    <a:masterClrMapping/>
  </p:clrMapOvr>
  <p:transition spd="med">
    <p:zo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4114800"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1.2  </a:t>
            </a:r>
            <a:r>
              <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计算机系统</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7669213" cy="527580"/>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1.2.2 </a:t>
            </a:r>
            <a:r>
              <a:rPr kumimoji="1" lang="zh-CN" altLang="en-US"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计算机系统抽象层次</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pic>
        <p:nvPicPr>
          <p:cNvPr id="2" name="图片 1"/>
          <p:cNvPicPr>
            <a:picLocks noChangeAspect="1"/>
          </p:cNvPicPr>
          <p:nvPr/>
        </p:nvPicPr>
        <p:blipFill>
          <a:blip r:embed="rId1"/>
          <a:stretch>
            <a:fillRect/>
          </a:stretch>
        </p:blipFill>
        <p:spPr>
          <a:xfrm>
            <a:off x="2199127" y="2179277"/>
            <a:ext cx="4515782" cy="3903472"/>
          </a:xfrm>
          <a:prstGeom prst="rect">
            <a:avLst/>
          </a:prstGeom>
        </p:spPr>
      </p:pic>
      <p:sp>
        <p:nvSpPr>
          <p:cNvPr id="4" name="文本框 3"/>
          <p:cNvSpPr txBox="1"/>
          <p:nvPr/>
        </p:nvSpPr>
        <p:spPr>
          <a:xfrm>
            <a:off x="2653749" y="5996788"/>
            <a:ext cx="4651512" cy="369332"/>
          </a:xfrm>
          <a:prstGeom prst="rect">
            <a:avLst/>
          </a:prstGeom>
          <a:noFill/>
        </p:spPr>
        <p:txBody>
          <a:bodyPr wrap="square">
            <a:spAutoFit/>
          </a:bodyPr>
          <a:lstStyle/>
          <a:p>
            <a:pPr algn="ctr"/>
            <a:r>
              <a:rPr lang="zh-CN" altLang="en-US" sz="1800" b="1" dirty="0"/>
              <a:t>图</a:t>
            </a:r>
            <a:r>
              <a:rPr lang="en-US" altLang="zh-CN" sz="1800" b="1" dirty="0"/>
              <a:t>1.4 </a:t>
            </a:r>
            <a:r>
              <a:rPr lang="zh-CN" altLang="en-US" sz="1800" b="1" dirty="0"/>
              <a:t>计算机系统抽象层次</a:t>
            </a:r>
            <a:endParaRPr lang="zh-CN" altLang="en-US" sz="1800" b="1" dirty="0"/>
          </a:p>
        </p:txBody>
      </p:sp>
    </p:spTree>
  </p:cSld>
  <p:clrMapOvr>
    <a:masterClrMapping/>
  </p:clrMapOvr>
  <p:transition spd="med">
    <p:zo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307496"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1.3  </a:t>
            </a:r>
            <a:r>
              <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数字逻辑及数字电路</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7669213" cy="527580"/>
          </a:xfrm>
          <a:prstGeom prst="rect">
            <a:avLst/>
          </a:prstGeom>
          <a:noFill/>
          <a:ln w="9525">
            <a:noFill/>
            <a:miter lim="800000"/>
          </a:ln>
          <a:effectLst/>
        </p:spPr>
        <p:txBody>
          <a:bodyPr>
            <a:spAutoFit/>
          </a:bodyPr>
          <a:lstStyle/>
          <a:p>
            <a:pPr lvl="0" eaLnBrk="1" hangingPunct="1">
              <a:lnSpc>
                <a:spcPct val="110000"/>
              </a:lnSpc>
              <a:spcBef>
                <a:spcPct val="10000"/>
              </a:spcBef>
              <a:spcAft>
                <a:spcPct val="10000"/>
              </a:spcAft>
              <a:defRPr/>
            </a:pPr>
            <a:r>
              <a:rPr kumimoji="1" lang="en-US" altLang="zh-CN" b="1" dirty="0">
                <a:solidFill>
                  <a:srgbClr val="CC6600"/>
                </a:solidFill>
                <a:effectLst>
                  <a:outerShdw blurRad="38100" dist="38100" dir="2700000" algn="tl">
                    <a:srgbClr val="000000"/>
                  </a:outerShdw>
                </a:effectLst>
              </a:rPr>
              <a:t>1.3.1 </a:t>
            </a:r>
            <a:r>
              <a:rPr kumimoji="1" lang="zh-CN" altLang="en-US" b="1" dirty="0">
                <a:solidFill>
                  <a:srgbClr val="CC6600"/>
                </a:solidFill>
                <a:effectLst>
                  <a:outerShdw blurRad="38100" dist="38100" dir="2700000" algn="tl">
                    <a:srgbClr val="000000"/>
                  </a:outerShdw>
                </a:effectLst>
              </a:rPr>
              <a:t>数字逻辑及应用</a:t>
            </a:r>
            <a:endParaRPr kumimoji="1" lang="en-US" altLang="zh-CN" b="1" dirty="0">
              <a:solidFill>
                <a:srgbClr val="CC6600"/>
              </a:solidFill>
              <a:effectLst>
                <a:outerShdw blurRad="38100" dist="38100" dir="2700000" algn="tl">
                  <a:srgbClr val="000000"/>
                </a:outerShdw>
              </a:effectLst>
            </a:endParaRPr>
          </a:p>
        </p:txBody>
      </p:sp>
      <p:sp>
        <p:nvSpPr>
          <p:cNvPr id="3" name="Text Box 4"/>
          <p:cNvSpPr txBox="1">
            <a:spLocks noChangeArrowheads="1"/>
          </p:cNvSpPr>
          <p:nvPr/>
        </p:nvSpPr>
        <p:spPr bwMode="auto">
          <a:xfrm>
            <a:off x="737393" y="1742018"/>
            <a:ext cx="7669213" cy="4675511"/>
          </a:xfrm>
          <a:prstGeom prst="rect">
            <a:avLst/>
          </a:prstGeom>
          <a:noFill/>
          <a:ln w="9525">
            <a:noFill/>
            <a:miter lim="800000"/>
          </a:ln>
          <a:effectLst/>
        </p:spPr>
        <p:txBody>
          <a:bodyPr>
            <a:spAutoFit/>
          </a:bodyPr>
          <a:lstStyle/>
          <a:p>
            <a:pPr lvl="0" eaLnBrk="1" hangingPunct="1">
              <a:lnSpc>
                <a:spcPct val="110000"/>
              </a:lnSpc>
              <a:spcBef>
                <a:spcPts val="290"/>
              </a:spcBef>
              <a:spcAft>
                <a:spcPct val="10000"/>
              </a:spcAft>
              <a:defRPr/>
            </a:pPr>
            <a:r>
              <a:rPr kumimoji="1" lang="en-US" altLang="zh-CN" sz="2200" b="1" dirty="0"/>
              <a:t>1. </a:t>
            </a:r>
            <a:r>
              <a:rPr kumimoji="1" lang="zh-CN" altLang="en-US" sz="2200" b="1" dirty="0">
                <a:solidFill>
                  <a:srgbClr val="FF0000"/>
                </a:solidFill>
              </a:rPr>
              <a:t>逻辑代数</a:t>
            </a:r>
            <a:r>
              <a:rPr kumimoji="1" lang="zh-CN" altLang="en-US" sz="2200" b="1" dirty="0"/>
              <a:t>是一种用于描述客观事物逻辑关系的数学方法，又称为布尔代数。它是一种建立在二元（抽象为</a:t>
            </a:r>
            <a:r>
              <a:rPr kumimoji="1" lang="en-US" altLang="zh-CN" sz="2200" b="1" dirty="0"/>
              <a:t>1 </a:t>
            </a:r>
            <a:r>
              <a:rPr kumimoji="1" lang="zh-CN" altLang="en-US" sz="2200" b="1" dirty="0"/>
              <a:t>和</a:t>
            </a:r>
            <a:r>
              <a:rPr kumimoji="1" lang="en-US" altLang="zh-CN" sz="2200" b="1" dirty="0"/>
              <a:t>0</a:t>
            </a:r>
            <a:r>
              <a:rPr kumimoji="1" lang="zh-CN" altLang="en-US" sz="2200" b="1" dirty="0"/>
              <a:t>）逻辑基础上的代数体系，具有与、或、非三种基本运算。广泛地应用于开关电路和数字逻辑电路的变换、分析、简化和设计上。</a:t>
            </a:r>
            <a:endParaRPr kumimoji="1" lang="zh-CN" altLang="en-US" sz="2200" b="1" dirty="0"/>
          </a:p>
          <a:p>
            <a:pPr lvl="0" eaLnBrk="1" hangingPunct="1">
              <a:lnSpc>
                <a:spcPct val="110000"/>
              </a:lnSpc>
              <a:spcBef>
                <a:spcPts val="290"/>
              </a:spcBef>
              <a:spcAft>
                <a:spcPct val="10000"/>
              </a:spcAft>
              <a:defRPr/>
            </a:pPr>
            <a:r>
              <a:rPr kumimoji="1" lang="en-US" altLang="zh-CN" sz="2200" b="1" dirty="0"/>
              <a:t>2.</a:t>
            </a:r>
            <a:r>
              <a:rPr kumimoji="1" lang="zh-CN" altLang="en-US" sz="2200" b="1" dirty="0">
                <a:solidFill>
                  <a:srgbClr val="FF0000"/>
                </a:solidFill>
              </a:rPr>
              <a:t>数字逻辑</a:t>
            </a:r>
            <a:r>
              <a:rPr kumimoji="1" lang="zh-CN" altLang="en-US" sz="2200" b="1" dirty="0"/>
              <a:t>是数字电路逻辑设计的简称，是一种基于二进制的逻辑设计，任务是将逻辑功能转化为逻辑电路的实现，从而实现数字信号的处理和运算。研究具有两个离散状态的开关器件所构成的数字逻辑电路，提供电路的输入与输出关系的理想描述，分析这种描述的特性和电路实现，探讨将数字电路或数字模块互连起来完成特定逻辑功能的理论和方法。</a:t>
            </a:r>
            <a:endParaRPr kumimoji="1" lang="en-US" altLang="zh-CN" sz="2200" b="1" dirty="0"/>
          </a:p>
          <a:p>
            <a:pPr lvl="0" eaLnBrk="1" hangingPunct="1">
              <a:lnSpc>
                <a:spcPct val="110000"/>
              </a:lnSpc>
              <a:spcBef>
                <a:spcPts val="290"/>
              </a:spcBef>
              <a:spcAft>
                <a:spcPct val="10000"/>
              </a:spcAft>
              <a:defRPr/>
            </a:pPr>
            <a:r>
              <a:rPr kumimoji="1" lang="en-US" altLang="zh-CN" sz="2200" b="1" dirty="0"/>
              <a:t>   </a:t>
            </a:r>
            <a:r>
              <a:rPr kumimoji="1" lang="zh-CN" altLang="en-US" sz="2200" b="1" dirty="0"/>
              <a:t>数字逻辑在计算机组成中起着重要的作用。</a:t>
            </a:r>
            <a:endParaRPr kumimoji="1" lang="zh-CN" altLang="en-US" sz="2200" b="1" dirty="0"/>
          </a:p>
        </p:txBody>
      </p:sp>
    </p:spTree>
  </p:cSld>
  <p:clrMapOvr>
    <a:masterClrMapping/>
  </p:clrMapOvr>
  <p:transition spd="med">
    <p:zo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307496"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1.3  </a:t>
            </a:r>
            <a:r>
              <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数字逻辑及数字电路</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7669213" cy="527580"/>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1.3.2 </a:t>
            </a:r>
            <a:r>
              <a:rPr kumimoji="1" lang="zh-CN" altLang="en-US"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数字电路及电路设计</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 name="Text Box 4"/>
          <p:cNvSpPr txBox="1">
            <a:spLocks noChangeArrowheads="1"/>
          </p:cNvSpPr>
          <p:nvPr/>
        </p:nvSpPr>
        <p:spPr bwMode="auto">
          <a:xfrm>
            <a:off x="737393" y="1742018"/>
            <a:ext cx="7850016" cy="4820166"/>
          </a:xfrm>
          <a:prstGeom prst="rect">
            <a:avLst/>
          </a:prstGeom>
          <a:noFill/>
          <a:ln w="9525">
            <a:noFill/>
            <a:miter lim="800000"/>
          </a:ln>
          <a:effectLst/>
        </p:spPr>
        <p:txBody>
          <a:bodyPr wrap="square">
            <a:spAutoFit/>
          </a:bodyPr>
          <a:lstStyle/>
          <a:p>
            <a:pPr lvl="0" eaLnBrk="1" hangingPunct="1">
              <a:lnSpc>
                <a:spcPct val="110000"/>
              </a:lnSpc>
              <a:spcBef>
                <a:spcPts val="290"/>
              </a:spcBef>
              <a:spcAft>
                <a:spcPct val="10000"/>
              </a:spcAft>
              <a:defRPr/>
            </a:pPr>
            <a:r>
              <a:rPr kumimoji="1" lang="en-US" altLang="zh-CN" sz="2200" b="1" dirty="0"/>
              <a:t>1.</a:t>
            </a:r>
            <a:r>
              <a:rPr kumimoji="1" lang="zh-CN" altLang="en-US" sz="2200" b="1" dirty="0"/>
              <a:t>数字电路：是由基本的逻辑门和开关等元件组合而成的电路，用于进行各种逻辑功能的实现和对逻辑变量的管理和控制。</a:t>
            </a:r>
            <a:endParaRPr kumimoji="1" lang="en-US" altLang="zh-CN" sz="2200" b="1" dirty="0"/>
          </a:p>
          <a:p>
            <a:pPr lvl="0" eaLnBrk="1" hangingPunct="1">
              <a:lnSpc>
                <a:spcPct val="110000"/>
              </a:lnSpc>
              <a:spcBef>
                <a:spcPts val="290"/>
              </a:spcBef>
              <a:spcAft>
                <a:spcPct val="10000"/>
              </a:spcAft>
              <a:defRPr/>
            </a:pPr>
            <a:r>
              <a:rPr kumimoji="1" lang="en-US" altLang="zh-CN" sz="2200" b="1" dirty="0"/>
              <a:t>2. </a:t>
            </a:r>
            <a:r>
              <a:rPr kumimoji="1" lang="zh-CN" altLang="en-US" sz="2200" b="1" dirty="0"/>
              <a:t>逻辑门：是数字电路最基本的构建单元。主要包括与门、或门、非门、异或门等。</a:t>
            </a:r>
            <a:endParaRPr kumimoji="1" lang="en-US" altLang="zh-CN" sz="2200" b="1" dirty="0"/>
          </a:p>
          <a:p>
            <a:pPr lvl="0" eaLnBrk="1" hangingPunct="1">
              <a:lnSpc>
                <a:spcPct val="110000"/>
              </a:lnSpc>
              <a:spcBef>
                <a:spcPts val="290"/>
              </a:spcBef>
              <a:spcAft>
                <a:spcPct val="10000"/>
              </a:spcAft>
              <a:defRPr/>
            </a:pPr>
            <a:r>
              <a:rPr kumimoji="1" lang="en-US" altLang="zh-CN" sz="2200" b="1" dirty="0"/>
              <a:t>3.</a:t>
            </a:r>
            <a:r>
              <a:rPr kumimoji="1" lang="zh-CN" altLang="en-US" sz="2200" b="1" dirty="0"/>
              <a:t>逻辑电路分为组合逻辑电路和时序逻辑电路。</a:t>
            </a:r>
            <a:endParaRPr kumimoji="1" lang="en-US" altLang="zh-CN" sz="2200" b="1" dirty="0"/>
          </a:p>
          <a:p>
            <a:pPr lvl="0" eaLnBrk="1" hangingPunct="1">
              <a:lnSpc>
                <a:spcPct val="110000"/>
              </a:lnSpc>
              <a:spcBef>
                <a:spcPts val="290"/>
              </a:spcBef>
              <a:spcAft>
                <a:spcPct val="10000"/>
              </a:spcAft>
              <a:defRPr/>
            </a:pPr>
            <a:r>
              <a:rPr kumimoji="1" lang="zh-CN" altLang="en-US" sz="2200" b="1" dirty="0">
                <a:solidFill>
                  <a:srgbClr val="FF0000"/>
                </a:solidFill>
              </a:rPr>
              <a:t>组合逻辑电路</a:t>
            </a:r>
            <a:r>
              <a:rPr kumimoji="1" lang="zh-CN" altLang="en-US" sz="2200" b="1" dirty="0"/>
              <a:t>：由多个逻辑门连接而成的电路，其输出只取决于当前输入信号。组合逻辑电路设计是数字电路中的基础工作之一。</a:t>
            </a:r>
            <a:endParaRPr kumimoji="1" lang="en-US" altLang="zh-CN" sz="2200" b="1" dirty="0"/>
          </a:p>
          <a:p>
            <a:pPr lvl="0" eaLnBrk="1" hangingPunct="1">
              <a:lnSpc>
                <a:spcPct val="110000"/>
              </a:lnSpc>
              <a:spcBef>
                <a:spcPts val="290"/>
              </a:spcBef>
              <a:spcAft>
                <a:spcPct val="10000"/>
              </a:spcAft>
              <a:defRPr/>
            </a:pPr>
            <a:r>
              <a:rPr kumimoji="1" lang="zh-CN" altLang="en-US" sz="2200" b="1" dirty="0">
                <a:solidFill>
                  <a:srgbClr val="FF0000"/>
                </a:solidFill>
              </a:rPr>
              <a:t>时序逻辑电路</a:t>
            </a:r>
            <a:r>
              <a:rPr kumimoji="1" lang="zh-CN" altLang="en-US" sz="2200" b="1" dirty="0"/>
              <a:t>：由逻辑门电路与反馈逻辑回路构成的电路，具有记忆功能，其输出不仅与当前输入信号有关，还与电路过去的状态有关。典型的器件包括储存器、计数器、触发器、移位寄存器等。</a:t>
            </a:r>
            <a:endParaRPr kumimoji="1" lang="zh-CN" altLang="en-US" sz="2200" b="1" dirty="0"/>
          </a:p>
        </p:txBody>
      </p:sp>
    </p:spTree>
  </p:cSld>
  <p:clrMapOvr>
    <a:masterClrMapping/>
  </p:clrMapOvr>
  <p:transition spd="med">
    <p:zo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图片 2"/>
          <p:cNvSpPr>
            <a:spLocks noChangeAspect="1"/>
          </p:cNvSpPr>
          <p:nvPr/>
        </p:nvSpPr>
        <p:spPr>
          <a:xfrm>
            <a:off x="2701925" y="385763"/>
            <a:ext cx="6178550" cy="5414962"/>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pic>
        <p:nvPicPr>
          <p:cNvPr id="83972" name="Picture 4"/>
          <p:cNvPicPr>
            <a:picLocks noChangeAspect="1"/>
          </p:cNvPicPr>
          <p:nvPr/>
        </p:nvPicPr>
        <p:blipFill>
          <a:blip r:embed="rId1"/>
          <a:stretch>
            <a:fillRect/>
          </a:stretch>
        </p:blipFill>
        <p:spPr>
          <a:xfrm>
            <a:off x="2835275" y="395288"/>
            <a:ext cx="6308725" cy="5540375"/>
          </a:xfrm>
          <a:prstGeom prst="rect">
            <a:avLst/>
          </a:prstGeom>
          <a:noFill/>
          <a:ln w="9525">
            <a:noFill/>
          </a:ln>
        </p:spPr>
      </p:pic>
      <p:pic>
        <p:nvPicPr>
          <p:cNvPr id="83970" name="Picture 2"/>
          <p:cNvPicPr>
            <a:picLocks noChangeAspect="1"/>
          </p:cNvPicPr>
          <p:nvPr/>
        </p:nvPicPr>
        <p:blipFill>
          <a:blip r:embed="rId2"/>
          <a:stretch>
            <a:fillRect/>
          </a:stretch>
        </p:blipFill>
        <p:spPr>
          <a:xfrm>
            <a:off x="0" y="1209675"/>
            <a:ext cx="7620000" cy="5648325"/>
          </a:xfrm>
          <a:prstGeom prst="rect">
            <a:avLst/>
          </a:prstGeom>
          <a:noFill/>
          <a:ln w="9525">
            <a:noFill/>
          </a:ln>
        </p:spPr>
      </p:pic>
      <p:sp>
        <p:nvSpPr>
          <p:cNvPr id="2" name="矩形 1"/>
          <p:cNvSpPr/>
          <p:nvPr/>
        </p:nvSpPr>
        <p:spPr>
          <a:xfrm>
            <a:off x="857250" y="1400175"/>
            <a:ext cx="6762750" cy="1962150"/>
          </a:xfrm>
          <a:prstGeom prst="rect">
            <a:avLst/>
          </a:prstGeom>
          <a:solidFill>
            <a:srgbClr val="FF0000">
              <a:alpha val="27000"/>
            </a:srgbClr>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39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397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80" name="Picture 4"/>
          <p:cNvPicPr>
            <a:picLocks noChangeAspect="1"/>
          </p:cNvPicPr>
          <p:nvPr/>
        </p:nvPicPr>
        <p:blipFill>
          <a:blip r:embed="rId1"/>
          <a:srcRect b="9772"/>
          <a:stretch>
            <a:fillRect/>
          </a:stretch>
        </p:blipFill>
        <p:spPr>
          <a:xfrm>
            <a:off x="1706563" y="344488"/>
            <a:ext cx="7437437" cy="3770312"/>
          </a:xfrm>
          <a:prstGeom prst="rect">
            <a:avLst/>
          </a:prstGeom>
          <a:noFill/>
          <a:ln w="9525">
            <a:noFill/>
          </a:ln>
        </p:spPr>
      </p:pic>
      <p:sp>
        <p:nvSpPr>
          <p:cNvPr id="2" name="矩形 1"/>
          <p:cNvSpPr/>
          <p:nvPr/>
        </p:nvSpPr>
        <p:spPr>
          <a:xfrm>
            <a:off x="3000375" y="2581275"/>
            <a:ext cx="3914775" cy="1266825"/>
          </a:xfrm>
          <a:prstGeom prst="rect">
            <a:avLst/>
          </a:prstGeom>
          <a:solidFill>
            <a:srgbClr val="FF0000">
              <a:alpha val="27000"/>
            </a:srgbClr>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pic>
        <p:nvPicPr>
          <p:cNvPr id="4" name="Picture 6"/>
          <p:cNvPicPr>
            <a:picLocks noChangeAspect="1"/>
          </p:cNvPicPr>
          <p:nvPr/>
        </p:nvPicPr>
        <p:blipFill>
          <a:blip r:embed="rId2"/>
          <a:srcRect b="7225"/>
          <a:stretch>
            <a:fillRect/>
          </a:stretch>
        </p:blipFill>
        <p:spPr>
          <a:xfrm>
            <a:off x="569913" y="1797050"/>
            <a:ext cx="6607175" cy="4965700"/>
          </a:xfrm>
          <a:prstGeom prst="rect">
            <a:avLst/>
          </a:prstGeom>
          <a:noFill/>
          <a:ln w="9525">
            <a:noFill/>
          </a:ln>
        </p:spPr>
      </p:pic>
      <p:sp>
        <p:nvSpPr>
          <p:cNvPr id="5" name="矩形 4"/>
          <p:cNvSpPr/>
          <p:nvPr/>
        </p:nvSpPr>
        <p:spPr>
          <a:xfrm>
            <a:off x="2595563" y="3057525"/>
            <a:ext cx="2555875" cy="1190625"/>
          </a:xfrm>
          <a:prstGeom prst="rect">
            <a:avLst/>
          </a:prstGeom>
          <a:solidFill>
            <a:srgbClr val="FF0000">
              <a:alpha val="27000"/>
            </a:srgbClr>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13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4" name="Picture 2"/>
          <p:cNvPicPr>
            <a:picLocks noChangeAspect="1"/>
          </p:cNvPicPr>
          <p:nvPr/>
        </p:nvPicPr>
        <p:blipFill>
          <a:blip r:embed="rId1"/>
          <a:srcRect l="2373" r="77803" b="61157"/>
          <a:stretch>
            <a:fillRect/>
          </a:stretch>
        </p:blipFill>
        <p:spPr>
          <a:xfrm>
            <a:off x="2844800" y="3667125"/>
            <a:ext cx="3211513" cy="2555875"/>
          </a:xfrm>
          <a:prstGeom prst="rect">
            <a:avLst/>
          </a:prstGeom>
          <a:noFill/>
          <a:ln w="9525">
            <a:noFill/>
          </a:ln>
        </p:spPr>
      </p:pic>
      <p:pic>
        <p:nvPicPr>
          <p:cNvPr id="21507" name="Picture 2"/>
          <p:cNvPicPr>
            <a:picLocks noChangeAspect="1"/>
          </p:cNvPicPr>
          <p:nvPr/>
        </p:nvPicPr>
        <p:blipFill>
          <a:blip r:embed="rId1"/>
          <a:srcRect l="22591" t="4514" r="17680" b="59605"/>
          <a:stretch>
            <a:fillRect/>
          </a:stretch>
        </p:blipFill>
        <p:spPr>
          <a:xfrm>
            <a:off x="957263" y="1193800"/>
            <a:ext cx="7486650" cy="2125663"/>
          </a:xfrm>
          <a:prstGeom prst="rect">
            <a:avLst/>
          </a:prstGeom>
          <a:noFill/>
          <a:ln w="9525">
            <a:noFill/>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5474"/>
                                        </p:tgtEl>
                                        <p:attrNameLst>
                                          <p:attrName>style.visibility</p:attrName>
                                        </p:attrNameLst>
                                      </p:cBhvr>
                                      <p:to>
                                        <p:strVal val="visible"/>
                                      </p:to>
                                    </p:set>
                                    <p:anim calcmode="lin" valueType="num">
                                      <p:cBhvr additive="base">
                                        <p:cTn id="7" dur="500" fill="hold"/>
                                        <p:tgtEl>
                                          <p:spTgt spid="105474"/>
                                        </p:tgtEl>
                                        <p:attrNameLst>
                                          <p:attrName>ppt_x</p:attrName>
                                        </p:attrNameLst>
                                      </p:cBhvr>
                                      <p:tavLst>
                                        <p:tav tm="0">
                                          <p:val>
                                            <p:strVal val="#ppt_x"/>
                                          </p:val>
                                        </p:tav>
                                        <p:tav tm="100000">
                                          <p:val>
                                            <p:strVal val="#ppt_x"/>
                                          </p:val>
                                        </p:tav>
                                      </p:tavLst>
                                    </p:anim>
                                    <p:anim calcmode="lin" valueType="num">
                                      <p:cBhvr additive="base">
                                        <p:cTn id="8" dur="500" fill="hold"/>
                                        <p:tgtEl>
                                          <p:spTgt spid="1054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530" name="组合 107521"/>
          <p:cNvGrpSpPr/>
          <p:nvPr/>
        </p:nvGrpSpPr>
        <p:grpSpPr>
          <a:xfrm>
            <a:off x="95250" y="344488"/>
            <a:ext cx="9048750" cy="6246812"/>
            <a:chOff x="60" y="217"/>
            <a:chExt cx="5700" cy="3935"/>
          </a:xfrm>
        </p:grpSpPr>
        <p:sp>
          <p:nvSpPr>
            <p:cNvPr id="107523" name="文本框 107522"/>
            <p:cNvSpPr txBox="1"/>
            <p:nvPr/>
          </p:nvSpPr>
          <p:spPr>
            <a:xfrm>
              <a:off x="387" y="3784"/>
              <a:ext cx="5060" cy="368"/>
            </a:xfrm>
            <a:prstGeom prst="rect">
              <a:avLst/>
            </a:prstGeom>
            <a:noFill/>
            <a:ln w="9525">
              <a:noFill/>
            </a:ln>
          </p:spPr>
          <p:txBody>
            <a:bodyPr>
              <a:spAutoFit/>
            </a:bodyPr>
            <a:lstStyle/>
            <a:p>
              <a:pPr marR="0" defTabSz="914400" eaLnBrk="1" hangingPunct="1">
                <a:spcBef>
                  <a:spcPct val="50000"/>
                </a:spcBef>
                <a:buClrTx/>
                <a:buSzTx/>
                <a:buFontTx/>
                <a:buNone/>
                <a:defRPr/>
              </a:pPr>
              <a:r>
                <a:rPr kumimoji="0" lang="en-US" altLang="zh-CN" sz="3200" b="1" kern="1200" cap="none" spc="0" normalizeH="0" baseline="0" noProof="1">
                  <a:solidFill>
                    <a:srgbClr val="FF33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74LS283</a:t>
              </a:r>
              <a:r>
                <a:rPr kumimoji="0" lang="zh-CN" altLang="en-US" sz="3200" b="1" kern="1200" cap="none" spc="0" normalizeH="0" baseline="0" noProof="1">
                  <a:solidFill>
                    <a:srgbClr val="FF33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a:t>
              </a:r>
              <a:r>
                <a:rPr kumimoji="0" lang="en-US" altLang="zh-CN" sz="3200" b="1" kern="1200" cap="none" spc="0" normalizeH="0" baseline="0" noProof="1">
                  <a:solidFill>
                    <a:srgbClr val="FF33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 </a:t>
              </a:r>
              <a:r>
                <a:rPr kumimoji="0" lang="zh-CN" altLang="en-US" sz="3200" b="1" kern="1200" cap="none" spc="0" normalizeH="0" baseline="0" noProof="1">
                  <a:solidFill>
                    <a:srgbClr val="FF33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四位并行超前进位加法器逻辑图</a:t>
              </a:r>
              <a:endParaRPr kumimoji="0" lang="zh-CN" altLang="en-US" sz="3200" b="1" kern="1200" cap="none" spc="0" normalizeH="0" baseline="0" noProof="1">
                <a:solidFill>
                  <a:srgbClr val="FF33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endParaRPr>
            </a:p>
          </p:txBody>
        </p:sp>
        <p:grpSp>
          <p:nvGrpSpPr>
            <p:cNvPr id="22532" name="组合 107523"/>
            <p:cNvGrpSpPr/>
            <p:nvPr/>
          </p:nvGrpSpPr>
          <p:grpSpPr>
            <a:xfrm>
              <a:off x="4308" y="1042"/>
              <a:ext cx="501" cy="528"/>
              <a:chOff x="5067" y="432"/>
              <a:chExt cx="501" cy="528"/>
            </a:xfrm>
          </p:grpSpPr>
          <p:sp>
            <p:nvSpPr>
              <p:cNvPr id="22830" name="矩形 107524"/>
              <p:cNvSpPr/>
              <p:nvPr/>
            </p:nvSpPr>
            <p:spPr>
              <a:xfrm>
                <a:off x="5067" y="432"/>
                <a:ext cx="453" cy="499"/>
              </a:xfrm>
              <a:prstGeom prst="rect">
                <a:avLst/>
              </a:prstGeom>
              <a:solidFill>
                <a:srgbClr val="E1FDFF"/>
              </a:solidFill>
              <a:ln w="9525" cap="flat" cmpd="sng">
                <a:solidFill>
                  <a:srgbClr val="3333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831" name="文本框 107525"/>
              <p:cNvSpPr txBox="1"/>
              <p:nvPr/>
            </p:nvSpPr>
            <p:spPr>
              <a:xfrm>
                <a:off x="5088" y="710"/>
                <a:ext cx="24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dirty="0">
                    <a:latin typeface="Times New Roman" panose="02020603050405020304" pitchFamily="18" charset="0"/>
                  </a:rPr>
                  <a:t>&amp;</a:t>
                </a:r>
                <a:endParaRPr lang="en-US" altLang="zh-CN" sz="2000" dirty="0">
                  <a:latin typeface="Times New Roman" panose="02020603050405020304" pitchFamily="18" charset="0"/>
                </a:endParaRPr>
              </a:p>
            </p:txBody>
          </p:sp>
          <p:sp>
            <p:nvSpPr>
              <p:cNvPr id="22832" name="文本框 107526"/>
              <p:cNvSpPr txBox="1"/>
              <p:nvPr/>
            </p:nvSpPr>
            <p:spPr>
              <a:xfrm>
                <a:off x="5328" y="710"/>
                <a:ext cx="24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endParaRPr lang="zh-CN" altLang="zh-CN" sz="2000" dirty="0">
                  <a:latin typeface="Times New Roman" panose="02020603050405020304" pitchFamily="18" charset="0"/>
                </a:endParaRPr>
              </a:p>
            </p:txBody>
          </p:sp>
          <p:sp>
            <p:nvSpPr>
              <p:cNvPr id="22833" name="直接连接符 107527"/>
              <p:cNvSpPr/>
              <p:nvPr/>
            </p:nvSpPr>
            <p:spPr>
              <a:xfrm>
                <a:off x="5067" y="672"/>
                <a:ext cx="453" cy="0"/>
              </a:xfrm>
              <a:prstGeom prst="line">
                <a:avLst/>
              </a:prstGeom>
              <a:ln w="9525" cap="flat" cmpd="sng">
                <a:solidFill>
                  <a:schemeClr val="tx1"/>
                </a:solidFill>
                <a:prstDash val="solid"/>
                <a:headEnd type="none" w="med" len="med"/>
                <a:tailEnd type="none" w="med" len="med"/>
              </a:ln>
            </p:spPr>
          </p:sp>
          <p:sp>
            <p:nvSpPr>
              <p:cNvPr id="22834" name="文本框 107528"/>
              <p:cNvSpPr txBox="1"/>
              <p:nvPr/>
            </p:nvSpPr>
            <p:spPr>
              <a:xfrm>
                <a:off x="5088" y="432"/>
                <a:ext cx="288"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dirty="0">
                    <a:latin typeface="Times New Roman" panose="02020603050405020304" pitchFamily="18" charset="0"/>
                    <a:sym typeface="Symbol" panose="05050102010706020507" pitchFamily="18" charset="2"/>
                  </a:rPr>
                  <a:t>1</a:t>
                </a:r>
                <a:endParaRPr lang="en-US" altLang="zh-CN" sz="2000" dirty="0">
                  <a:latin typeface="Times New Roman" panose="02020603050405020304" pitchFamily="18" charset="0"/>
                </a:endParaRPr>
              </a:p>
            </p:txBody>
          </p:sp>
          <p:sp>
            <p:nvSpPr>
              <p:cNvPr id="22835" name="直接连接符 107529"/>
              <p:cNvSpPr/>
              <p:nvPr/>
            </p:nvSpPr>
            <p:spPr>
              <a:xfrm>
                <a:off x="5328" y="672"/>
                <a:ext cx="0" cy="272"/>
              </a:xfrm>
              <a:prstGeom prst="line">
                <a:avLst/>
              </a:prstGeom>
              <a:ln w="9525" cap="flat" cmpd="sng">
                <a:solidFill>
                  <a:schemeClr val="tx1"/>
                </a:solidFill>
                <a:prstDash val="solid"/>
                <a:headEnd type="none" w="med" len="med"/>
                <a:tailEnd type="none" w="med" len="med"/>
              </a:ln>
            </p:spPr>
          </p:sp>
        </p:grpSp>
        <p:grpSp>
          <p:nvGrpSpPr>
            <p:cNvPr id="22533" name="组合 107530"/>
            <p:cNvGrpSpPr/>
            <p:nvPr/>
          </p:nvGrpSpPr>
          <p:grpSpPr>
            <a:xfrm>
              <a:off x="3300" y="1042"/>
              <a:ext cx="768" cy="528"/>
              <a:chOff x="4128" y="490"/>
              <a:chExt cx="768" cy="528"/>
            </a:xfrm>
          </p:grpSpPr>
          <p:sp>
            <p:nvSpPr>
              <p:cNvPr id="22822" name="矩形 107531"/>
              <p:cNvSpPr/>
              <p:nvPr/>
            </p:nvSpPr>
            <p:spPr>
              <a:xfrm>
                <a:off x="4128" y="490"/>
                <a:ext cx="725" cy="499"/>
              </a:xfrm>
              <a:prstGeom prst="rect">
                <a:avLst/>
              </a:prstGeom>
              <a:solidFill>
                <a:srgbClr val="E1FDFF"/>
              </a:solidFill>
              <a:ln w="9525" cap="flat" cmpd="sng">
                <a:solidFill>
                  <a:srgbClr val="3333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823" name="文本框 107532"/>
              <p:cNvSpPr txBox="1"/>
              <p:nvPr/>
            </p:nvSpPr>
            <p:spPr>
              <a:xfrm>
                <a:off x="4416" y="768"/>
                <a:ext cx="24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endParaRPr lang="zh-CN" altLang="zh-CN" sz="2000" dirty="0">
                  <a:latin typeface="Times New Roman" panose="02020603050405020304" pitchFamily="18" charset="0"/>
                </a:endParaRPr>
              </a:p>
            </p:txBody>
          </p:sp>
          <p:sp>
            <p:nvSpPr>
              <p:cNvPr id="22824" name="文本框 107533"/>
              <p:cNvSpPr txBox="1"/>
              <p:nvPr/>
            </p:nvSpPr>
            <p:spPr>
              <a:xfrm>
                <a:off x="4656" y="768"/>
                <a:ext cx="24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endParaRPr lang="zh-CN" altLang="zh-CN" sz="2000" dirty="0">
                  <a:latin typeface="Times New Roman" panose="02020603050405020304" pitchFamily="18" charset="0"/>
                </a:endParaRPr>
              </a:p>
            </p:txBody>
          </p:sp>
          <p:sp>
            <p:nvSpPr>
              <p:cNvPr id="22825" name="直接连接符 107534"/>
              <p:cNvSpPr/>
              <p:nvPr/>
            </p:nvSpPr>
            <p:spPr>
              <a:xfrm>
                <a:off x="4128" y="730"/>
                <a:ext cx="725" cy="0"/>
              </a:xfrm>
              <a:prstGeom prst="line">
                <a:avLst/>
              </a:prstGeom>
              <a:ln w="9525" cap="flat" cmpd="sng">
                <a:solidFill>
                  <a:schemeClr val="tx1"/>
                </a:solidFill>
                <a:prstDash val="solid"/>
                <a:headEnd type="none" w="med" len="med"/>
                <a:tailEnd type="none" w="med" len="med"/>
              </a:ln>
            </p:spPr>
          </p:sp>
          <p:sp>
            <p:nvSpPr>
              <p:cNvPr id="22826" name="文本框 107535"/>
              <p:cNvSpPr txBox="1"/>
              <p:nvPr/>
            </p:nvSpPr>
            <p:spPr>
              <a:xfrm>
                <a:off x="4128" y="490"/>
                <a:ext cx="288"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dirty="0">
                    <a:latin typeface="Times New Roman" panose="02020603050405020304" pitchFamily="18" charset="0"/>
                    <a:sym typeface="Symbol" panose="05050102010706020507" pitchFamily="18" charset="2"/>
                  </a:rPr>
                  <a:t>1</a:t>
                </a:r>
                <a:endParaRPr lang="en-US" altLang="zh-CN" sz="2000" dirty="0">
                  <a:latin typeface="Times New Roman" panose="02020603050405020304" pitchFamily="18" charset="0"/>
                </a:endParaRPr>
              </a:p>
            </p:txBody>
          </p:sp>
          <p:sp>
            <p:nvSpPr>
              <p:cNvPr id="22827" name="直接连接符 107536"/>
              <p:cNvSpPr/>
              <p:nvPr/>
            </p:nvSpPr>
            <p:spPr>
              <a:xfrm>
                <a:off x="4656" y="720"/>
                <a:ext cx="0" cy="272"/>
              </a:xfrm>
              <a:prstGeom prst="line">
                <a:avLst/>
              </a:prstGeom>
              <a:ln w="9525" cap="flat" cmpd="sng">
                <a:solidFill>
                  <a:schemeClr val="tx1"/>
                </a:solidFill>
                <a:prstDash val="solid"/>
                <a:headEnd type="none" w="med" len="med"/>
                <a:tailEnd type="none" w="med" len="med"/>
              </a:ln>
            </p:spPr>
          </p:sp>
          <p:sp>
            <p:nvSpPr>
              <p:cNvPr id="22828" name="直接连接符 107537"/>
              <p:cNvSpPr/>
              <p:nvPr/>
            </p:nvSpPr>
            <p:spPr>
              <a:xfrm>
                <a:off x="4416" y="720"/>
                <a:ext cx="0" cy="272"/>
              </a:xfrm>
              <a:prstGeom prst="line">
                <a:avLst/>
              </a:prstGeom>
              <a:ln w="9525" cap="flat" cmpd="sng">
                <a:solidFill>
                  <a:schemeClr val="tx1"/>
                </a:solidFill>
                <a:prstDash val="solid"/>
                <a:headEnd type="none" w="med" len="med"/>
                <a:tailEnd type="none" w="med" len="med"/>
              </a:ln>
            </p:spPr>
          </p:sp>
          <p:sp>
            <p:nvSpPr>
              <p:cNvPr id="22829" name="文本框 107538"/>
              <p:cNvSpPr txBox="1"/>
              <p:nvPr/>
            </p:nvSpPr>
            <p:spPr>
              <a:xfrm>
                <a:off x="4176" y="758"/>
                <a:ext cx="24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dirty="0">
                    <a:latin typeface="Times New Roman" panose="02020603050405020304" pitchFamily="18" charset="0"/>
                  </a:rPr>
                  <a:t>&amp;</a:t>
                </a:r>
                <a:endParaRPr lang="en-US" altLang="zh-CN" sz="2000" dirty="0">
                  <a:latin typeface="Times New Roman" panose="02020603050405020304" pitchFamily="18" charset="0"/>
                </a:endParaRPr>
              </a:p>
            </p:txBody>
          </p:sp>
        </p:grpSp>
        <p:grpSp>
          <p:nvGrpSpPr>
            <p:cNvPr id="22534" name="组合 107539"/>
            <p:cNvGrpSpPr/>
            <p:nvPr/>
          </p:nvGrpSpPr>
          <p:grpSpPr>
            <a:xfrm>
              <a:off x="1908" y="1042"/>
              <a:ext cx="1152" cy="528"/>
              <a:chOff x="2688" y="452"/>
              <a:chExt cx="1152" cy="528"/>
            </a:xfrm>
          </p:grpSpPr>
          <p:sp>
            <p:nvSpPr>
              <p:cNvPr id="22812" name="矩形 107540"/>
              <p:cNvSpPr/>
              <p:nvPr/>
            </p:nvSpPr>
            <p:spPr>
              <a:xfrm>
                <a:off x="2688" y="452"/>
                <a:ext cx="1134" cy="499"/>
              </a:xfrm>
              <a:prstGeom prst="rect">
                <a:avLst/>
              </a:prstGeom>
              <a:solidFill>
                <a:srgbClr val="E1FDFF"/>
              </a:solidFill>
              <a:ln w="9525" cap="flat" cmpd="sng">
                <a:solidFill>
                  <a:srgbClr val="3333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813" name="文本框 107541"/>
              <p:cNvSpPr txBox="1"/>
              <p:nvPr/>
            </p:nvSpPr>
            <p:spPr>
              <a:xfrm>
                <a:off x="3360" y="730"/>
                <a:ext cx="24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endParaRPr lang="zh-CN" altLang="zh-CN" sz="2000" dirty="0">
                  <a:latin typeface="Times New Roman" panose="02020603050405020304" pitchFamily="18" charset="0"/>
                </a:endParaRPr>
              </a:p>
            </p:txBody>
          </p:sp>
          <p:sp>
            <p:nvSpPr>
              <p:cNvPr id="22814" name="文本框 107542"/>
              <p:cNvSpPr txBox="1"/>
              <p:nvPr/>
            </p:nvSpPr>
            <p:spPr>
              <a:xfrm>
                <a:off x="3600" y="730"/>
                <a:ext cx="24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endParaRPr lang="zh-CN" altLang="zh-CN" sz="2000" dirty="0">
                  <a:latin typeface="Times New Roman" panose="02020603050405020304" pitchFamily="18" charset="0"/>
                </a:endParaRPr>
              </a:p>
            </p:txBody>
          </p:sp>
          <p:sp>
            <p:nvSpPr>
              <p:cNvPr id="22815" name="直接连接符 107543"/>
              <p:cNvSpPr/>
              <p:nvPr/>
            </p:nvSpPr>
            <p:spPr>
              <a:xfrm flipV="1">
                <a:off x="2688" y="692"/>
                <a:ext cx="1134" cy="0"/>
              </a:xfrm>
              <a:prstGeom prst="line">
                <a:avLst/>
              </a:prstGeom>
              <a:ln w="9525" cap="flat" cmpd="sng">
                <a:solidFill>
                  <a:schemeClr val="tx1"/>
                </a:solidFill>
                <a:prstDash val="solid"/>
                <a:headEnd type="none" w="med" len="med"/>
                <a:tailEnd type="none" w="med" len="med"/>
              </a:ln>
            </p:spPr>
          </p:sp>
          <p:sp>
            <p:nvSpPr>
              <p:cNvPr id="22816" name="文本框 107544"/>
              <p:cNvSpPr txBox="1"/>
              <p:nvPr/>
            </p:nvSpPr>
            <p:spPr>
              <a:xfrm>
                <a:off x="2736" y="452"/>
                <a:ext cx="288"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dirty="0">
                    <a:latin typeface="Times New Roman" panose="02020603050405020304" pitchFamily="18" charset="0"/>
                    <a:sym typeface="Symbol" panose="05050102010706020507" pitchFamily="18" charset="2"/>
                  </a:rPr>
                  <a:t>1</a:t>
                </a:r>
                <a:endParaRPr lang="en-US" altLang="zh-CN" sz="2000" dirty="0">
                  <a:latin typeface="Times New Roman" panose="02020603050405020304" pitchFamily="18" charset="0"/>
                </a:endParaRPr>
              </a:p>
            </p:txBody>
          </p:sp>
          <p:sp>
            <p:nvSpPr>
              <p:cNvPr id="22817" name="直接连接符 107545"/>
              <p:cNvSpPr/>
              <p:nvPr/>
            </p:nvSpPr>
            <p:spPr>
              <a:xfrm>
                <a:off x="3600" y="682"/>
                <a:ext cx="0" cy="272"/>
              </a:xfrm>
              <a:prstGeom prst="line">
                <a:avLst/>
              </a:prstGeom>
              <a:ln w="9525" cap="flat" cmpd="sng">
                <a:solidFill>
                  <a:schemeClr val="tx1"/>
                </a:solidFill>
                <a:prstDash val="solid"/>
                <a:headEnd type="none" w="med" len="med"/>
                <a:tailEnd type="none" w="med" len="med"/>
              </a:ln>
            </p:spPr>
          </p:sp>
          <p:sp>
            <p:nvSpPr>
              <p:cNvPr id="22818" name="直接连接符 107546"/>
              <p:cNvSpPr/>
              <p:nvPr/>
            </p:nvSpPr>
            <p:spPr>
              <a:xfrm>
                <a:off x="3360" y="682"/>
                <a:ext cx="0" cy="272"/>
              </a:xfrm>
              <a:prstGeom prst="line">
                <a:avLst/>
              </a:prstGeom>
              <a:ln w="9525" cap="flat" cmpd="sng">
                <a:solidFill>
                  <a:schemeClr val="tx1"/>
                </a:solidFill>
                <a:prstDash val="solid"/>
                <a:headEnd type="none" w="med" len="med"/>
                <a:tailEnd type="none" w="med" len="med"/>
              </a:ln>
            </p:spPr>
          </p:sp>
          <p:sp>
            <p:nvSpPr>
              <p:cNvPr id="22819" name="文本框 107547"/>
              <p:cNvSpPr txBox="1"/>
              <p:nvPr/>
            </p:nvSpPr>
            <p:spPr>
              <a:xfrm>
                <a:off x="3120" y="720"/>
                <a:ext cx="24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endParaRPr lang="zh-CN" altLang="zh-CN" sz="2000" dirty="0">
                  <a:latin typeface="Times New Roman" panose="02020603050405020304" pitchFamily="18" charset="0"/>
                </a:endParaRPr>
              </a:p>
            </p:txBody>
          </p:sp>
          <p:sp>
            <p:nvSpPr>
              <p:cNvPr id="22820" name="直接连接符 107548"/>
              <p:cNvSpPr/>
              <p:nvPr/>
            </p:nvSpPr>
            <p:spPr>
              <a:xfrm>
                <a:off x="3072" y="688"/>
                <a:ext cx="0" cy="272"/>
              </a:xfrm>
              <a:prstGeom prst="line">
                <a:avLst/>
              </a:prstGeom>
              <a:ln w="9525" cap="flat" cmpd="sng">
                <a:solidFill>
                  <a:schemeClr val="tx1"/>
                </a:solidFill>
                <a:prstDash val="solid"/>
                <a:headEnd type="none" w="med" len="med"/>
                <a:tailEnd type="none" w="med" len="med"/>
              </a:ln>
            </p:spPr>
          </p:sp>
          <p:sp>
            <p:nvSpPr>
              <p:cNvPr id="22821" name="文本框 107549"/>
              <p:cNvSpPr txBox="1"/>
              <p:nvPr/>
            </p:nvSpPr>
            <p:spPr>
              <a:xfrm>
                <a:off x="2736" y="720"/>
                <a:ext cx="24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dirty="0">
                    <a:latin typeface="Times New Roman" panose="02020603050405020304" pitchFamily="18" charset="0"/>
                  </a:rPr>
                  <a:t>&amp;</a:t>
                </a:r>
                <a:endParaRPr lang="en-US" altLang="zh-CN" sz="2000" dirty="0">
                  <a:latin typeface="Times New Roman" panose="02020603050405020304" pitchFamily="18" charset="0"/>
                </a:endParaRPr>
              </a:p>
            </p:txBody>
          </p:sp>
        </p:grpSp>
        <p:sp>
          <p:nvSpPr>
            <p:cNvPr id="22535" name="矩形 107550"/>
            <p:cNvSpPr/>
            <p:nvPr/>
          </p:nvSpPr>
          <p:spPr>
            <a:xfrm>
              <a:off x="60" y="1042"/>
              <a:ext cx="1542" cy="499"/>
            </a:xfrm>
            <a:prstGeom prst="rect">
              <a:avLst/>
            </a:prstGeom>
            <a:solidFill>
              <a:srgbClr val="E1FDFF"/>
            </a:solidFill>
            <a:ln w="9525" cap="flat" cmpd="sng">
              <a:solidFill>
                <a:srgbClr val="3333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536" name="文本框 107551"/>
            <p:cNvSpPr txBox="1"/>
            <p:nvPr/>
          </p:nvSpPr>
          <p:spPr>
            <a:xfrm>
              <a:off x="1145" y="1320"/>
              <a:ext cx="238"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endParaRPr lang="zh-CN" altLang="zh-CN" sz="2000" dirty="0">
                <a:latin typeface="Times New Roman" panose="02020603050405020304" pitchFamily="18" charset="0"/>
              </a:endParaRPr>
            </a:p>
          </p:txBody>
        </p:sp>
        <p:sp>
          <p:nvSpPr>
            <p:cNvPr id="22537" name="文本框 107552"/>
            <p:cNvSpPr txBox="1"/>
            <p:nvPr/>
          </p:nvSpPr>
          <p:spPr>
            <a:xfrm>
              <a:off x="1383" y="1320"/>
              <a:ext cx="237"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endParaRPr lang="zh-CN" altLang="zh-CN" sz="2000" dirty="0">
                <a:latin typeface="Times New Roman" panose="02020603050405020304" pitchFamily="18" charset="0"/>
              </a:endParaRPr>
            </a:p>
          </p:txBody>
        </p:sp>
        <p:sp>
          <p:nvSpPr>
            <p:cNvPr id="22538" name="直接连接符 107553"/>
            <p:cNvSpPr/>
            <p:nvPr/>
          </p:nvSpPr>
          <p:spPr>
            <a:xfrm flipV="1">
              <a:off x="60" y="1282"/>
              <a:ext cx="1542" cy="0"/>
            </a:xfrm>
            <a:prstGeom prst="line">
              <a:avLst/>
            </a:prstGeom>
            <a:ln w="9525" cap="flat" cmpd="sng">
              <a:solidFill>
                <a:schemeClr val="tx1"/>
              </a:solidFill>
              <a:prstDash val="solid"/>
              <a:headEnd type="none" w="med" len="med"/>
              <a:tailEnd type="none" w="med" len="med"/>
            </a:ln>
          </p:spPr>
        </p:sp>
        <p:sp>
          <p:nvSpPr>
            <p:cNvPr id="22539" name="文本框 107554"/>
            <p:cNvSpPr txBox="1"/>
            <p:nvPr/>
          </p:nvSpPr>
          <p:spPr>
            <a:xfrm>
              <a:off x="96" y="1042"/>
              <a:ext cx="285"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dirty="0">
                  <a:latin typeface="Times New Roman" panose="02020603050405020304" pitchFamily="18" charset="0"/>
                  <a:sym typeface="Symbol" panose="05050102010706020507" pitchFamily="18" charset="2"/>
                </a:rPr>
                <a:t>1</a:t>
              </a:r>
              <a:endParaRPr lang="en-US" altLang="zh-CN" sz="2000" dirty="0">
                <a:latin typeface="Times New Roman" panose="02020603050405020304" pitchFamily="18" charset="0"/>
              </a:endParaRPr>
            </a:p>
          </p:txBody>
        </p:sp>
        <p:sp>
          <p:nvSpPr>
            <p:cNvPr id="22540" name="直接连接符 107555"/>
            <p:cNvSpPr/>
            <p:nvPr/>
          </p:nvSpPr>
          <p:spPr>
            <a:xfrm>
              <a:off x="1383" y="1272"/>
              <a:ext cx="0" cy="272"/>
            </a:xfrm>
            <a:prstGeom prst="line">
              <a:avLst/>
            </a:prstGeom>
            <a:ln w="9525" cap="flat" cmpd="sng">
              <a:solidFill>
                <a:schemeClr val="tx1"/>
              </a:solidFill>
              <a:prstDash val="solid"/>
              <a:headEnd type="none" w="med" len="med"/>
              <a:tailEnd type="none" w="med" len="med"/>
            </a:ln>
          </p:spPr>
        </p:sp>
        <p:sp>
          <p:nvSpPr>
            <p:cNvPr id="22541" name="直接连接符 107556"/>
            <p:cNvSpPr/>
            <p:nvPr/>
          </p:nvSpPr>
          <p:spPr>
            <a:xfrm>
              <a:off x="1145" y="1272"/>
              <a:ext cx="0" cy="272"/>
            </a:xfrm>
            <a:prstGeom prst="line">
              <a:avLst/>
            </a:prstGeom>
            <a:ln w="9525" cap="flat" cmpd="sng">
              <a:solidFill>
                <a:schemeClr val="tx1"/>
              </a:solidFill>
              <a:prstDash val="solid"/>
              <a:headEnd type="none" w="med" len="med"/>
              <a:tailEnd type="none" w="med" len="med"/>
            </a:ln>
          </p:spPr>
        </p:sp>
        <p:sp>
          <p:nvSpPr>
            <p:cNvPr id="22542" name="文本框 107557"/>
            <p:cNvSpPr txBox="1"/>
            <p:nvPr/>
          </p:nvSpPr>
          <p:spPr>
            <a:xfrm>
              <a:off x="908" y="1310"/>
              <a:ext cx="237"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endParaRPr lang="zh-CN" altLang="zh-CN" sz="2000" dirty="0">
                <a:latin typeface="Times New Roman" panose="02020603050405020304" pitchFamily="18" charset="0"/>
              </a:endParaRPr>
            </a:p>
          </p:txBody>
        </p:sp>
        <p:sp>
          <p:nvSpPr>
            <p:cNvPr id="22543" name="直接连接符 107558"/>
            <p:cNvSpPr/>
            <p:nvPr/>
          </p:nvSpPr>
          <p:spPr>
            <a:xfrm>
              <a:off x="860" y="1278"/>
              <a:ext cx="0" cy="272"/>
            </a:xfrm>
            <a:prstGeom prst="line">
              <a:avLst/>
            </a:prstGeom>
            <a:ln w="9525" cap="flat" cmpd="sng">
              <a:solidFill>
                <a:schemeClr val="tx1"/>
              </a:solidFill>
              <a:prstDash val="solid"/>
              <a:headEnd type="none" w="med" len="med"/>
              <a:tailEnd type="none" w="med" len="med"/>
            </a:ln>
          </p:spPr>
        </p:sp>
        <p:sp>
          <p:nvSpPr>
            <p:cNvPr id="22544" name="文本框 107559"/>
            <p:cNvSpPr txBox="1"/>
            <p:nvPr/>
          </p:nvSpPr>
          <p:spPr>
            <a:xfrm>
              <a:off x="84" y="1286"/>
              <a:ext cx="237"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dirty="0">
                  <a:latin typeface="Times New Roman" panose="02020603050405020304" pitchFamily="18" charset="0"/>
                </a:rPr>
                <a:t>&amp;</a:t>
              </a:r>
              <a:endParaRPr lang="en-US" altLang="zh-CN" sz="2000" dirty="0">
                <a:latin typeface="Times New Roman" panose="02020603050405020304" pitchFamily="18" charset="0"/>
              </a:endParaRPr>
            </a:p>
          </p:txBody>
        </p:sp>
        <p:sp>
          <p:nvSpPr>
            <p:cNvPr id="22545" name="直接连接符 107560"/>
            <p:cNvSpPr/>
            <p:nvPr/>
          </p:nvSpPr>
          <p:spPr>
            <a:xfrm>
              <a:off x="396" y="1666"/>
              <a:ext cx="5099" cy="0"/>
            </a:xfrm>
            <a:prstGeom prst="line">
              <a:avLst/>
            </a:prstGeom>
            <a:ln w="9525" cap="flat" cmpd="sng">
              <a:solidFill>
                <a:schemeClr val="tx1"/>
              </a:solidFill>
              <a:prstDash val="solid"/>
              <a:headEnd type="none" w="med" len="med"/>
              <a:tailEnd type="none" w="med" len="med"/>
            </a:ln>
          </p:spPr>
        </p:sp>
        <p:sp>
          <p:nvSpPr>
            <p:cNvPr id="22546" name="直接连接符 107561"/>
            <p:cNvSpPr/>
            <p:nvPr/>
          </p:nvSpPr>
          <p:spPr>
            <a:xfrm>
              <a:off x="792" y="1762"/>
              <a:ext cx="3900" cy="0"/>
            </a:xfrm>
            <a:prstGeom prst="line">
              <a:avLst/>
            </a:prstGeom>
            <a:ln w="9525" cap="flat" cmpd="sng">
              <a:solidFill>
                <a:schemeClr val="tx1"/>
              </a:solidFill>
              <a:prstDash val="solid"/>
              <a:headEnd type="none" w="med" len="med"/>
              <a:tailEnd type="none" w="med" len="med"/>
            </a:ln>
          </p:spPr>
        </p:sp>
        <p:sp>
          <p:nvSpPr>
            <p:cNvPr id="22547" name="直接连接符 107562"/>
            <p:cNvSpPr/>
            <p:nvPr/>
          </p:nvSpPr>
          <p:spPr>
            <a:xfrm>
              <a:off x="311" y="1858"/>
              <a:ext cx="4093" cy="0"/>
            </a:xfrm>
            <a:prstGeom prst="line">
              <a:avLst/>
            </a:prstGeom>
            <a:ln w="9525" cap="flat" cmpd="sng">
              <a:solidFill>
                <a:schemeClr val="tx1"/>
              </a:solidFill>
              <a:prstDash val="solid"/>
              <a:headEnd type="none" w="med" len="med"/>
              <a:tailEnd type="none" w="med" len="med"/>
            </a:ln>
          </p:spPr>
        </p:sp>
        <p:sp>
          <p:nvSpPr>
            <p:cNvPr id="22548" name="直接连接符 107563"/>
            <p:cNvSpPr/>
            <p:nvPr/>
          </p:nvSpPr>
          <p:spPr>
            <a:xfrm>
              <a:off x="1092" y="1954"/>
              <a:ext cx="2833" cy="0"/>
            </a:xfrm>
            <a:prstGeom prst="line">
              <a:avLst/>
            </a:prstGeom>
            <a:ln w="9525" cap="flat" cmpd="sng">
              <a:solidFill>
                <a:schemeClr val="tx1"/>
              </a:solidFill>
              <a:prstDash val="solid"/>
              <a:headEnd type="none" w="med" len="med"/>
              <a:tailEnd type="none" w="med" len="med"/>
            </a:ln>
          </p:spPr>
        </p:sp>
        <p:sp>
          <p:nvSpPr>
            <p:cNvPr id="22549" name="直接连接符 107564"/>
            <p:cNvSpPr/>
            <p:nvPr/>
          </p:nvSpPr>
          <p:spPr>
            <a:xfrm flipV="1">
              <a:off x="239" y="2050"/>
              <a:ext cx="3469" cy="0"/>
            </a:xfrm>
            <a:prstGeom prst="line">
              <a:avLst/>
            </a:prstGeom>
            <a:ln w="9525" cap="flat" cmpd="sng">
              <a:solidFill>
                <a:schemeClr val="tx1"/>
              </a:solidFill>
              <a:prstDash val="solid"/>
              <a:headEnd type="none" w="med" len="med"/>
              <a:tailEnd type="none" w="med" len="med"/>
            </a:ln>
          </p:spPr>
        </p:sp>
        <p:sp>
          <p:nvSpPr>
            <p:cNvPr id="22550" name="直接连接符 107565"/>
            <p:cNvSpPr/>
            <p:nvPr/>
          </p:nvSpPr>
          <p:spPr>
            <a:xfrm>
              <a:off x="1341" y="2146"/>
              <a:ext cx="1575" cy="0"/>
            </a:xfrm>
            <a:prstGeom prst="line">
              <a:avLst/>
            </a:prstGeom>
            <a:ln w="9525" cap="flat" cmpd="sng">
              <a:solidFill>
                <a:schemeClr val="tx1"/>
              </a:solidFill>
              <a:prstDash val="solid"/>
              <a:headEnd type="none" w="med" len="med"/>
              <a:tailEnd type="none" w="med" len="med"/>
            </a:ln>
          </p:spPr>
        </p:sp>
        <p:sp>
          <p:nvSpPr>
            <p:cNvPr id="22551" name="直接连接符 107566"/>
            <p:cNvSpPr/>
            <p:nvPr/>
          </p:nvSpPr>
          <p:spPr>
            <a:xfrm>
              <a:off x="168" y="2242"/>
              <a:ext cx="2516" cy="0"/>
            </a:xfrm>
            <a:prstGeom prst="line">
              <a:avLst/>
            </a:prstGeom>
            <a:ln w="9525" cap="flat" cmpd="sng">
              <a:solidFill>
                <a:schemeClr val="tx1"/>
              </a:solidFill>
              <a:prstDash val="solid"/>
              <a:headEnd type="none" w="med" len="med"/>
              <a:tailEnd type="none" w="med" len="med"/>
            </a:ln>
          </p:spPr>
        </p:sp>
        <p:sp>
          <p:nvSpPr>
            <p:cNvPr id="22552" name="直接连接符 107567"/>
            <p:cNvSpPr/>
            <p:nvPr/>
          </p:nvSpPr>
          <p:spPr>
            <a:xfrm>
              <a:off x="4692" y="1551"/>
              <a:ext cx="0" cy="599"/>
            </a:xfrm>
            <a:prstGeom prst="line">
              <a:avLst/>
            </a:prstGeom>
            <a:ln w="9525" cap="flat" cmpd="sng">
              <a:solidFill>
                <a:schemeClr val="tx1"/>
              </a:solidFill>
              <a:prstDash val="solid"/>
              <a:headEnd type="none" w="med" len="med"/>
              <a:tailEnd type="none" w="med" len="med"/>
            </a:ln>
          </p:spPr>
        </p:sp>
        <p:sp>
          <p:nvSpPr>
            <p:cNvPr id="22553" name="椭圆 107568"/>
            <p:cNvSpPr/>
            <p:nvPr/>
          </p:nvSpPr>
          <p:spPr>
            <a:xfrm>
              <a:off x="4667" y="1739"/>
              <a:ext cx="45"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554" name="直接连接符 107569"/>
            <p:cNvSpPr/>
            <p:nvPr/>
          </p:nvSpPr>
          <p:spPr>
            <a:xfrm>
              <a:off x="4500" y="1541"/>
              <a:ext cx="0" cy="125"/>
            </a:xfrm>
            <a:prstGeom prst="line">
              <a:avLst/>
            </a:prstGeom>
            <a:ln w="9525" cap="flat" cmpd="sng">
              <a:solidFill>
                <a:schemeClr val="tx1"/>
              </a:solidFill>
              <a:prstDash val="solid"/>
              <a:headEnd type="none" w="med" len="med"/>
              <a:tailEnd type="none" w="med" len="med"/>
            </a:ln>
          </p:spPr>
        </p:sp>
        <p:sp>
          <p:nvSpPr>
            <p:cNvPr id="22555" name="椭圆 107570"/>
            <p:cNvSpPr/>
            <p:nvPr/>
          </p:nvSpPr>
          <p:spPr>
            <a:xfrm>
              <a:off x="4473" y="1640"/>
              <a:ext cx="45"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556" name="直接连接符 107571"/>
            <p:cNvSpPr/>
            <p:nvPr/>
          </p:nvSpPr>
          <p:spPr>
            <a:xfrm>
              <a:off x="3540" y="1541"/>
              <a:ext cx="0" cy="125"/>
            </a:xfrm>
            <a:prstGeom prst="line">
              <a:avLst/>
            </a:prstGeom>
            <a:ln w="9525" cap="flat" cmpd="sng">
              <a:solidFill>
                <a:schemeClr val="tx1"/>
              </a:solidFill>
              <a:prstDash val="solid"/>
              <a:headEnd type="none" w="med" len="med"/>
              <a:tailEnd type="none" w="med" len="med"/>
            </a:ln>
          </p:spPr>
        </p:sp>
        <p:sp>
          <p:nvSpPr>
            <p:cNvPr id="22557" name="直接连接符 107572"/>
            <p:cNvSpPr/>
            <p:nvPr/>
          </p:nvSpPr>
          <p:spPr>
            <a:xfrm>
              <a:off x="2244" y="1541"/>
              <a:ext cx="0" cy="125"/>
            </a:xfrm>
            <a:prstGeom prst="line">
              <a:avLst/>
            </a:prstGeom>
            <a:ln w="9525" cap="flat" cmpd="sng">
              <a:solidFill>
                <a:schemeClr val="tx1"/>
              </a:solidFill>
              <a:prstDash val="solid"/>
              <a:headEnd type="none" w="med" len="med"/>
              <a:tailEnd type="none" w="med" len="med"/>
            </a:ln>
          </p:spPr>
        </p:sp>
        <p:sp>
          <p:nvSpPr>
            <p:cNvPr id="22558" name="椭圆 107573"/>
            <p:cNvSpPr/>
            <p:nvPr/>
          </p:nvSpPr>
          <p:spPr>
            <a:xfrm>
              <a:off x="3515" y="1640"/>
              <a:ext cx="45"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559" name="直接连接符 107574"/>
            <p:cNvSpPr/>
            <p:nvPr/>
          </p:nvSpPr>
          <p:spPr>
            <a:xfrm>
              <a:off x="3780" y="1547"/>
              <a:ext cx="0" cy="215"/>
            </a:xfrm>
            <a:prstGeom prst="line">
              <a:avLst/>
            </a:prstGeom>
            <a:ln w="9525" cap="flat" cmpd="sng">
              <a:solidFill>
                <a:schemeClr val="tx1"/>
              </a:solidFill>
              <a:prstDash val="solid"/>
              <a:headEnd type="none" w="med" len="med"/>
              <a:tailEnd type="none" w="med" len="med"/>
            </a:ln>
          </p:spPr>
        </p:sp>
        <p:sp>
          <p:nvSpPr>
            <p:cNvPr id="22560" name="直接连接符 107575"/>
            <p:cNvSpPr/>
            <p:nvPr/>
          </p:nvSpPr>
          <p:spPr>
            <a:xfrm>
              <a:off x="2532" y="1547"/>
              <a:ext cx="0" cy="215"/>
            </a:xfrm>
            <a:prstGeom prst="line">
              <a:avLst/>
            </a:prstGeom>
            <a:ln w="9525" cap="flat" cmpd="sng">
              <a:solidFill>
                <a:schemeClr val="tx1"/>
              </a:solidFill>
              <a:prstDash val="solid"/>
              <a:headEnd type="none" w="med" len="med"/>
              <a:tailEnd type="none" w="med" len="med"/>
            </a:ln>
          </p:spPr>
        </p:sp>
        <p:sp>
          <p:nvSpPr>
            <p:cNvPr id="22561" name="直接连接符 107576"/>
            <p:cNvSpPr/>
            <p:nvPr/>
          </p:nvSpPr>
          <p:spPr>
            <a:xfrm>
              <a:off x="804" y="1547"/>
              <a:ext cx="0" cy="215"/>
            </a:xfrm>
            <a:prstGeom prst="line">
              <a:avLst/>
            </a:prstGeom>
            <a:ln w="9525" cap="flat" cmpd="sng">
              <a:solidFill>
                <a:schemeClr val="tx1"/>
              </a:solidFill>
              <a:prstDash val="solid"/>
              <a:headEnd type="none" w="med" len="med"/>
              <a:tailEnd type="none" w="med" len="med"/>
            </a:ln>
          </p:spPr>
        </p:sp>
        <p:sp>
          <p:nvSpPr>
            <p:cNvPr id="22562" name="椭圆 107577"/>
            <p:cNvSpPr/>
            <p:nvPr/>
          </p:nvSpPr>
          <p:spPr>
            <a:xfrm>
              <a:off x="3759" y="1736"/>
              <a:ext cx="45"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563" name="椭圆 107578"/>
            <p:cNvSpPr/>
            <p:nvPr/>
          </p:nvSpPr>
          <p:spPr>
            <a:xfrm>
              <a:off x="2507" y="1736"/>
              <a:ext cx="45"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564" name="直接连接符 107579"/>
            <p:cNvSpPr/>
            <p:nvPr/>
          </p:nvSpPr>
          <p:spPr>
            <a:xfrm>
              <a:off x="4404" y="1551"/>
              <a:ext cx="0" cy="731"/>
            </a:xfrm>
            <a:prstGeom prst="line">
              <a:avLst/>
            </a:prstGeom>
            <a:ln w="9525" cap="flat" cmpd="sng">
              <a:solidFill>
                <a:schemeClr val="tx1"/>
              </a:solidFill>
              <a:prstDash val="solid"/>
              <a:headEnd type="none" w="med" len="med"/>
              <a:tailEnd type="none" w="med" len="med"/>
            </a:ln>
          </p:spPr>
        </p:sp>
        <p:sp>
          <p:nvSpPr>
            <p:cNvPr id="22565" name="椭圆 107580"/>
            <p:cNvSpPr/>
            <p:nvPr/>
          </p:nvSpPr>
          <p:spPr>
            <a:xfrm>
              <a:off x="4380" y="1832"/>
              <a:ext cx="45"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566" name="直接连接符 107581"/>
            <p:cNvSpPr/>
            <p:nvPr/>
          </p:nvSpPr>
          <p:spPr>
            <a:xfrm>
              <a:off x="3444" y="1552"/>
              <a:ext cx="0" cy="306"/>
            </a:xfrm>
            <a:prstGeom prst="line">
              <a:avLst/>
            </a:prstGeom>
            <a:ln w="9525" cap="flat" cmpd="sng">
              <a:solidFill>
                <a:schemeClr val="tx1"/>
              </a:solidFill>
              <a:prstDash val="solid"/>
              <a:headEnd type="none" w="med" len="med"/>
              <a:tailEnd type="none" w="med" len="med"/>
            </a:ln>
          </p:spPr>
        </p:sp>
        <p:sp>
          <p:nvSpPr>
            <p:cNvPr id="22567" name="直接连接符 107582"/>
            <p:cNvSpPr/>
            <p:nvPr/>
          </p:nvSpPr>
          <p:spPr>
            <a:xfrm>
              <a:off x="2148" y="1552"/>
              <a:ext cx="0" cy="306"/>
            </a:xfrm>
            <a:prstGeom prst="line">
              <a:avLst/>
            </a:prstGeom>
            <a:ln w="9525" cap="flat" cmpd="sng">
              <a:solidFill>
                <a:schemeClr val="tx1"/>
              </a:solidFill>
              <a:prstDash val="solid"/>
              <a:headEnd type="none" w="med" len="med"/>
              <a:tailEnd type="none" w="med" len="med"/>
            </a:ln>
          </p:spPr>
        </p:sp>
        <p:sp>
          <p:nvSpPr>
            <p:cNvPr id="22568" name="直接连接符 107583"/>
            <p:cNvSpPr/>
            <p:nvPr/>
          </p:nvSpPr>
          <p:spPr>
            <a:xfrm>
              <a:off x="3924" y="1551"/>
              <a:ext cx="0" cy="1319"/>
            </a:xfrm>
            <a:prstGeom prst="line">
              <a:avLst/>
            </a:prstGeom>
            <a:ln w="9525" cap="flat" cmpd="sng">
              <a:solidFill>
                <a:schemeClr val="tx1"/>
              </a:solidFill>
              <a:prstDash val="solid"/>
              <a:headEnd type="none" w="med" len="med"/>
              <a:tailEnd type="none" w="med" len="med"/>
            </a:ln>
          </p:spPr>
        </p:sp>
        <p:sp>
          <p:nvSpPr>
            <p:cNvPr id="22569" name="直接连接符 107584"/>
            <p:cNvSpPr/>
            <p:nvPr/>
          </p:nvSpPr>
          <p:spPr>
            <a:xfrm>
              <a:off x="2760" y="1535"/>
              <a:ext cx="0" cy="419"/>
            </a:xfrm>
            <a:prstGeom prst="line">
              <a:avLst/>
            </a:prstGeom>
            <a:ln w="9525" cap="flat" cmpd="sng">
              <a:solidFill>
                <a:schemeClr val="tx1"/>
              </a:solidFill>
              <a:prstDash val="solid"/>
              <a:headEnd type="none" w="med" len="med"/>
              <a:tailEnd type="none" w="med" len="med"/>
            </a:ln>
          </p:spPr>
        </p:sp>
        <p:sp>
          <p:nvSpPr>
            <p:cNvPr id="22570" name="直接连接符 107585"/>
            <p:cNvSpPr/>
            <p:nvPr/>
          </p:nvSpPr>
          <p:spPr>
            <a:xfrm>
              <a:off x="1092" y="1535"/>
              <a:ext cx="0" cy="419"/>
            </a:xfrm>
            <a:prstGeom prst="line">
              <a:avLst/>
            </a:prstGeom>
            <a:ln w="9525" cap="flat" cmpd="sng">
              <a:solidFill>
                <a:schemeClr val="tx1"/>
              </a:solidFill>
              <a:prstDash val="solid"/>
              <a:headEnd type="none" w="med" len="med"/>
              <a:tailEnd type="none" w="med" len="med"/>
            </a:ln>
          </p:spPr>
        </p:sp>
        <p:sp>
          <p:nvSpPr>
            <p:cNvPr id="22571" name="直接连接符 107586"/>
            <p:cNvSpPr/>
            <p:nvPr/>
          </p:nvSpPr>
          <p:spPr>
            <a:xfrm>
              <a:off x="3708" y="1551"/>
              <a:ext cx="0" cy="1415"/>
            </a:xfrm>
            <a:prstGeom prst="line">
              <a:avLst/>
            </a:prstGeom>
            <a:ln w="9525" cap="flat" cmpd="sng">
              <a:solidFill>
                <a:schemeClr val="tx1"/>
              </a:solidFill>
              <a:prstDash val="solid"/>
              <a:headEnd type="none" w="med" len="med"/>
              <a:tailEnd type="none" w="med" len="med"/>
            </a:ln>
          </p:spPr>
        </p:sp>
        <p:sp>
          <p:nvSpPr>
            <p:cNvPr id="22572" name="直接连接符 107587"/>
            <p:cNvSpPr/>
            <p:nvPr/>
          </p:nvSpPr>
          <p:spPr>
            <a:xfrm>
              <a:off x="2916" y="1551"/>
              <a:ext cx="0" cy="1307"/>
            </a:xfrm>
            <a:prstGeom prst="line">
              <a:avLst/>
            </a:prstGeom>
            <a:ln w="9525" cap="flat" cmpd="sng">
              <a:solidFill>
                <a:schemeClr val="tx1"/>
              </a:solidFill>
              <a:prstDash val="solid"/>
              <a:headEnd type="none" w="med" len="med"/>
              <a:tailEnd type="none" w="med" len="med"/>
            </a:ln>
          </p:spPr>
        </p:sp>
        <p:sp>
          <p:nvSpPr>
            <p:cNvPr id="22573" name="直接连接符 107588"/>
            <p:cNvSpPr/>
            <p:nvPr/>
          </p:nvSpPr>
          <p:spPr>
            <a:xfrm flipH="1">
              <a:off x="2688" y="1551"/>
              <a:ext cx="0" cy="1355"/>
            </a:xfrm>
            <a:prstGeom prst="line">
              <a:avLst/>
            </a:prstGeom>
            <a:ln w="9525" cap="flat" cmpd="sng">
              <a:solidFill>
                <a:schemeClr val="tx1"/>
              </a:solidFill>
              <a:prstDash val="solid"/>
              <a:headEnd type="none" w="med" len="med"/>
              <a:tailEnd type="none" w="med" len="med"/>
            </a:ln>
          </p:spPr>
        </p:sp>
        <p:sp>
          <p:nvSpPr>
            <p:cNvPr id="22574" name="直接连接符 107589"/>
            <p:cNvSpPr/>
            <p:nvPr/>
          </p:nvSpPr>
          <p:spPr>
            <a:xfrm>
              <a:off x="3348" y="1540"/>
              <a:ext cx="0" cy="510"/>
            </a:xfrm>
            <a:prstGeom prst="line">
              <a:avLst/>
            </a:prstGeom>
            <a:ln w="9525" cap="flat" cmpd="sng">
              <a:solidFill>
                <a:schemeClr val="tx1"/>
              </a:solidFill>
              <a:prstDash val="solid"/>
              <a:headEnd type="none" w="med" len="med"/>
              <a:tailEnd type="none" w="med" len="med"/>
            </a:ln>
          </p:spPr>
        </p:sp>
        <p:sp>
          <p:nvSpPr>
            <p:cNvPr id="22575" name="直接连接符 107590"/>
            <p:cNvSpPr/>
            <p:nvPr/>
          </p:nvSpPr>
          <p:spPr>
            <a:xfrm>
              <a:off x="2448" y="1528"/>
              <a:ext cx="0" cy="510"/>
            </a:xfrm>
            <a:prstGeom prst="line">
              <a:avLst/>
            </a:prstGeom>
            <a:ln w="9525" cap="flat" cmpd="sng">
              <a:solidFill>
                <a:schemeClr val="tx1"/>
              </a:solidFill>
              <a:prstDash val="solid"/>
              <a:headEnd type="none" w="med" len="med"/>
              <a:tailEnd type="none" w="med" len="med"/>
            </a:ln>
          </p:spPr>
        </p:sp>
        <p:sp>
          <p:nvSpPr>
            <p:cNvPr id="22576" name="直接连接符 107591"/>
            <p:cNvSpPr/>
            <p:nvPr/>
          </p:nvSpPr>
          <p:spPr>
            <a:xfrm>
              <a:off x="2052" y="1540"/>
              <a:ext cx="0" cy="510"/>
            </a:xfrm>
            <a:prstGeom prst="line">
              <a:avLst/>
            </a:prstGeom>
            <a:ln w="9525" cap="flat" cmpd="sng">
              <a:solidFill>
                <a:schemeClr val="tx1"/>
              </a:solidFill>
              <a:prstDash val="solid"/>
              <a:headEnd type="none" w="med" len="med"/>
              <a:tailEnd type="none" w="med" len="med"/>
            </a:ln>
          </p:spPr>
        </p:sp>
        <p:sp>
          <p:nvSpPr>
            <p:cNvPr id="22577" name="直接连接符 107592"/>
            <p:cNvSpPr/>
            <p:nvPr/>
          </p:nvSpPr>
          <p:spPr>
            <a:xfrm>
              <a:off x="708" y="1540"/>
              <a:ext cx="0" cy="510"/>
            </a:xfrm>
            <a:prstGeom prst="line">
              <a:avLst/>
            </a:prstGeom>
            <a:ln w="9525" cap="flat" cmpd="sng">
              <a:solidFill>
                <a:schemeClr val="tx1"/>
              </a:solidFill>
              <a:prstDash val="solid"/>
              <a:headEnd type="none" w="med" len="med"/>
              <a:tailEnd type="none" w="med" len="med"/>
            </a:ln>
          </p:spPr>
        </p:sp>
        <p:sp>
          <p:nvSpPr>
            <p:cNvPr id="22578" name="直接连接符 107593"/>
            <p:cNvSpPr/>
            <p:nvPr/>
          </p:nvSpPr>
          <p:spPr>
            <a:xfrm>
              <a:off x="1332" y="1545"/>
              <a:ext cx="0" cy="601"/>
            </a:xfrm>
            <a:prstGeom prst="line">
              <a:avLst/>
            </a:prstGeom>
            <a:ln w="9525" cap="flat" cmpd="sng">
              <a:solidFill>
                <a:schemeClr val="tx1"/>
              </a:solidFill>
              <a:prstDash val="solid"/>
              <a:headEnd type="none" w="med" len="med"/>
              <a:tailEnd type="none" w="med" len="med"/>
            </a:ln>
          </p:spPr>
        </p:sp>
        <p:sp>
          <p:nvSpPr>
            <p:cNvPr id="22579" name="直接连接符 107594"/>
            <p:cNvSpPr/>
            <p:nvPr/>
          </p:nvSpPr>
          <p:spPr>
            <a:xfrm>
              <a:off x="1476" y="1556"/>
              <a:ext cx="0" cy="1295"/>
            </a:xfrm>
            <a:prstGeom prst="line">
              <a:avLst/>
            </a:prstGeom>
            <a:ln w="9525" cap="flat" cmpd="sng">
              <a:solidFill>
                <a:schemeClr val="tx1"/>
              </a:solidFill>
              <a:prstDash val="solid"/>
              <a:headEnd type="none" w="med" len="med"/>
              <a:tailEnd type="none" w="med" len="med"/>
            </a:ln>
          </p:spPr>
        </p:sp>
        <p:sp>
          <p:nvSpPr>
            <p:cNvPr id="22580" name="直接连接符 107595"/>
            <p:cNvSpPr/>
            <p:nvPr/>
          </p:nvSpPr>
          <p:spPr>
            <a:xfrm>
              <a:off x="1236" y="1559"/>
              <a:ext cx="0" cy="1403"/>
            </a:xfrm>
            <a:prstGeom prst="line">
              <a:avLst/>
            </a:prstGeom>
            <a:ln w="9525" cap="flat" cmpd="sng">
              <a:solidFill>
                <a:schemeClr val="tx1"/>
              </a:solidFill>
              <a:prstDash val="solid"/>
              <a:headEnd type="none" w="med" len="med"/>
              <a:tailEnd type="none" w="med" len="med"/>
            </a:ln>
          </p:spPr>
        </p:sp>
        <p:sp>
          <p:nvSpPr>
            <p:cNvPr id="22581" name="直接连接符 107596"/>
            <p:cNvSpPr/>
            <p:nvPr/>
          </p:nvSpPr>
          <p:spPr>
            <a:xfrm flipV="1">
              <a:off x="96" y="2374"/>
              <a:ext cx="1140" cy="0"/>
            </a:xfrm>
            <a:prstGeom prst="line">
              <a:avLst/>
            </a:prstGeom>
            <a:ln w="9525" cap="flat" cmpd="sng">
              <a:solidFill>
                <a:schemeClr val="tx1"/>
              </a:solidFill>
              <a:prstDash val="solid"/>
              <a:headEnd type="none" w="med" len="med"/>
              <a:tailEnd type="none" w="med" len="med"/>
            </a:ln>
          </p:spPr>
        </p:sp>
        <p:sp>
          <p:nvSpPr>
            <p:cNvPr id="22582" name="直接连接符 107597"/>
            <p:cNvSpPr/>
            <p:nvPr/>
          </p:nvSpPr>
          <p:spPr>
            <a:xfrm>
              <a:off x="516" y="1545"/>
              <a:ext cx="0" cy="829"/>
            </a:xfrm>
            <a:prstGeom prst="line">
              <a:avLst/>
            </a:prstGeom>
            <a:ln w="9525" cap="flat" cmpd="sng">
              <a:solidFill>
                <a:schemeClr val="tx1"/>
              </a:solidFill>
              <a:prstDash val="solid"/>
              <a:headEnd type="none" w="med" len="med"/>
              <a:tailEnd type="none" w="med" len="med"/>
            </a:ln>
          </p:spPr>
        </p:sp>
        <p:sp>
          <p:nvSpPr>
            <p:cNvPr id="22583" name="直接连接符 107598"/>
            <p:cNvSpPr/>
            <p:nvPr/>
          </p:nvSpPr>
          <p:spPr>
            <a:xfrm>
              <a:off x="900" y="1545"/>
              <a:ext cx="0" cy="817"/>
            </a:xfrm>
            <a:prstGeom prst="line">
              <a:avLst/>
            </a:prstGeom>
            <a:ln w="9525" cap="flat" cmpd="sng">
              <a:solidFill>
                <a:schemeClr val="tx1"/>
              </a:solidFill>
              <a:prstDash val="solid"/>
              <a:headEnd type="none" w="med" len="med"/>
              <a:tailEnd type="none" w="med" len="med"/>
            </a:ln>
          </p:spPr>
        </p:sp>
        <p:sp>
          <p:nvSpPr>
            <p:cNvPr id="22584" name="直接连接符 107599"/>
            <p:cNvSpPr/>
            <p:nvPr/>
          </p:nvSpPr>
          <p:spPr>
            <a:xfrm>
              <a:off x="612" y="1551"/>
              <a:ext cx="0" cy="691"/>
            </a:xfrm>
            <a:prstGeom prst="line">
              <a:avLst/>
            </a:prstGeom>
            <a:ln w="9525" cap="flat" cmpd="sng">
              <a:solidFill>
                <a:schemeClr val="tx1"/>
              </a:solidFill>
              <a:prstDash val="solid"/>
              <a:headEnd type="none" w="med" len="med"/>
              <a:tailEnd type="none" w="med" len="med"/>
            </a:ln>
          </p:spPr>
        </p:sp>
        <p:sp>
          <p:nvSpPr>
            <p:cNvPr id="22585" name="直接连接符 107600"/>
            <p:cNvSpPr/>
            <p:nvPr/>
          </p:nvSpPr>
          <p:spPr>
            <a:xfrm>
              <a:off x="996" y="1551"/>
              <a:ext cx="0" cy="691"/>
            </a:xfrm>
            <a:prstGeom prst="line">
              <a:avLst/>
            </a:prstGeom>
            <a:ln w="9525" cap="flat" cmpd="sng">
              <a:solidFill>
                <a:schemeClr val="tx1"/>
              </a:solidFill>
              <a:prstDash val="solid"/>
              <a:headEnd type="none" w="med" len="med"/>
              <a:tailEnd type="none" w="med" len="med"/>
            </a:ln>
          </p:spPr>
        </p:sp>
        <p:sp>
          <p:nvSpPr>
            <p:cNvPr id="22586" name="直接连接符 107601"/>
            <p:cNvSpPr/>
            <p:nvPr/>
          </p:nvSpPr>
          <p:spPr>
            <a:xfrm>
              <a:off x="1956" y="1551"/>
              <a:ext cx="0" cy="691"/>
            </a:xfrm>
            <a:prstGeom prst="line">
              <a:avLst/>
            </a:prstGeom>
            <a:ln w="9525" cap="flat" cmpd="sng">
              <a:solidFill>
                <a:schemeClr val="tx1"/>
              </a:solidFill>
              <a:prstDash val="solid"/>
              <a:headEnd type="none" w="med" len="med"/>
              <a:tailEnd type="none" w="med" len="med"/>
            </a:ln>
          </p:spPr>
        </p:sp>
        <p:sp>
          <p:nvSpPr>
            <p:cNvPr id="22587" name="直接连接符 107602"/>
            <p:cNvSpPr/>
            <p:nvPr/>
          </p:nvSpPr>
          <p:spPr>
            <a:xfrm>
              <a:off x="2364" y="1539"/>
              <a:ext cx="0" cy="691"/>
            </a:xfrm>
            <a:prstGeom prst="line">
              <a:avLst/>
            </a:prstGeom>
            <a:ln w="9525" cap="flat" cmpd="sng">
              <a:solidFill>
                <a:schemeClr val="tx1"/>
              </a:solidFill>
              <a:prstDash val="solid"/>
              <a:headEnd type="none" w="med" len="med"/>
              <a:tailEnd type="none" w="med" len="med"/>
            </a:ln>
          </p:spPr>
        </p:sp>
        <p:sp>
          <p:nvSpPr>
            <p:cNvPr id="22588" name="椭圆 107603"/>
            <p:cNvSpPr/>
            <p:nvPr/>
          </p:nvSpPr>
          <p:spPr>
            <a:xfrm>
              <a:off x="3899" y="1932"/>
              <a:ext cx="45"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589" name="椭圆 107604"/>
            <p:cNvSpPr/>
            <p:nvPr/>
          </p:nvSpPr>
          <p:spPr>
            <a:xfrm>
              <a:off x="3685" y="2025"/>
              <a:ext cx="46"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590" name="椭圆 107605"/>
            <p:cNvSpPr/>
            <p:nvPr/>
          </p:nvSpPr>
          <p:spPr>
            <a:xfrm>
              <a:off x="3323" y="2027"/>
              <a:ext cx="45"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591" name="椭圆 107606"/>
            <p:cNvSpPr/>
            <p:nvPr/>
          </p:nvSpPr>
          <p:spPr>
            <a:xfrm>
              <a:off x="3419" y="1832"/>
              <a:ext cx="45"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592" name="椭圆 107607"/>
            <p:cNvSpPr/>
            <p:nvPr/>
          </p:nvSpPr>
          <p:spPr>
            <a:xfrm>
              <a:off x="2891" y="2122"/>
              <a:ext cx="45"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593" name="椭圆 107608"/>
            <p:cNvSpPr/>
            <p:nvPr/>
          </p:nvSpPr>
          <p:spPr>
            <a:xfrm>
              <a:off x="2735" y="1932"/>
              <a:ext cx="45"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594" name="椭圆 107609"/>
            <p:cNvSpPr/>
            <p:nvPr/>
          </p:nvSpPr>
          <p:spPr>
            <a:xfrm>
              <a:off x="1933" y="2220"/>
              <a:ext cx="46"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595" name="椭圆 107610"/>
            <p:cNvSpPr/>
            <p:nvPr/>
          </p:nvSpPr>
          <p:spPr>
            <a:xfrm>
              <a:off x="2029" y="2025"/>
              <a:ext cx="46"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596" name="椭圆 107611"/>
            <p:cNvSpPr/>
            <p:nvPr/>
          </p:nvSpPr>
          <p:spPr>
            <a:xfrm>
              <a:off x="2435" y="2015"/>
              <a:ext cx="45"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597" name="椭圆 107612"/>
            <p:cNvSpPr/>
            <p:nvPr/>
          </p:nvSpPr>
          <p:spPr>
            <a:xfrm>
              <a:off x="1211" y="2348"/>
              <a:ext cx="45"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598" name="椭圆 107613"/>
            <p:cNvSpPr/>
            <p:nvPr/>
          </p:nvSpPr>
          <p:spPr>
            <a:xfrm>
              <a:off x="971" y="2220"/>
              <a:ext cx="45"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599" name="椭圆 107614"/>
            <p:cNvSpPr/>
            <p:nvPr/>
          </p:nvSpPr>
          <p:spPr>
            <a:xfrm>
              <a:off x="2341" y="2220"/>
              <a:ext cx="46"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600" name="椭圆 107615"/>
            <p:cNvSpPr/>
            <p:nvPr/>
          </p:nvSpPr>
          <p:spPr>
            <a:xfrm>
              <a:off x="2220" y="1642"/>
              <a:ext cx="45"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601" name="椭圆 107616"/>
            <p:cNvSpPr/>
            <p:nvPr/>
          </p:nvSpPr>
          <p:spPr>
            <a:xfrm>
              <a:off x="5461" y="1641"/>
              <a:ext cx="46"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602" name="椭圆 107617"/>
            <p:cNvSpPr/>
            <p:nvPr/>
          </p:nvSpPr>
          <p:spPr>
            <a:xfrm>
              <a:off x="877" y="2336"/>
              <a:ext cx="46"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603" name="直接连接符 107618"/>
            <p:cNvSpPr/>
            <p:nvPr/>
          </p:nvSpPr>
          <p:spPr>
            <a:xfrm>
              <a:off x="5484" y="1450"/>
              <a:ext cx="0" cy="317"/>
            </a:xfrm>
            <a:prstGeom prst="line">
              <a:avLst/>
            </a:prstGeom>
            <a:ln w="9525" cap="flat" cmpd="sng">
              <a:solidFill>
                <a:schemeClr val="tx1"/>
              </a:solidFill>
              <a:prstDash val="solid"/>
              <a:headEnd type="none" w="med" len="med"/>
              <a:tailEnd type="none" w="med" len="med"/>
            </a:ln>
          </p:spPr>
        </p:sp>
        <p:sp>
          <p:nvSpPr>
            <p:cNvPr id="22604" name="直接连接符 107619"/>
            <p:cNvSpPr/>
            <p:nvPr/>
          </p:nvSpPr>
          <p:spPr>
            <a:xfrm flipV="1">
              <a:off x="864" y="418"/>
              <a:ext cx="0" cy="564"/>
            </a:xfrm>
            <a:prstGeom prst="line">
              <a:avLst/>
            </a:prstGeom>
            <a:ln w="19050" cap="flat" cmpd="sng">
              <a:solidFill>
                <a:schemeClr val="tx1"/>
              </a:solidFill>
              <a:prstDash val="solid"/>
              <a:headEnd type="none" w="med" len="med"/>
              <a:tailEnd type="triangle" w="med" len="med"/>
            </a:ln>
          </p:spPr>
        </p:sp>
        <p:sp>
          <p:nvSpPr>
            <p:cNvPr id="22605" name="直接连接符 107620"/>
            <p:cNvSpPr/>
            <p:nvPr/>
          </p:nvSpPr>
          <p:spPr>
            <a:xfrm flipV="1">
              <a:off x="2496" y="838"/>
              <a:ext cx="0" cy="144"/>
            </a:xfrm>
            <a:prstGeom prst="line">
              <a:avLst/>
            </a:prstGeom>
            <a:ln w="9525" cap="flat" cmpd="sng">
              <a:solidFill>
                <a:schemeClr val="tx1"/>
              </a:solidFill>
              <a:prstDash val="solid"/>
              <a:headEnd type="none" w="med" len="med"/>
              <a:tailEnd type="none" w="med" len="med"/>
            </a:ln>
          </p:spPr>
        </p:sp>
        <p:sp>
          <p:nvSpPr>
            <p:cNvPr id="22606" name="直接连接符 107621"/>
            <p:cNvSpPr/>
            <p:nvPr/>
          </p:nvSpPr>
          <p:spPr>
            <a:xfrm flipV="1">
              <a:off x="3648" y="838"/>
              <a:ext cx="0" cy="144"/>
            </a:xfrm>
            <a:prstGeom prst="line">
              <a:avLst/>
            </a:prstGeom>
            <a:ln w="9525" cap="flat" cmpd="sng">
              <a:solidFill>
                <a:schemeClr val="tx1"/>
              </a:solidFill>
              <a:prstDash val="solid"/>
              <a:headEnd type="none" w="med" len="med"/>
              <a:tailEnd type="none" w="med" len="med"/>
            </a:ln>
          </p:spPr>
        </p:sp>
        <p:sp>
          <p:nvSpPr>
            <p:cNvPr id="22607" name="直接连接符 107622"/>
            <p:cNvSpPr/>
            <p:nvPr/>
          </p:nvSpPr>
          <p:spPr>
            <a:xfrm flipV="1">
              <a:off x="4536" y="850"/>
              <a:ext cx="0" cy="144"/>
            </a:xfrm>
            <a:prstGeom prst="line">
              <a:avLst/>
            </a:prstGeom>
            <a:ln w="9525" cap="flat" cmpd="sng">
              <a:solidFill>
                <a:schemeClr val="tx1"/>
              </a:solidFill>
              <a:prstDash val="solid"/>
              <a:headEnd type="none" w="med" len="med"/>
              <a:tailEnd type="none" w="med" len="med"/>
            </a:ln>
          </p:spPr>
        </p:sp>
        <p:sp>
          <p:nvSpPr>
            <p:cNvPr id="22608" name="文本框 107623"/>
            <p:cNvSpPr txBox="1"/>
            <p:nvPr/>
          </p:nvSpPr>
          <p:spPr>
            <a:xfrm>
              <a:off x="876" y="732"/>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3</a:t>
              </a:r>
              <a:endParaRPr lang="en-US" altLang="zh-CN" sz="2400" baseline="-25000" dirty="0">
                <a:latin typeface="Times New Roman" panose="02020603050405020304" pitchFamily="18" charset="0"/>
              </a:endParaRPr>
            </a:p>
          </p:txBody>
        </p:sp>
        <p:sp>
          <p:nvSpPr>
            <p:cNvPr id="22609" name="文本框 107624"/>
            <p:cNvSpPr txBox="1"/>
            <p:nvPr/>
          </p:nvSpPr>
          <p:spPr>
            <a:xfrm>
              <a:off x="5280" y="3514"/>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-1</a:t>
              </a:r>
              <a:endParaRPr lang="en-US" altLang="zh-CN" sz="2400" baseline="-25000" dirty="0">
                <a:latin typeface="Times New Roman" panose="02020603050405020304" pitchFamily="18" charset="0"/>
              </a:endParaRPr>
            </a:p>
          </p:txBody>
        </p:sp>
        <p:sp>
          <p:nvSpPr>
            <p:cNvPr id="22610" name="文本框 107625"/>
            <p:cNvSpPr txBox="1"/>
            <p:nvPr/>
          </p:nvSpPr>
          <p:spPr>
            <a:xfrm>
              <a:off x="4603" y="744"/>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0</a:t>
              </a:r>
              <a:endParaRPr lang="en-US" altLang="zh-CN" sz="2400" baseline="-25000" dirty="0">
                <a:latin typeface="Times New Roman" panose="02020603050405020304" pitchFamily="18" charset="0"/>
              </a:endParaRPr>
            </a:p>
          </p:txBody>
        </p:sp>
        <p:sp>
          <p:nvSpPr>
            <p:cNvPr id="22611" name="文本框 107626"/>
            <p:cNvSpPr txBox="1"/>
            <p:nvPr/>
          </p:nvSpPr>
          <p:spPr>
            <a:xfrm>
              <a:off x="3778" y="720"/>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1</a:t>
              </a:r>
              <a:endParaRPr lang="en-US" altLang="zh-CN" sz="2400" baseline="-25000" dirty="0">
                <a:latin typeface="Times New Roman" panose="02020603050405020304" pitchFamily="18" charset="0"/>
              </a:endParaRPr>
            </a:p>
          </p:txBody>
        </p:sp>
        <p:sp>
          <p:nvSpPr>
            <p:cNvPr id="22612" name="文本框 107627"/>
            <p:cNvSpPr txBox="1"/>
            <p:nvPr/>
          </p:nvSpPr>
          <p:spPr>
            <a:xfrm>
              <a:off x="2606" y="732"/>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2</a:t>
              </a:r>
              <a:endParaRPr lang="en-US" altLang="zh-CN" sz="2400" baseline="-25000" dirty="0">
                <a:latin typeface="Times New Roman" panose="02020603050405020304" pitchFamily="18" charset="0"/>
              </a:endParaRPr>
            </a:p>
          </p:txBody>
        </p:sp>
        <p:sp>
          <p:nvSpPr>
            <p:cNvPr id="22613" name="文本框 107628"/>
            <p:cNvSpPr txBox="1"/>
            <p:nvPr/>
          </p:nvSpPr>
          <p:spPr>
            <a:xfrm>
              <a:off x="1584" y="3502"/>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400" dirty="0">
                  <a:latin typeface="Times New Roman" panose="02020603050405020304" pitchFamily="18" charset="0"/>
                </a:rPr>
                <a:t>A</a:t>
              </a:r>
              <a:r>
                <a:rPr lang="en-US" altLang="zh-CN" sz="2400" baseline="-25000" dirty="0">
                  <a:latin typeface="Times New Roman" panose="02020603050405020304" pitchFamily="18" charset="0"/>
                </a:rPr>
                <a:t>3</a:t>
              </a:r>
              <a:endParaRPr lang="en-US" altLang="zh-CN" sz="2400" baseline="-25000" dirty="0">
                <a:latin typeface="Times New Roman" panose="02020603050405020304" pitchFamily="18" charset="0"/>
              </a:endParaRPr>
            </a:p>
          </p:txBody>
        </p:sp>
        <p:sp>
          <p:nvSpPr>
            <p:cNvPr id="22614" name="文本框 107629"/>
            <p:cNvSpPr txBox="1"/>
            <p:nvPr/>
          </p:nvSpPr>
          <p:spPr>
            <a:xfrm>
              <a:off x="1140" y="3514"/>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400" dirty="0">
                  <a:latin typeface="Times New Roman" panose="02020603050405020304" pitchFamily="18" charset="0"/>
                </a:rPr>
                <a:t>B</a:t>
              </a:r>
              <a:r>
                <a:rPr lang="en-US" altLang="zh-CN" sz="2400" baseline="-25000" dirty="0">
                  <a:latin typeface="Times New Roman" panose="02020603050405020304" pitchFamily="18" charset="0"/>
                </a:rPr>
                <a:t>3</a:t>
              </a:r>
              <a:endParaRPr lang="en-US" altLang="zh-CN" sz="2400" baseline="-25000" dirty="0">
                <a:latin typeface="Times New Roman" panose="02020603050405020304" pitchFamily="18" charset="0"/>
              </a:endParaRPr>
            </a:p>
          </p:txBody>
        </p:sp>
        <p:grpSp>
          <p:nvGrpSpPr>
            <p:cNvPr id="22615" name="组合 107630"/>
            <p:cNvGrpSpPr/>
            <p:nvPr/>
          </p:nvGrpSpPr>
          <p:grpSpPr>
            <a:xfrm>
              <a:off x="5132" y="558"/>
              <a:ext cx="444" cy="272"/>
              <a:chOff x="1300" y="3410"/>
              <a:chExt cx="444" cy="272"/>
            </a:xfrm>
          </p:grpSpPr>
          <p:sp>
            <p:nvSpPr>
              <p:cNvPr id="22810" name="矩形 107631"/>
              <p:cNvSpPr/>
              <p:nvPr/>
            </p:nvSpPr>
            <p:spPr>
              <a:xfrm>
                <a:off x="1300" y="3410"/>
                <a:ext cx="431" cy="272"/>
              </a:xfrm>
              <a:prstGeom prst="rect">
                <a:avLst/>
              </a:prstGeom>
              <a:solidFill>
                <a:srgbClr val="00FFFF"/>
              </a:solidFill>
              <a:ln w="9525" cap="flat" cmpd="sng">
                <a:solidFill>
                  <a:srgbClr val="3333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811" name="文本框 107632"/>
              <p:cNvSpPr txBox="1"/>
              <p:nvPr/>
            </p:nvSpPr>
            <p:spPr>
              <a:xfrm>
                <a:off x="1336" y="3422"/>
                <a:ext cx="408"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1800" dirty="0">
                    <a:sym typeface="Symbol" panose="05050102010706020507" pitchFamily="18" charset="2"/>
                  </a:rPr>
                  <a:t>=1</a:t>
                </a:r>
                <a:endParaRPr lang="en-US" altLang="zh-CN" sz="1800" dirty="0">
                  <a:sym typeface="Symbol" panose="05050102010706020507" pitchFamily="18" charset="2"/>
                </a:endParaRPr>
              </a:p>
            </p:txBody>
          </p:sp>
        </p:grpSp>
        <p:grpSp>
          <p:nvGrpSpPr>
            <p:cNvPr id="22616" name="组合 107633"/>
            <p:cNvGrpSpPr/>
            <p:nvPr/>
          </p:nvGrpSpPr>
          <p:grpSpPr>
            <a:xfrm>
              <a:off x="5257" y="1084"/>
              <a:ext cx="431" cy="346"/>
              <a:chOff x="664" y="2928"/>
              <a:chExt cx="431" cy="346"/>
            </a:xfrm>
          </p:grpSpPr>
          <p:grpSp>
            <p:nvGrpSpPr>
              <p:cNvPr id="22806" name="组合 107634"/>
              <p:cNvGrpSpPr/>
              <p:nvPr/>
            </p:nvGrpSpPr>
            <p:grpSpPr>
              <a:xfrm>
                <a:off x="664" y="3002"/>
                <a:ext cx="431" cy="272"/>
                <a:chOff x="216" y="384"/>
                <a:chExt cx="431" cy="272"/>
              </a:xfrm>
            </p:grpSpPr>
            <p:sp>
              <p:nvSpPr>
                <p:cNvPr id="22808" name="矩形 107635"/>
                <p:cNvSpPr/>
                <p:nvPr/>
              </p:nvSpPr>
              <p:spPr>
                <a:xfrm>
                  <a:off x="216" y="384"/>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809" name="文本框 107636"/>
                <p:cNvSpPr txBox="1"/>
                <p:nvPr/>
              </p:nvSpPr>
              <p:spPr>
                <a:xfrm>
                  <a:off x="240" y="384"/>
                  <a:ext cx="24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dirty="0">
                      <a:latin typeface="Times New Roman" panose="02020603050405020304" pitchFamily="18" charset="0"/>
                    </a:rPr>
                    <a:t>1</a:t>
                  </a:r>
                  <a:endParaRPr lang="en-US" altLang="zh-CN" sz="2000" dirty="0">
                    <a:latin typeface="Times New Roman" panose="02020603050405020304" pitchFamily="18" charset="0"/>
                  </a:endParaRPr>
                </a:p>
              </p:txBody>
            </p:sp>
          </p:grpSp>
          <p:sp>
            <p:nvSpPr>
              <p:cNvPr id="22807" name="椭圆 107637"/>
              <p:cNvSpPr/>
              <p:nvPr/>
            </p:nvSpPr>
            <p:spPr>
              <a:xfrm>
                <a:off x="840" y="2928"/>
                <a:ext cx="72" cy="72"/>
              </a:xfrm>
              <a:prstGeom prst="ellipse">
                <a:avLst/>
              </a:prstGeom>
              <a:noFill/>
              <a:ln w="9525" cap="flat" cmpd="sng">
                <a:solidFill>
                  <a:schemeClr val="tx1"/>
                </a:solidFill>
                <a:prstDash val="solid"/>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grpSp>
        <p:grpSp>
          <p:nvGrpSpPr>
            <p:cNvPr id="22617" name="组合 107638"/>
            <p:cNvGrpSpPr/>
            <p:nvPr/>
          </p:nvGrpSpPr>
          <p:grpSpPr>
            <a:xfrm>
              <a:off x="5269" y="1760"/>
              <a:ext cx="431" cy="346"/>
              <a:chOff x="664" y="2928"/>
              <a:chExt cx="431" cy="346"/>
            </a:xfrm>
          </p:grpSpPr>
          <p:grpSp>
            <p:nvGrpSpPr>
              <p:cNvPr id="22802" name="组合 107639"/>
              <p:cNvGrpSpPr/>
              <p:nvPr/>
            </p:nvGrpSpPr>
            <p:grpSpPr>
              <a:xfrm>
                <a:off x="664" y="3002"/>
                <a:ext cx="431" cy="272"/>
                <a:chOff x="216" y="384"/>
                <a:chExt cx="431" cy="272"/>
              </a:xfrm>
            </p:grpSpPr>
            <p:sp>
              <p:nvSpPr>
                <p:cNvPr id="22804" name="矩形 107640"/>
                <p:cNvSpPr/>
                <p:nvPr/>
              </p:nvSpPr>
              <p:spPr>
                <a:xfrm>
                  <a:off x="216" y="384"/>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805" name="文本框 107641"/>
                <p:cNvSpPr txBox="1"/>
                <p:nvPr/>
              </p:nvSpPr>
              <p:spPr>
                <a:xfrm>
                  <a:off x="240" y="384"/>
                  <a:ext cx="24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dirty="0">
                      <a:latin typeface="Times New Roman" panose="02020603050405020304" pitchFamily="18" charset="0"/>
                    </a:rPr>
                    <a:t>1</a:t>
                  </a:r>
                  <a:endParaRPr lang="en-US" altLang="zh-CN" sz="2000" dirty="0">
                    <a:latin typeface="Times New Roman" panose="02020603050405020304" pitchFamily="18" charset="0"/>
                  </a:endParaRPr>
                </a:p>
              </p:txBody>
            </p:sp>
          </p:grpSp>
          <p:sp>
            <p:nvSpPr>
              <p:cNvPr id="22803" name="椭圆 107642"/>
              <p:cNvSpPr/>
              <p:nvPr/>
            </p:nvSpPr>
            <p:spPr>
              <a:xfrm>
                <a:off x="840" y="2928"/>
                <a:ext cx="72" cy="72"/>
              </a:xfrm>
              <a:prstGeom prst="ellipse">
                <a:avLst/>
              </a:prstGeom>
              <a:noFill/>
              <a:ln w="9525" cap="flat" cmpd="sng">
                <a:solidFill>
                  <a:schemeClr val="tx1"/>
                </a:solidFill>
                <a:prstDash val="solid"/>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grpSp>
        <p:grpSp>
          <p:nvGrpSpPr>
            <p:cNvPr id="22618" name="组合 107643"/>
            <p:cNvGrpSpPr/>
            <p:nvPr/>
          </p:nvGrpSpPr>
          <p:grpSpPr>
            <a:xfrm>
              <a:off x="1036" y="2868"/>
              <a:ext cx="948" cy="756"/>
              <a:chOff x="4504" y="3096"/>
              <a:chExt cx="948" cy="756"/>
            </a:xfrm>
          </p:grpSpPr>
          <p:grpSp>
            <p:nvGrpSpPr>
              <p:cNvPr id="22782" name="组合 107644"/>
              <p:cNvGrpSpPr/>
              <p:nvPr/>
            </p:nvGrpSpPr>
            <p:grpSpPr>
              <a:xfrm>
                <a:off x="4504" y="3216"/>
                <a:ext cx="431" cy="346"/>
                <a:chOff x="664" y="2928"/>
                <a:chExt cx="431" cy="346"/>
              </a:xfrm>
            </p:grpSpPr>
            <p:grpSp>
              <p:nvGrpSpPr>
                <p:cNvPr id="22798" name="组合 107645"/>
                <p:cNvGrpSpPr/>
                <p:nvPr/>
              </p:nvGrpSpPr>
              <p:grpSpPr>
                <a:xfrm>
                  <a:off x="664" y="3002"/>
                  <a:ext cx="431" cy="272"/>
                  <a:chOff x="216" y="384"/>
                  <a:chExt cx="431" cy="272"/>
                </a:xfrm>
              </p:grpSpPr>
              <p:sp>
                <p:nvSpPr>
                  <p:cNvPr id="22800" name="矩形 107646"/>
                  <p:cNvSpPr/>
                  <p:nvPr/>
                </p:nvSpPr>
                <p:spPr>
                  <a:xfrm>
                    <a:off x="216" y="384"/>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801" name="文本框 107647"/>
                  <p:cNvSpPr txBox="1"/>
                  <p:nvPr/>
                </p:nvSpPr>
                <p:spPr>
                  <a:xfrm>
                    <a:off x="240" y="384"/>
                    <a:ext cx="24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dirty="0">
                        <a:latin typeface="Times New Roman" panose="02020603050405020304" pitchFamily="18" charset="0"/>
                      </a:rPr>
                      <a:t>&amp;</a:t>
                    </a:r>
                    <a:endParaRPr lang="en-US" altLang="zh-CN" sz="2000" dirty="0">
                      <a:latin typeface="Times New Roman" panose="02020603050405020304" pitchFamily="18" charset="0"/>
                    </a:endParaRPr>
                  </a:p>
                </p:txBody>
              </p:sp>
            </p:grpSp>
            <p:sp>
              <p:nvSpPr>
                <p:cNvPr id="22799" name="椭圆 107648"/>
                <p:cNvSpPr/>
                <p:nvPr/>
              </p:nvSpPr>
              <p:spPr>
                <a:xfrm>
                  <a:off x="840" y="2928"/>
                  <a:ext cx="72" cy="72"/>
                </a:xfrm>
                <a:prstGeom prst="ellipse">
                  <a:avLst/>
                </a:prstGeom>
                <a:noFill/>
                <a:ln w="9525" cap="flat" cmpd="sng">
                  <a:solidFill>
                    <a:schemeClr val="tx1"/>
                  </a:solidFill>
                  <a:prstDash val="solid"/>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grpSp>
          <p:grpSp>
            <p:nvGrpSpPr>
              <p:cNvPr id="22783" name="组合 107649"/>
              <p:cNvGrpSpPr/>
              <p:nvPr/>
            </p:nvGrpSpPr>
            <p:grpSpPr>
              <a:xfrm>
                <a:off x="5008" y="3220"/>
                <a:ext cx="444" cy="342"/>
                <a:chOff x="1300" y="3340"/>
                <a:chExt cx="444" cy="342"/>
              </a:xfrm>
            </p:grpSpPr>
            <p:grpSp>
              <p:nvGrpSpPr>
                <p:cNvPr id="22794" name="组合 107650"/>
                <p:cNvGrpSpPr/>
                <p:nvPr/>
              </p:nvGrpSpPr>
              <p:grpSpPr>
                <a:xfrm>
                  <a:off x="1300" y="3410"/>
                  <a:ext cx="444" cy="272"/>
                  <a:chOff x="1300" y="3410"/>
                  <a:chExt cx="444" cy="272"/>
                </a:xfrm>
              </p:grpSpPr>
              <p:sp>
                <p:nvSpPr>
                  <p:cNvPr id="22796" name="矩形 107651"/>
                  <p:cNvSpPr/>
                  <p:nvPr/>
                </p:nvSpPr>
                <p:spPr>
                  <a:xfrm>
                    <a:off x="1300" y="3410"/>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797" name="文本框 107652"/>
                  <p:cNvSpPr txBox="1"/>
                  <p:nvPr/>
                </p:nvSpPr>
                <p:spPr>
                  <a:xfrm>
                    <a:off x="1336" y="3422"/>
                    <a:ext cx="408"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1800" dirty="0">
                        <a:sym typeface="Symbol" panose="05050102010706020507" pitchFamily="18" charset="2"/>
                      </a:rPr>
                      <a:t>1</a:t>
                    </a:r>
                    <a:endParaRPr lang="en-US" altLang="zh-CN" sz="1800" dirty="0">
                      <a:sym typeface="Symbol" panose="05050102010706020507" pitchFamily="18" charset="2"/>
                    </a:endParaRPr>
                  </a:p>
                </p:txBody>
              </p:sp>
            </p:grpSp>
            <p:sp>
              <p:nvSpPr>
                <p:cNvPr id="22795" name="椭圆 107653"/>
                <p:cNvSpPr/>
                <p:nvPr/>
              </p:nvSpPr>
              <p:spPr>
                <a:xfrm>
                  <a:off x="1480" y="3340"/>
                  <a:ext cx="72" cy="72"/>
                </a:xfrm>
                <a:prstGeom prst="ellipse">
                  <a:avLst/>
                </a:prstGeom>
                <a:noFill/>
                <a:ln w="9525" cap="flat" cmpd="sng">
                  <a:solidFill>
                    <a:schemeClr val="tx1"/>
                  </a:solidFill>
                  <a:prstDash val="solid"/>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grpSp>
          <p:sp>
            <p:nvSpPr>
              <p:cNvPr id="22784" name="直接连接符 107654"/>
              <p:cNvSpPr/>
              <p:nvPr/>
            </p:nvSpPr>
            <p:spPr>
              <a:xfrm>
                <a:off x="4596" y="3564"/>
                <a:ext cx="0" cy="276"/>
              </a:xfrm>
              <a:prstGeom prst="line">
                <a:avLst/>
              </a:prstGeom>
              <a:ln w="19050" cap="flat" cmpd="sng">
                <a:solidFill>
                  <a:schemeClr val="tx1"/>
                </a:solidFill>
                <a:prstDash val="solid"/>
                <a:headEnd type="none" w="med" len="med"/>
                <a:tailEnd type="none" w="sm" len="lg"/>
              </a:ln>
            </p:spPr>
          </p:sp>
          <p:sp>
            <p:nvSpPr>
              <p:cNvPr id="22785" name="直接连接符 107655"/>
              <p:cNvSpPr/>
              <p:nvPr/>
            </p:nvSpPr>
            <p:spPr>
              <a:xfrm flipH="1">
                <a:off x="4848" y="3564"/>
                <a:ext cx="0" cy="108"/>
              </a:xfrm>
              <a:prstGeom prst="line">
                <a:avLst/>
              </a:prstGeom>
              <a:ln w="19050" cap="flat" cmpd="sng">
                <a:solidFill>
                  <a:schemeClr val="tx1"/>
                </a:solidFill>
                <a:prstDash val="solid"/>
                <a:headEnd type="none" w="med" len="med"/>
                <a:tailEnd type="none" w="sm" len="lg"/>
              </a:ln>
            </p:spPr>
          </p:sp>
          <p:sp>
            <p:nvSpPr>
              <p:cNvPr id="22786" name="直接连接符 107656"/>
              <p:cNvSpPr/>
              <p:nvPr/>
            </p:nvSpPr>
            <p:spPr>
              <a:xfrm>
                <a:off x="5136" y="3552"/>
                <a:ext cx="0" cy="192"/>
              </a:xfrm>
              <a:prstGeom prst="line">
                <a:avLst/>
              </a:prstGeom>
              <a:ln w="19050" cap="flat" cmpd="sng">
                <a:solidFill>
                  <a:schemeClr val="tx1"/>
                </a:solidFill>
                <a:prstDash val="solid"/>
                <a:headEnd type="none" w="med" len="med"/>
                <a:tailEnd type="none" w="sm" len="lg"/>
              </a:ln>
            </p:spPr>
          </p:sp>
          <p:sp>
            <p:nvSpPr>
              <p:cNvPr id="22787" name="直接连接符 107657"/>
              <p:cNvSpPr/>
              <p:nvPr/>
            </p:nvSpPr>
            <p:spPr>
              <a:xfrm flipH="1">
                <a:off x="5340" y="3564"/>
                <a:ext cx="0" cy="288"/>
              </a:xfrm>
              <a:prstGeom prst="line">
                <a:avLst/>
              </a:prstGeom>
              <a:ln w="19050" cap="flat" cmpd="sng">
                <a:solidFill>
                  <a:schemeClr val="tx1"/>
                </a:solidFill>
                <a:prstDash val="solid"/>
                <a:headEnd type="none" w="med" len="med"/>
                <a:tailEnd type="none" w="sm" len="lg"/>
              </a:ln>
            </p:spPr>
          </p:sp>
          <p:sp>
            <p:nvSpPr>
              <p:cNvPr id="22788" name="直接连接符 107658"/>
              <p:cNvSpPr/>
              <p:nvPr/>
            </p:nvSpPr>
            <p:spPr>
              <a:xfrm>
                <a:off x="4860" y="3672"/>
                <a:ext cx="468" cy="0"/>
              </a:xfrm>
              <a:prstGeom prst="line">
                <a:avLst/>
              </a:prstGeom>
              <a:ln w="19050" cap="flat" cmpd="sng">
                <a:solidFill>
                  <a:schemeClr val="tx1"/>
                </a:solidFill>
                <a:prstDash val="solid"/>
                <a:headEnd type="none" w="med" len="med"/>
                <a:tailEnd type="none" w="sm" len="lg"/>
              </a:ln>
            </p:spPr>
          </p:sp>
          <p:sp>
            <p:nvSpPr>
              <p:cNvPr id="22789" name="直接连接符 107659"/>
              <p:cNvSpPr/>
              <p:nvPr/>
            </p:nvSpPr>
            <p:spPr>
              <a:xfrm flipH="1">
                <a:off x="4596" y="3744"/>
                <a:ext cx="540" cy="0"/>
              </a:xfrm>
              <a:prstGeom prst="line">
                <a:avLst/>
              </a:prstGeom>
              <a:ln w="19050" cap="flat" cmpd="sng">
                <a:solidFill>
                  <a:schemeClr val="tx1"/>
                </a:solidFill>
                <a:prstDash val="solid"/>
                <a:headEnd type="none" w="med" len="med"/>
                <a:tailEnd type="none" w="sm" len="lg"/>
              </a:ln>
            </p:spPr>
          </p:sp>
          <p:sp>
            <p:nvSpPr>
              <p:cNvPr id="22790" name="椭圆 107660"/>
              <p:cNvSpPr/>
              <p:nvPr/>
            </p:nvSpPr>
            <p:spPr>
              <a:xfrm flipH="1">
                <a:off x="5308" y="3640"/>
                <a:ext cx="60" cy="63"/>
              </a:xfrm>
              <a:prstGeom prst="ellipse">
                <a:avLst/>
              </a:prstGeom>
              <a:solidFill>
                <a:srgbClr val="000000"/>
              </a:solidFill>
              <a:ln w="19050" cap="flat" cmpd="sng">
                <a:solidFill>
                  <a:schemeClr val="tx1"/>
                </a:solidFill>
                <a:prstDash val="solid"/>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791" name="椭圆 107661"/>
              <p:cNvSpPr/>
              <p:nvPr/>
            </p:nvSpPr>
            <p:spPr>
              <a:xfrm flipH="1">
                <a:off x="4580" y="3716"/>
                <a:ext cx="60" cy="63"/>
              </a:xfrm>
              <a:prstGeom prst="ellipse">
                <a:avLst/>
              </a:prstGeom>
              <a:solidFill>
                <a:srgbClr val="000000"/>
              </a:solidFill>
              <a:ln w="19050" cap="flat" cmpd="sng">
                <a:solidFill>
                  <a:schemeClr val="tx1"/>
                </a:solidFill>
                <a:prstDash val="solid"/>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792" name="直接连接符 107662"/>
              <p:cNvSpPr/>
              <p:nvPr/>
            </p:nvSpPr>
            <p:spPr>
              <a:xfrm>
                <a:off x="4704" y="3096"/>
                <a:ext cx="0" cy="132"/>
              </a:xfrm>
              <a:prstGeom prst="line">
                <a:avLst/>
              </a:prstGeom>
              <a:ln w="9525" cap="flat" cmpd="sng">
                <a:solidFill>
                  <a:schemeClr val="tx1"/>
                </a:solidFill>
                <a:prstDash val="solid"/>
                <a:headEnd type="none" w="med" len="med"/>
                <a:tailEnd type="none" w="sm" len="lg"/>
              </a:ln>
            </p:spPr>
          </p:sp>
          <p:sp>
            <p:nvSpPr>
              <p:cNvPr id="22793" name="直接连接符 107663"/>
              <p:cNvSpPr/>
              <p:nvPr/>
            </p:nvSpPr>
            <p:spPr>
              <a:xfrm>
                <a:off x="5220" y="3096"/>
                <a:ext cx="0" cy="132"/>
              </a:xfrm>
              <a:prstGeom prst="line">
                <a:avLst/>
              </a:prstGeom>
              <a:ln w="9525" cap="flat" cmpd="sng">
                <a:solidFill>
                  <a:schemeClr val="tx1"/>
                </a:solidFill>
                <a:prstDash val="solid"/>
                <a:headEnd type="none" w="med" len="med"/>
                <a:tailEnd type="none" w="sm" len="lg"/>
              </a:ln>
            </p:spPr>
          </p:sp>
        </p:grpSp>
        <p:grpSp>
          <p:nvGrpSpPr>
            <p:cNvPr id="22619" name="组合 107664"/>
            <p:cNvGrpSpPr/>
            <p:nvPr/>
          </p:nvGrpSpPr>
          <p:grpSpPr>
            <a:xfrm>
              <a:off x="1516" y="2402"/>
              <a:ext cx="431" cy="334"/>
              <a:chOff x="1456" y="614"/>
              <a:chExt cx="431" cy="334"/>
            </a:xfrm>
          </p:grpSpPr>
          <p:grpSp>
            <p:nvGrpSpPr>
              <p:cNvPr id="22778" name="组合 107665"/>
              <p:cNvGrpSpPr/>
              <p:nvPr/>
            </p:nvGrpSpPr>
            <p:grpSpPr>
              <a:xfrm>
                <a:off x="1456" y="614"/>
                <a:ext cx="431" cy="272"/>
                <a:chOff x="216" y="384"/>
                <a:chExt cx="431" cy="272"/>
              </a:xfrm>
            </p:grpSpPr>
            <p:sp>
              <p:nvSpPr>
                <p:cNvPr id="22780" name="矩形 107666"/>
                <p:cNvSpPr/>
                <p:nvPr/>
              </p:nvSpPr>
              <p:spPr>
                <a:xfrm>
                  <a:off x="216" y="384"/>
                  <a:ext cx="431" cy="272"/>
                </a:xfrm>
                <a:prstGeom prst="rect">
                  <a:avLst/>
                </a:prstGeom>
                <a:solidFill>
                  <a:srgbClr val="CCFFCC"/>
                </a:solidFill>
                <a:ln w="9525" cap="flat" cmpd="sng">
                  <a:solidFill>
                    <a:srgbClr val="3333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781" name="文本框 107667"/>
                <p:cNvSpPr txBox="1"/>
                <p:nvPr/>
              </p:nvSpPr>
              <p:spPr>
                <a:xfrm>
                  <a:off x="240" y="384"/>
                  <a:ext cx="24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dirty="0">
                      <a:latin typeface="Times New Roman" panose="02020603050405020304" pitchFamily="18" charset="0"/>
                    </a:rPr>
                    <a:t>&amp;</a:t>
                  </a:r>
                  <a:endParaRPr lang="en-US" altLang="zh-CN" sz="2000" dirty="0">
                    <a:latin typeface="Times New Roman" panose="02020603050405020304" pitchFamily="18" charset="0"/>
                  </a:endParaRPr>
                </a:p>
              </p:txBody>
            </p:sp>
          </p:grpSp>
          <p:sp>
            <p:nvSpPr>
              <p:cNvPr id="22779" name="椭圆 107668"/>
              <p:cNvSpPr/>
              <p:nvPr/>
            </p:nvSpPr>
            <p:spPr>
              <a:xfrm>
                <a:off x="1752" y="876"/>
                <a:ext cx="72" cy="72"/>
              </a:xfrm>
              <a:prstGeom prst="ellipse">
                <a:avLst/>
              </a:prstGeom>
              <a:noFill/>
              <a:ln w="9525" cap="flat" cmpd="sng">
                <a:solidFill>
                  <a:schemeClr val="tx1"/>
                </a:solidFill>
                <a:prstDash val="solid"/>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grpSp>
        <p:sp>
          <p:nvSpPr>
            <p:cNvPr id="22620" name="椭圆 107669"/>
            <p:cNvSpPr/>
            <p:nvPr/>
          </p:nvSpPr>
          <p:spPr>
            <a:xfrm flipH="1">
              <a:off x="4509" y="972"/>
              <a:ext cx="63" cy="60"/>
            </a:xfrm>
            <a:prstGeom prst="ellipse">
              <a:avLst/>
            </a:prstGeom>
            <a:noFill/>
            <a:ln w="9525" cap="flat" cmpd="sng">
              <a:solidFill>
                <a:schemeClr val="tx1"/>
              </a:solidFill>
              <a:prstDash val="solid"/>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621" name="椭圆 107670"/>
            <p:cNvSpPr/>
            <p:nvPr/>
          </p:nvSpPr>
          <p:spPr>
            <a:xfrm flipH="1">
              <a:off x="3625" y="976"/>
              <a:ext cx="63" cy="60"/>
            </a:xfrm>
            <a:prstGeom prst="ellipse">
              <a:avLst/>
            </a:prstGeom>
            <a:noFill/>
            <a:ln w="9525" cap="flat" cmpd="sng">
              <a:solidFill>
                <a:schemeClr val="tx1"/>
              </a:solidFill>
              <a:prstDash val="solid"/>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622" name="椭圆 107671"/>
            <p:cNvSpPr/>
            <p:nvPr/>
          </p:nvSpPr>
          <p:spPr>
            <a:xfrm flipH="1">
              <a:off x="2465" y="980"/>
              <a:ext cx="63" cy="60"/>
            </a:xfrm>
            <a:prstGeom prst="ellipse">
              <a:avLst/>
            </a:prstGeom>
            <a:noFill/>
            <a:ln w="9525" cap="flat" cmpd="sng">
              <a:solidFill>
                <a:schemeClr val="tx1"/>
              </a:solidFill>
              <a:prstDash val="solid"/>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623" name="椭圆 107672"/>
            <p:cNvSpPr/>
            <p:nvPr/>
          </p:nvSpPr>
          <p:spPr>
            <a:xfrm flipH="1">
              <a:off x="837" y="972"/>
              <a:ext cx="63" cy="60"/>
            </a:xfrm>
            <a:prstGeom prst="ellipse">
              <a:avLst/>
            </a:prstGeom>
            <a:noFill/>
            <a:ln w="9525" cap="flat" cmpd="sng">
              <a:solidFill>
                <a:schemeClr val="tx1"/>
              </a:solidFill>
              <a:prstDash val="solid"/>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grpSp>
          <p:nvGrpSpPr>
            <p:cNvPr id="22624" name="组合 107673"/>
            <p:cNvGrpSpPr/>
            <p:nvPr/>
          </p:nvGrpSpPr>
          <p:grpSpPr>
            <a:xfrm>
              <a:off x="4212" y="562"/>
              <a:ext cx="444" cy="272"/>
              <a:chOff x="1300" y="3410"/>
              <a:chExt cx="444" cy="272"/>
            </a:xfrm>
          </p:grpSpPr>
          <p:sp>
            <p:nvSpPr>
              <p:cNvPr id="22776" name="矩形 107674"/>
              <p:cNvSpPr/>
              <p:nvPr/>
            </p:nvSpPr>
            <p:spPr>
              <a:xfrm>
                <a:off x="1300" y="3410"/>
                <a:ext cx="431" cy="272"/>
              </a:xfrm>
              <a:prstGeom prst="rect">
                <a:avLst/>
              </a:prstGeom>
              <a:solidFill>
                <a:srgbClr val="00FFFF"/>
              </a:solidFill>
              <a:ln w="9525" cap="flat" cmpd="sng">
                <a:solidFill>
                  <a:srgbClr val="3333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777" name="文本框 107675"/>
              <p:cNvSpPr txBox="1"/>
              <p:nvPr/>
            </p:nvSpPr>
            <p:spPr>
              <a:xfrm>
                <a:off x="1336" y="3422"/>
                <a:ext cx="408"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1800" dirty="0">
                    <a:sym typeface="Symbol" panose="05050102010706020507" pitchFamily="18" charset="2"/>
                  </a:rPr>
                  <a:t>=1</a:t>
                </a:r>
                <a:endParaRPr lang="en-US" altLang="zh-CN" sz="1800" dirty="0">
                  <a:sym typeface="Symbol" panose="05050102010706020507" pitchFamily="18" charset="2"/>
                </a:endParaRPr>
              </a:p>
            </p:txBody>
          </p:sp>
        </p:grpSp>
        <p:grpSp>
          <p:nvGrpSpPr>
            <p:cNvPr id="22625" name="组合 107676"/>
            <p:cNvGrpSpPr/>
            <p:nvPr/>
          </p:nvGrpSpPr>
          <p:grpSpPr>
            <a:xfrm>
              <a:off x="3364" y="554"/>
              <a:ext cx="444" cy="272"/>
              <a:chOff x="1300" y="3410"/>
              <a:chExt cx="444" cy="272"/>
            </a:xfrm>
          </p:grpSpPr>
          <p:sp>
            <p:nvSpPr>
              <p:cNvPr id="22774" name="矩形 107677"/>
              <p:cNvSpPr/>
              <p:nvPr/>
            </p:nvSpPr>
            <p:spPr>
              <a:xfrm>
                <a:off x="1300" y="3410"/>
                <a:ext cx="431" cy="272"/>
              </a:xfrm>
              <a:prstGeom prst="rect">
                <a:avLst/>
              </a:prstGeom>
              <a:solidFill>
                <a:srgbClr val="00FFFF"/>
              </a:solidFill>
              <a:ln w="9525" cap="flat" cmpd="sng">
                <a:solidFill>
                  <a:srgbClr val="3333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775" name="文本框 107678"/>
              <p:cNvSpPr txBox="1"/>
              <p:nvPr/>
            </p:nvSpPr>
            <p:spPr>
              <a:xfrm>
                <a:off x="1336" y="3422"/>
                <a:ext cx="408"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1800" dirty="0">
                    <a:sym typeface="Symbol" panose="05050102010706020507" pitchFamily="18" charset="2"/>
                  </a:rPr>
                  <a:t>=1</a:t>
                </a:r>
                <a:endParaRPr lang="en-US" altLang="zh-CN" sz="1800" dirty="0">
                  <a:sym typeface="Symbol" panose="05050102010706020507" pitchFamily="18" charset="2"/>
                </a:endParaRPr>
              </a:p>
            </p:txBody>
          </p:sp>
        </p:grpSp>
        <p:grpSp>
          <p:nvGrpSpPr>
            <p:cNvPr id="22626" name="组合 107679"/>
            <p:cNvGrpSpPr/>
            <p:nvPr/>
          </p:nvGrpSpPr>
          <p:grpSpPr>
            <a:xfrm>
              <a:off x="2180" y="558"/>
              <a:ext cx="444" cy="272"/>
              <a:chOff x="1300" y="3410"/>
              <a:chExt cx="444" cy="272"/>
            </a:xfrm>
          </p:grpSpPr>
          <p:sp>
            <p:nvSpPr>
              <p:cNvPr id="22772" name="矩形 107680"/>
              <p:cNvSpPr/>
              <p:nvPr/>
            </p:nvSpPr>
            <p:spPr>
              <a:xfrm>
                <a:off x="1300" y="3410"/>
                <a:ext cx="431" cy="272"/>
              </a:xfrm>
              <a:prstGeom prst="rect">
                <a:avLst/>
              </a:prstGeom>
              <a:solidFill>
                <a:srgbClr val="00FFFF"/>
              </a:solidFill>
              <a:ln w="9525" cap="flat" cmpd="sng">
                <a:solidFill>
                  <a:srgbClr val="3333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773" name="文本框 107681"/>
              <p:cNvSpPr txBox="1"/>
              <p:nvPr/>
            </p:nvSpPr>
            <p:spPr>
              <a:xfrm>
                <a:off x="1336" y="3422"/>
                <a:ext cx="408"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1800" dirty="0">
                    <a:sym typeface="Symbol" panose="05050102010706020507" pitchFamily="18" charset="2"/>
                  </a:rPr>
                  <a:t>=1</a:t>
                </a:r>
                <a:endParaRPr lang="en-US" altLang="zh-CN" sz="1800" dirty="0">
                  <a:sym typeface="Symbol" panose="05050102010706020507" pitchFamily="18" charset="2"/>
                </a:endParaRPr>
              </a:p>
            </p:txBody>
          </p:sp>
        </p:grpSp>
        <p:sp>
          <p:nvSpPr>
            <p:cNvPr id="22627" name="直接连接符 107682"/>
            <p:cNvSpPr/>
            <p:nvPr/>
          </p:nvSpPr>
          <p:spPr>
            <a:xfrm>
              <a:off x="456" y="1284"/>
              <a:ext cx="0" cy="252"/>
            </a:xfrm>
            <a:prstGeom prst="line">
              <a:avLst/>
            </a:prstGeom>
            <a:ln w="9525" cap="flat" cmpd="sng">
              <a:solidFill>
                <a:schemeClr val="tx1"/>
              </a:solidFill>
              <a:prstDash val="solid"/>
              <a:headEnd type="none" w="med" len="med"/>
              <a:tailEnd type="none" w="sm" len="lg"/>
            </a:ln>
          </p:spPr>
        </p:sp>
        <p:sp>
          <p:nvSpPr>
            <p:cNvPr id="22628" name="直接连接符 107683"/>
            <p:cNvSpPr/>
            <p:nvPr/>
          </p:nvSpPr>
          <p:spPr>
            <a:xfrm>
              <a:off x="384" y="1536"/>
              <a:ext cx="0" cy="120"/>
            </a:xfrm>
            <a:prstGeom prst="line">
              <a:avLst/>
            </a:prstGeom>
            <a:ln w="9525" cap="flat" cmpd="sng">
              <a:solidFill>
                <a:schemeClr val="tx1"/>
              </a:solidFill>
              <a:prstDash val="solid"/>
              <a:headEnd type="none" w="med" len="med"/>
              <a:tailEnd type="none" w="sm" len="lg"/>
            </a:ln>
          </p:spPr>
        </p:sp>
        <p:sp>
          <p:nvSpPr>
            <p:cNvPr id="22629" name="椭圆 107684"/>
            <p:cNvSpPr/>
            <p:nvPr/>
          </p:nvSpPr>
          <p:spPr>
            <a:xfrm>
              <a:off x="593" y="2224"/>
              <a:ext cx="46"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630" name="椭圆 107685"/>
            <p:cNvSpPr/>
            <p:nvPr/>
          </p:nvSpPr>
          <p:spPr>
            <a:xfrm>
              <a:off x="501" y="2348"/>
              <a:ext cx="46"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631" name="椭圆 107686"/>
            <p:cNvSpPr/>
            <p:nvPr/>
          </p:nvSpPr>
          <p:spPr>
            <a:xfrm>
              <a:off x="2665" y="2220"/>
              <a:ext cx="46"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632" name="椭圆 107687"/>
            <p:cNvSpPr/>
            <p:nvPr/>
          </p:nvSpPr>
          <p:spPr>
            <a:xfrm>
              <a:off x="689" y="2032"/>
              <a:ext cx="46"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633" name="直接连接符 107688"/>
            <p:cNvSpPr/>
            <p:nvPr/>
          </p:nvSpPr>
          <p:spPr>
            <a:xfrm flipV="1">
              <a:off x="312" y="1536"/>
              <a:ext cx="0" cy="300"/>
            </a:xfrm>
            <a:prstGeom prst="line">
              <a:avLst/>
            </a:prstGeom>
            <a:ln w="9525" cap="flat" cmpd="sng">
              <a:solidFill>
                <a:schemeClr val="tx1"/>
              </a:solidFill>
              <a:prstDash val="solid"/>
              <a:headEnd type="none" w="med" len="med"/>
              <a:tailEnd type="none" w="sm" len="lg"/>
            </a:ln>
          </p:spPr>
        </p:sp>
        <p:sp>
          <p:nvSpPr>
            <p:cNvPr id="22634" name="直接连接符 107689"/>
            <p:cNvSpPr/>
            <p:nvPr/>
          </p:nvSpPr>
          <p:spPr>
            <a:xfrm flipV="1">
              <a:off x="240" y="1548"/>
              <a:ext cx="0" cy="492"/>
            </a:xfrm>
            <a:prstGeom prst="line">
              <a:avLst/>
            </a:prstGeom>
            <a:ln w="9525" cap="flat" cmpd="sng">
              <a:solidFill>
                <a:schemeClr val="tx1"/>
              </a:solidFill>
              <a:prstDash val="solid"/>
              <a:headEnd type="none" w="med" len="med"/>
              <a:tailEnd type="none" w="sm" len="lg"/>
            </a:ln>
          </p:spPr>
        </p:sp>
        <p:sp>
          <p:nvSpPr>
            <p:cNvPr id="22635" name="直接连接符 107690"/>
            <p:cNvSpPr/>
            <p:nvPr/>
          </p:nvSpPr>
          <p:spPr>
            <a:xfrm flipH="1">
              <a:off x="168" y="1536"/>
              <a:ext cx="0" cy="696"/>
            </a:xfrm>
            <a:prstGeom prst="line">
              <a:avLst/>
            </a:prstGeom>
            <a:ln w="9525" cap="flat" cmpd="sng">
              <a:solidFill>
                <a:schemeClr val="tx1"/>
              </a:solidFill>
              <a:prstDash val="solid"/>
              <a:headEnd type="none" w="med" len="med"/>
              <a:tailEnd type="none" w="sm" len="lg"/>
            </a:ln>
          </p:spPr>
        </p:sp>
        <p:sp>
          <p:nvSpPr>
            <p:cNvPr id="22636" name="直接连接符 107691"/>
            <p:cNvSpPr/>
            <p:nvPr/>
          </p:nvSpPr>
          <p:spPr>
            <a:xfrm flipH="1">
              <a:off x="96" y="1536"/>
              <a:ext cx="0" cy="816"/>
            </a:xfrm>
            <a:prstGeom prst="line">
              <a:avLst/>
            </a:prstGeom>
            <a:ln w="9525" cap="flat" cmpd="sng">
              <a:solidFill>
                <a:schemeClr val="tx1"/>
              </a:solidFill>
              <a:prstDash val="solid"/>
              <a:headEnd type="none" w="med" len="med"/>
              <a:tailEnd type="none" w="sm" len="lg"/>
            </a:ln>
          </p:spPr>
        </p:sp>
        <p:sp>
          <p:nvSpPr>
            <p:cNvPr id="22637" name="直接连接符 107692"/>
            <p:cNvSpPr/>
            <p:nvPr/>
          </p:nvSpPr>
          <p:spPr>
            <a:xfrm flipH="1">
              <a:off x="1716" y="912"/>
              <a:ext cx="0" cy="1476"/>
            </a:xfrm>
            <a:prstGeom prst="line">
              <a:avLst/>
            </a:prstGeom>
            <a:ln w="19050" cap="flat" cmpd="sng">
              <a:solidFill>
                <a:schemeClr val="tx1"/>
              </a:solidFill>
              <a:prstDash val="solid"/>
              <a:headEnd type="none" w="med" len="med"/>
              <a:tailEnd type="none" w="sm" len="lg"/>
            </a:ln>
          </p:spPr>
        </p:sp>
        <p:sp>
          <p:nvSpPr>
            <p:cNvPr id="22638" name="直接连接符 107693"/>
            <p:cNvSpPr/>
            <p:nvPr/>
          </p:nvSpPr>
          <p:spPr>
            <a:xfrm>
              <a:off x="1716" y="912"/>
              <a:ext cx="564" cy="0"/>
            </a:xfrm>
            <a:prstGeom prst="line">
              <a:avLst/>
            </a:prstGeom>
            <a:ln w="19050" cap="flat" cmpd="sng">
              <a:solidFill>
                <a:schemeClr val="tx1"/>
              </a:solidFill>
              <a:prstDash val="solid"/>
              <a:headEnd type="none" w="med" len="med"/>
              <a:tailEnd type="none" w="sm" len="lg"/>
            </a:ln>
          </p:spPr>
        </p:sp>
        <p:sp>
          <p:nvSpPr>
            <p:cNvPr id="22639" name="直接连接符 107694"/>
            <p:cNvSpPr/>
            <p:nvPr/>
          </p:nvSpPr>
          <p:spPr>
            <a:xfrm>
              <a:off x="2280" y="828"/>
              <a:ext cx="0" cy="96"/>
            </a:xfrm>
            <a:prstGeom prst="line">
              <a:avLst/>
            </a:prstGeom>
            <a:ln w="19050" cap="flat" cmpd="sng">
              <a:solidFill>
                <a:schemeClr val="tx1"/>
              </a:solidFill>
              <a:prstDash val="solid"/>
              <a:headEnd type="none" w="med" len="med"/>
              <a:tailEnd type="none" w="sm" len="lg"/>
            </a:ln>
          </p:spPr>
        </p:sp>
        <p:sp>
          <p:nvSpPr>
            <p:cNvPr id="22640" name="直接连接符 107695"/>
            <p:cNvSpPr/>
            <p:nvPr/>
          </p:nvSpPr>
          <p:spPr>
            <a:xfrm flipH="1">
              <a:off x="1848" y="2736"/>
              <a:ext cx="0" cy="132"/>
            </a:xfrm>
            <a:prstGeom prst="line">
              <a:avLst/>
            </a:prstGeom>
            <a:ln w="9525" cap="flat" cmpd="sng">
              <a:solidFill>
                <a:schemeClr val="tx1"/>
              </a:solidFill>
              <a:prstDash val="solid"/>
              <a:headEnd type="none" w="med" len="med"/>
              <a:tailEnd type="none" w="sm" len="lg"/>
            </a:ln>
          </p:spPr>
        </p:sp>
        <p:sp>
          <p:nvSpPr>
            <p:cNvPr id="22641" name="直接连接符 107696"/>
            <p:cNvSpPr/>
            <p:nvPr/>
          </p:nvSpPr>
          <p:spPr>
            <a:xfrm flipH="1">
              <a:off x="1464" y="2856"/>
              <a:ext cx="396" cy="0"/>
            </a:xfrm>
            <a:prstGeom prst="line">
              <a:avLst/>
            </a:prstGeom>
            <a:ln w="9525" cap="flat" cmpd="sng">
              <a:solidFill>
                <a:schemeClr val="tx1"/>
              </a:solidFill>
              <a:prstDash val="solid"/>
              <a:headEnd type="none" w="med" len="med"/>
              <a:tailEnd type="none" w="sm" len="lg"/>
            </a:ln>
          </p:spPr>
        </p:sp>
        <p:sp>
          <p:nvSpPr>
            <p:cNvPr id="22642" name="椭圆 107697"/>
            <p:cNvSpPr/>
            <p:nvPr/>
          </p:nvSpPr>
          <p:spPr>
            <a:xfrm>
              <a:off x="2129" y="1828"/>
              <a:ext cx="46"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643" name="椭圆 107698"/>
            <p:cNvSpPr/>
            <p:nvPr/>
          </p:nvSpPr>
          <p:spPr>
            <a:xfrm>
              <a:off x="1221" y="2708"/>
              <a:ext cx="46"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644" name="椭圆 107699"/>
            <p:cNvSpPr/>
            <p:nvPr/>
          </p:nvSpPr>
          <p:spPr>
            <a:xfrm>
              <a:off x="1729" y="2844"/>
              <a:ext cx="46"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645" name="直接连接符 107700"/>
            <p:cNvSpPr/>
            <p:nvPr/>
          </p:nvSpPr>
          <p:spPr>
            <a:xfrm>
              <a:off x="1236" y="2724"/>
              <a:ext cx="384" cy="0"/>
            </a:xfrm>
            <a:prstGeom prst="line">
              <a:avLst/>
            </a:prstGeom>
            <a:ln w="9525" cap="flat" cmpd="sng">
              <a:solidFill>
                <a:schemeClr val="tx1"/>
              </a:solidFill>
              <a:prstDash val="solid"/>
              <a:headEnd type="none" w="med" len="med"/>
              <a:tailEnd type="none" w="sm" len="lg"/>
            </a:ln>
          </p:spPr>
        </p:sp>
        <p:sp>
          <p:nvSpPr>
            <p:cNvPr id="22646" name="直接连接符 107701"/>
            <p:cNvSpPr/>
            <p:nvPr/>
          </p:nvSpPr>
          <p:spPr>
            <a:xfrm flipH="1">
              <a:off x="1632" y="2652"/>
              <a:ext cx="0" cy="84"/>
            </a:xfrm>
            <a:prstGeom prst="line">
              <a:avLst/>
            </a:prstGeom>
            <a:ln w="9525" cap="flat" cmpd="sng">
              <a:solidFill>
                <a:schemeClr val="tx1"/>
              </a:solidFill>
              <a:prstDash val="solid"/>
              <a:headEnd type="none" w="med" len="med"/>
              <a:tailEnd type="none" w="sm" len="lg"/>
            </a:ln>
          </p:spPr>
        </p:sp>
        <p:sp>
          <p:nvSpPr>
            <p:cNvPr id="22647" name="文本框 107702"/>
            <p:cNvSpPr txBox="1"/>
            <p:nvPr/>
          </p:nvSpPr>
          <p:spPr>
            <a:xfrm>
              <a:off x="4060" y="3518"/>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400" dirty="0">
                  <a:latin typeface="Times New Roman" panose="02020603050405020304" pitchFamily="18" charset="0"/>
                </a:rPr>
                <a:t>A</a:t>
              </a:r>
              <a:r>
                <a:rPr lang="en-US" altLang="zh-CN" sz="2400" baseline="-25000" dirty="0">
                  <a:latin typeface="Times New Roman" panose="02020603050405020304" pitchFamily="18" charset="0"/>
                </a:rPr>
                <a:t>1</a:t>
              </a:r>
              <a:endParaRPr lang="en-US" altLang="zh-CN" sz="2400" baseline="-25000" dirty="0">
                <a:latin typeface="Times New Roman" panose="02020603050405020304" pitchFamily="18" charset="0"/>
              </a:endParaRPr>
            </a:p>
          </p:txBody>
        </p:sp>
        <p:sp>
          <p:nvSpPr>
            <p:cNvPr id="22648" name="文本框 107703"/>
            <p:cNvSpPr txBox="1"/>
            <p:nvPr/>
          </p:nvSpPr>
          <p:spPr>
            <a:xfrm>
              <a:off x="3628" y="3530"/>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400" dirty="0">
                  <a:latin typeface="Times New Roman" panose="02020603050405020304" pitchFamily="18" charset="0"/>
                </a:rPr>
                <a:t>B</a:t>
              </a:r>
              <a:r>
                <a:rPr lang="en-US" altLang="zh-CN" sz="2400" baseline="-25000" dirty="0">
                  <a:latin typeface="Times New Roman" panose="02020603050405020304" pitchFamily="18" charset="0"/>
                </a:rPr>
                <a:t>1</a:t>
              </a:r>
              <a:endParaRPr lang="en-US" altLang="zh-CN" sz="2400" baseline="-25000" dirty="0">
                <a:latin typeface="Times New Roman" panose="02020603050405020304" pitchFamily="18" charset="0"/>
              </a:endParaRPr>
            </a:p>
          </p:txBody>
        </p:sp>
        <p:grpSp>
          <p:nvGrpSpPr>
            <p:cNvPr id="22649" name="组合 107704"/>
            <p:cNvGrpSpPr/>
            <p:nvPr/>
          </p:nvGrpSpPr>
          <p:grpSpPr>
            <a:xfrm>
              <a:off x="3512" y="2884"/>
              <a:ext cx="948" cy="756"/>
              <a:chOff x="4504" y="3096"/>
              <a:chExt cx="948" cy="756"/>
            </a:xfrm>
          </p:grpSpPr>
          <p:grpSp>
            <p:nvGrpSpPr>
              <p:cNvPr id="22752" name="组合 107705"/>
              <p:cNvGrpSpPr/>
              <p:nvPr/>
            </p:nvGrpSpPr>
            <p:grpSpPr>
              <a:xfrm>
                <a:off x="4504" y="3216"/>
                <a:ext cx="431" cy="346"/>
                <a:chOff x="664" y="2928"/>
                <a:chExt cx="431" cy="346"/>
              </a:xfrm>
            </p:grpSpPr>
            <p:grpSp>
              <p:nvGrpSpPr>
                <p:cNvPr id="22768" name="组合 107706"/>
                <p:cNvGrpSpPr/>
                <p:nvPr/>
              </p:nvGrpSpPr>
              <p:grpSpPr>
                <a:xfrm>
                  <a:off x="664" y="3002"/>
                  <a:ext cx="431" cy="272"/>
                  <a:chOff x="216" y="384"/>
                  <a:chExt cx="431" cy="272"/>
                </a:xfrm>
              </p:grpSpPr>
              <p:sp>
                <p:nvSpPr>
                  <p:cNvPr id="22770" name="矩形 107707"/>
                  <p:cNvSpPr/>
                  <p:nvPr/>
                </p:nvSpPr>
                <p:spPr>
                  <a:xfrm>
                    <a:off x="216" y="384"/>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771" name="文本框 107708"/>
                  <p:cNvSpPr txBox="1"/>
                  <p:nvPr/>
                </p:nvSpPr>
                <p:spPr>
                  <a:xfrm>
                    <a:off x="240" y="384"/>
                    <a:ext cx="24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dirty="0">
                        <a:latin typeface="Times New Roman" panose="02020603050405020304" pitchFamily="18" charset="0"/>
                      </a:rPr>
                      <a:t>&amp;</a:t>
                    </a:r>
                    <a:endParaRPr lang="en-US" altLang="zh-CN" sz="2000" dirty="0">
                      <a:latin typeface="Times New Roman" panose="02020603050405020304" pitchFamily="18" charset="0"/>
                    </a:endParaRPr>
                  </a:p>
                </p:txBody>
              </p:sp>
            </p:grpSp>
            <p:sp>
              <p:nvSpPr>
                <p:cNvPr id="22769" name="椭圆 107709"/>
                <p:cNvSpPr/>
                <p:nvPr/>
              </p:nvSpPr>
              <p:spPr>
                <a:xfrm>
                  <a:off x="840" y="2928"/>
                  <a:ext cx="72" cy="72"/>
                </a:xfrm>
                <a:prstGeom prst="ellipse">
                  <a:avLst/>
                </a:prstGeom>
                <a:noFill/>
                <a:ln w="9525" cap="flat" cmpd="sng">
                  <a:solidFill>
                    <a:schemeClr val="tx1"/>
                  </a:solidFill>
                  <a:prstDash val="solid"/>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grpSp>
          <p:grpSp>
            <p:nvGrpSpPr>
              <p:cNvPr id="22753" name="组合 107710"/>
              <p:cNvGrpSpPr/>
              <p:nvPr/>
            </p:nvGrpSpPr>
            <p:grpSpPr>
              <a:xfrm>
                <a:off x="5008" y="3220"/>
                <a:ext cx="444" cy="342"/>
                <a:chOff x="1300" y="3340"/>
                <a:chExt cx="444" cy="342"/>
              </a:xfrm>
            </p:grpSpPr>
            <p:grpSp>
              <p:nvGrpSpPr>
                <p:cNvPr id="22764" name="组合 107711"/>
                <p:cNvGrpSpPr/>
                <p:nvPr/>
              </p:nvGrpSpPr>
              <p:grpSpPr>
                <a:xfrm>
                  <a:off x="1300" y="3410"/>
                  <a:ext cx="444" cy="272"/>
                  <a:chOff x="1300" y="3410"/>
                  <a:chExt cx="444" cy="272"/>
                </a:xfrm>
              </p:grpSpPr>
              <p:sp>
                <p:nvSpPr>
                  <p:cNvPr id="22766" name="矩形 107712"/>
                  <p:cNvSpPr/>
                  <p:nvPr/>
                </p:nvSpPr>
                <p:spPr>
                  <a:xfrm>
                    <a:off x="1300" y="3410"/>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767" name="文本框 107713"/>
                  <p:cNvSpPr txBox="1"/>
                  <p:nvPr/>
                </p:nvSpPr>
                <p:spPr>
                  <a:xfrm>
                    <a:off x="1336" y="3422"/>
                    <a:ext cx="408"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1800" dirty="0">
                        <a:sym typeface="Symbol" panose="05050102010706020507" pitchFamily="18" charset="2"/>
                      </a:rPr>
                      <a:t>1</a:t>
                    </a:r>
                    <a:endParaRPr lang="en-US" altLang="zh-CN" sz="1800" dirty="0">
                      <a:sym typeface="Symbol" panose="05050102010706020507" pitchFamily="18" charset="2"/>
                    </a:endParaRPr>
                  </a:p>
                </p:txBody>
              </p:sp>
            </p:grpSp>
            <p:sp>
              <p:nvSpPr>
                <p:cNvPr id="22765" name="椭圆 107714"/>
                <p:cNvSpPr/>
                <p:nvPr/>
              </p:nvSpPr>
              <p:spPr>
                <a:xfrm>
                  <a:off x="1480" y="3340"/>
                  <a:ext cx="72" cy="72"/>
                </a:xfrm>
                <a:prstGeom prst="ellipse">
                  <a:avLst/>
                </a:prstGeom>
                <a:noFill/>
                <a:ln w="9525" cap="flat" cmpd="sng">
                  <a:solidFill>
                    <a:schemeClr val="tx1"/>
                  </a:solidFill>
                  <a:prstDash val="solid"/>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grpSp>
          <p:sp>
            <p:nvSpPr>
              <p:cNvPr id="22754" name="直接连接符 107715"/>
              <p:cNvSpPr/>
              <p:nvPr/>
            </p:nvSpPr>
            <p:spPr>
              <a:xfrm>
                <a:off x="4596" y="3564"/>
                <a:ext cx="0" cy="276"/>
              </a:xfrm>
              <a:prstGeom prst="line">
                <a:avLst/>
              </a:prstGeom>
              <a:ln w="19050" cap="flat" cmpd="sng">
                <a:solidFill>
                  <a:schemeClr val="tx1"/>
                </a:solidFill>
                <a:prstDash val="solid"/>
                <a:headEnd type="none" w="med" len="med"/>
                <a:tailEnd type="none" w="sm" len="lg"/>
              </a:ln>
            </p:spPr>
          </p:sp>
          <p:sp>
            <p:nvSpPr>
              <p:cNvPr id="22755" name="直接连接符 107716"/>
              <p:cNvSpPr/>
              <p:nvPr/>
            </p:nvSpPr>
            <p:spPr>
              <a:xfrm flipH="1">
                <a:off x="4848" y="3564"/>
                <a:ext cx="0" cy="108"/>
              </a:xfrm>
              <a:prstGeom prst="line">
                <a:avLst/>
              </a:prstGeom>
              <a:ln w="19050" cap="flat" cmpd="sng">
                <a:solidFill>
                  <a:schemeClr val="tx1"/>
                </a:solidFill>
                <a:prstDash val="solid"/>
                <a:headEnd type="none" w="med" len="med"/>
                <a:tailEnd type="none" w="sm" len="lg"/>
              </a:ln>
            </p:spPr>
          </p:sp>
          <p:sp>
            <p:nvSpPr>
              <p:cNvPr id="22756" name="直接连接符 107717"/>
              <p:cNvSpPr/>
              <p:nvPr/>
            </p:nvSpPr>
            <p:spPr>
              <a:xfrm>
                <a:off x="5136" y="3552"/>
                <a:ext cx="0" cy="192"/>
              </a:xfrm>
              <a:prstGeom prst="line">
                <a:avLst/>
              </a:prstGeom>
              <a:ln w="19050" cap="flat" cmpd="sng">
                <a:solidFill>
                  <a:schemeClr val="tx1"/>
                </a:solidFill>
                <a:prstDash val="solid"/>
                <a:headEnd type="none" w="med" len="med"/>
                <a:tailEnd type="none" w="sm" len="lg"/>
              </a:ln>
            </p:spPr>
          </p:sp>
          <p:sp>
            <p:nvSpPr>
              <p:cNvPr id="22757" name="直接连接符 107718"/>
              <p:cNvSpPr/>
              <p:nvPr/>
            </p:nvSpPr>
            <p:spPr>
              <a:xfrm flipH="1">
                <a:off x="5340" y="3564"/>
                <a:ext cx="0" cy="288"/>
              </a:xfrm>
              <a:prstGeom prst="line">
                <a:avLst/>
              </a:prstGeom>
              <a:ln w="19050" cap="flat" cmpd="sng">
                <a:solidFill>
                  <a:schemeClr val="tx1"/>
                </a:solidFill>
                <a:prstDash val="solid"/>
                <a:headEnd type="none" w="med" len="med"/>
                <a:tailEnd type="none" w="sm" len="lg"/>
              </a:ln>
            </p:spPr>
          </p:sp>
          <p:sp>
            <p:nvSpPr>
              <p:cNvPr id="22758" name="直接连接符 107719"/>
              <p:cNvSpPr/>
              <p:nvPr/>
            </p:nvSpPr>
            <p:spPr>
              <a:xfrm>
                <a:off x="4860" y="3672"/>
                <a:ext cx="468" cy="0"/>
              </a:xfrm>
              <a:prstGeom prst="line">
                <a:avLst/>
              </a:prstGeom>
              <a:ln w="19050" cap="flat" cmpd="sng">
                <a:solidFill>
                  <a:schemeClr val="tx1"/>
                </a:solidFill>
                <a:prstDash val="solid"/>
                <a:headEnd type="none" w="med" len="med"/>
                <a:tailEnd type="none" w="sm" len="lg"/>
              </a:ln>
            </p:spPr>
          </p:sp>
          <p:sp>
            <p:nvSpPr>
              <p:cNvPr id="22759" name="直接连接符 107720"/>
              <p:cNvSpPr/>
              <p:nvPr/>
            </p:nvSpPr>
            <p:spPr>
              <a:xfrm flipH="1">
                <a:off x="4596" y="3744"/>
                <a:ext cx="540" cy="0"/>
              </a:xfrm>
              <a:prstGeom prst="line">
                <a:avLst/>
              </a:prstGeom>
              <a:ln w="19050" cap="flat" cmpd="sng">
                <a:solidFill>
                  <a:schemeClr val="tx1"/>
                </a:solidFill>
                <a:prstDash val="solid"/>
                <a:headEnd type="none" w="med" len="med"/>
                <a:tailEnd type="none" w="sm" len="lg"/>
              </a:ln>
            </p:spPr>
          </p:sp>
          <p:sp>
            <p:nvSpPr>
              <p:cNvPr id="22760" name="椭圆 107721"/>
              <p:cNvSpPr/>
              <p:nvPr/>
            </p:nvSpPr>
            <p:spPr>
              <a:xfrm flipH="1">
                <a:off x="5308" y="3640"/>
                <a:ext cx="60" cy="63"/>
              </a:xfrm>
              <a:prstGeom prst="ellipse">
                <a:avLst/>
              </a:prstGeom>
              <a:solidFill>
                <a:srgbClr val="000000"/>
              </a:solidFill>
              <a:ln w="19050" cap="flat" cmpd="sng">
                <a:solidFill>
                  <a:schemeClr val="tx1"/>
                </a:solidFill>
                <a:prstDash val="solid"/>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761" name="椭圆 107722"/>
              <p:cNvSpPr/>
              <p:nvPr/>
            </p:nvSpPr>
            <p:spPr>
              <a:xfrm flipH="1">
                <a:off x="4580" y="3716"/>
                <a:ext cx="60" cy="63"/>
              </a:xfrm>
              <a:prstGeom prst="ellipse">
                <a:avLst/>
              </a:prstGeom>
              <a:solidFill>
                <a:srgbClr val="000000"/>
              </a:solidFill>
              <a:ln w="19050" cap="flat" cmpd="sng">
                <a:solidFill>
                  <a:schemeClr val="tx1"/>
                </a:solidFill>
                <a:prstDash val="solid"/>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762" name="直接连接符 107723"/>
              <p:cNvSpPr/>
              <p:nvPr/>
            </p:nvSpPr>
            <p:spPr>
              <a:xfrm>
                <a:off x="4704" y="3096"/>
                <a:ext cx="0" cy="132"/>
              </a:xfrm>
              <a:prstGeom prst="line">
                <a:avLst/>
              </a:prstGeom>
              <a:ln w="9525" cap="flat" cmpd="sng">
                <a:solidFill>
                  <a:schemeClr val="tx1"/>
                </a:solidFill>
                <a:prstDash val="solid"/>
                <a:headEnd type="none" w="med" len="med"/>
                <a:tailEnd type="none" w="sm" len="lg"/>
              </a:ln>
            </p:spPr>
          </p:sp>
          <p:sp>
            <p:nvSpPr>
              <p:cNvPr id="22763" name="直接连接符 107724"/>
              <p:cNvSpPr/>
              <p:nvPr/>
            </p:nvSpPr>
            <p:spPr>
              <a:xfrm>
                <a:off x="5220" y="3096"/>
                <a:ext cx="0" cy="132"/>
              </a:xfrm>
              <a:prstGeom prst="line">
                <a:avLst/>
              </a:prstGeom>
              <a:ln w="9525" cap="flat" cmpd="sng">
                <a:solidFill>
                  <a:schemeClr val="tx1"/>
                </a:solidFill>
                <a:prstDash val="solid"/>
                <a:headEnd type="none" w="med" len="med"/>
                <a:tailEnd type="none" w="sm" len="lg"/>
              </a:ln>
            </p:spPr>
          </p:sp>
        </p:grpSp>
        <p:grpSp>
          <p:nvGrpSpPr>
            <p:cNvPr id="22650" name="组合 107725"/>
            <p:cNvGrpSpPr/>
            <p:nvPr/>
          </p:nvGrpSpPr>
          <p:grpSpPr>
            <a:xfrm>
              <a:off x="3992" y="2418"/>
              <a:ext cx="431" cy="334"/>
              <a:chOff x="1456" y="614"/>
              <a:chExt cx="431" cy="334"/>
            </a:xfrm>
          </p:grpSpPr>
          <p:grpSp>
            <p:nvGrpSpPr>
              <p:cNvPr id="22748" name="组合 107726"/>
              <p:cNvGrpSpPr/>
              <p:nvPr/>
            </p:nvGrpSpPr>
            <p:grpSpPr>
              <a:xfrm>
                <a:off x="1456" y="614"/>
                <a:ext cx="431" cy="272"/>
                <a:chOff x="216" y="384"/>
                <a:chExt cx="431" cy="272"/>
              </a:xfrm>
            </p:grpSpPr>
            <p:sp>
              <p:nvSpPr>
                <p:cNvPr id="22750" name="矩形 107727"/>
                <p:cNvSpPr/>
                <p:nvPr/>
              </p:nvSpPr>
              <p:spPr>
                <a:xfrm>
                  <a:off x="216" y="384"/>
                  <a:ext cx="431" cy="272"/>
                </a:xfrm>
                <a:prstGeom prst="rect">
                  <a:avLst/>
                </a:prstGeom>
                <a:solidFill>
                  <a:srgbClr val="CCFFCC"/>
                </a:solidFill>
                <a:ln w="9525" cap="flat" cmpd="sng">
                  <a:solidFill>
                    <a:srgbClr val="3333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751" name="文本框 107728"/>
                <p:cNvSpPr txBox="1"/>
                <p:nvPr/>
              </p:nvSpPr>
              <p:spPr>
                <a:xfrm>
                  <a:off x="240" y="384"/>
                  <a:ext cx="24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dirty="0">
                      <a:latin typeface="Times New Roman" panose="02020603050405020304" pitchFamily="18" charset="0"/>
                    </a:rPr>
                    <a:t>&amp;</a:t>
                  </a:r>
                  <a:endParaRPr lang="en-US" altLang="zh-CN" sz="2000" dirty="0">
                    <a:latin typeface="Times New Roman" panose="02020603050405020304" pitchFamily="18" charset="0"/>
                  </a:endParaRPr>
                </a:p>
              </p:txBody>
            </p:sp>
          </p:grpSp>
          <p:sp>
            <p:nvSpPr>
              <p:cNvPr id="22749" name="椭圆 107729"/>
              <p:cNvSpPr/>
              <p:nvPr/>
            </p:nvSpPr>
            <p:spPr>
              <a:xfrm>
                <a:off x="1752" y="876"/>
                <a:ext cx="72" cy="72"/>
              </a:xfrm>
              <a:prstGeom prst="ellipse">
                <a:avLst/>
              </a:prstGeom>
              <a:noFill/>
              <a:ln w="9525" cap="flat" cmpd="sng">
                <a:solidFill>
                  <a:schemeClr val="tx1"/>
                </a:solidFill>
                <a:prstDash val="solid"/>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grpSp>
        <p:sp>
          <p:nvSpPr>
            <p:cNvPr id="22651" name="直接连接符 107730"/>
            <p:cNvSpPr/>
            <p:nvPr/>
          </p:nvSpPr>
          <p:spPr>
            <a:xfrm flipH="1">
              <a:off x="4324" y="2752"/>
              <a:ext cx="0" cy="132"/>
            </a:xfrm>
            <a:prstGeom prst="line">
              <a:avLst/>
            </a:prstGeom>
            <a:ln w="9525" cap="flat" cmpd="sng">
              <a:solidFill>
                <a:schemeClr val="tx1"/>
              </a:solidFill>
              <a:prstDash val="solid"/>
              <a:headEnd type="none" w="med" len="med"/>
              <a:tailEnd type="none" w="sm" len="lg"/>
            </a:ln>
          </p:spPr>
        </p:sp>
        <p:sp>
          <p:nvSpPr>
            <p:cNvPr id="22652" name="直接连接符 107731"/>
            <p:cNvSpPr/>
            <p:nvPr/>
          </p:nvSpPr>
          <p:spPr>
            <a:xfrm flipH="1">
              <a:off x="3940" y="2872"/>
              <a:ext cx="396" cy="0"/>
            </a:xfrm>
            <a:prstGeom prst="line">
              <a:avLst/>
            </a:prstGeom>
            <a:ln w="9525" cap="flat" cmpd="sng">
              <a:solidFill>
                <a:schemeClr val="tx1"/>
              </a:solidFill>
              <a:prstDash val="solid"/>
              <a:headEnd type="none" w="med" len="med"/>
              <a:tailEnd type="none" w="sm" len="lg"/>
            </a:ln>
          </p:spPr>
        </p:sp>
        <p:sp>
          <p:nvSpPr>
            <p:cNvPr id="22653" name="椭圆 107732"/>
            <p:cNvSpPr/>
            <p:nvPr/>
          </p:nvSpPr>
          <p:spPr>
            <a:xfrm>
              <a:off x="3697" y="2724"/>
              <a:ext cx="46"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654" name="椭圆 107733"/>
            <p:cNvSpPr/>
            <p:nvPr/>
          </p:nvSpPr>
          <p:spPr>
            <a:xfrm>
              <a:off x="4205" y="2860"/>
              <a:ext cx="46"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655" name="直接连接符 107734"/>
            <p:cNvSpPr/>
            <p:nvPr/>
          </p:nvSpPr>
          <p:spPr>
            <a:xfrm>
              <a:off x="3712" y="2740"/>
              <a:ext cx="384" cy="0"/>
            </a:xfrm>
            <a:prstGeom prst="line">
              <a:avLst/>
            </a:prstGeom>
            <a:ln w="9525" cap="flat" cmpd="sng">
              <a:solidFill>
                <a:schemeClr val="tx1"/>
              </a:solidFill>
              <a:prstDash val="solid"/>
              <a:headEnd type="none" w="med" len="med"/>
              <a:tailEnd type="none" w="sm" len="lg"/>
            </a:ln>
          </p:spPr>
        </p:sp>
        <p:sp>
          <p:nvSpPr>
            <p:cNvPr id="22656" name="直接连接符 107735"/>
            <p:cNvSpPr/>
            <p:nvPr/>
          </p:nvSpPr>
          <p:spPr>
            <a:xfrm flipH="1">
              <a:off x="4108" y="2668"/>
              <a:ext cx="0" cy="84"/>
            </a:xfrm>
            <a:prstGeom prst="line">
              <a:avLst/>
            </a:prstGeom>
            <a:ln w="9525" cap="flat" cmpd="sng">
              <a:solidFill>
                <a:schemeClr val="tx1"/>
              </a:solidFill>
              <a:prstDash val="solid"/>
              <a:headEnd type="none" w="med" len="med"/>
              <a:tailEnd type="none" w="sm" len="lg"/>
            </a:ln>
          </p:spPr>
        </p:sp>
        <p:sp>
          <p:nvSpPr>
            <p:cNvPr id="22657" name="文本框 107736"/>
            <p:cNvSpPr txBox="1"/>
            <p:nvPr/>
          </p:nvSpPr>
          <p:spPr>
            <a:xfrm>
              <a:off x="3040" y="3518"/>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400" dirty="0">
                  <a:latin typeface="Times New Roman" panose="02020603050405020304" pitchFamily="18" charset="0"/>
                </a:rPr>
                <a:t>A</a:t>
              </a:r>
              <a:r>
                <a:rPr lang="en-US" altLang="zh-CN" sz="2400" baseline="-25000" dirty="0">
                  <a:latin typeface="Times New Roman" panose="02020603050405020304" pitchFamily="18" charset="0"/>
                </a:rPr>
                <a:t>2</a:t>
              </a:r>
              <a:endParaRPr lang="en-US" altLang="zh-CN" sz="2400" baseline="-25000" dirty="0">
                <a:latin typeface="Times New Roman" panose="02020603050405020304" pitchFamily="18" charset="0"/>
              </a:endParaRPr>
            </a:p>
          </p:txBody>
        </p:sp>
        <p:sp>
          <p:nvSpPr>
            <p:cNvPr id="22658" name="文本框 107737"/>
            <p:cNvSpPr txBox="1"/>
            <p:nvPr/>
          </p:nvSpPr>
          <p:spPr>
            <a:xfrm>
              <a:off x="2596" y="3530"/>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400" dirty="0">
                  <a:latin typeface="Times New Roman" panose="02020603050405020304" pitchFamily="18" charset="0"/>
                </a:rPr>
                <a:t>B</a:t>
              </a:r>
              <a:r>
                <a:rPr lang="en-US" altLang="zh-CN" sz="2400" baseline="-25000" dirty="0">
                  <a:latin typeface="Times New Roman" panose="02020603050405020304" pitchFamily="18" charset="0"/>
                </a:rPr>
                <a:t>2</a:t>
              </a:r>
              <a:endParaRPr lang="en-US" altLang="zh-CN" sz="2400" baseline="-25000" dirty="0">
                <a:latin typeface="Times New Roman" panose="02020603050405020304" pitchFamily="18" charset="0"/>
              </a:endParaRPr>
            </a:p>
          </p:txBody>
        </p:sp>
        <p:grpSp>
          <p:nvGrpSpPr>
            <p:cNvPr id="22659" name="组合 107738"/>
            <p:cNvGrpSpPr/>
            <p:nvPr/>
          </p:nvGrpSpPr>
          <p:grpSpPr>
            <a:xfrm>
              <a:off x="2492" y="2884"/>
              <a:ext cx="948" cy="756"/>
              <a:chOff x="4504" y="3096"/>
              <a:chExt cx="948" cy="756"/>
            </a:xfrm>
          </p:grpSpPr>
          <p:grpSp>
            <p:nvGrpSpPr>
              <p:cNvPr id="22728" name="组合 107739"/>
              <p:cNvGrpSpPr/>
              <p:nvPr/>
            </p:nvGrpSpPr>
            <p:grpSpPr>
              <a:xfrm>
                <a:off x="4504" y="3216"/>
                <a:ext cx="431" cy="346"/>
                <a:chOff x="664" y="2928"/>
                <a:chExt cx="431" cy="346"/>
              </a:xfrm>
            </p:grpSpPr>
            <p:grpSp>
              <p:nvGrpSpPr>
                <p:cNvPr id="22744" name="组合 107740"/>
                <p:cNvGrpSpPr/>
                <p:nvPr/>
              </p:nvGrpSpPr>
              <p:grpSpPr>
                <a:xfrm>
                  <a:off x="664" y="3002"/>
                  <a:ext cx="431" cy="272"/>
                  <a:chOff x="216" y="384"/>
                  <a:chExt cx="431" cy="272"/>
                </a:xfrm>
              </p:grpSpPr>
              <p:sp>
                <p:nvSpPr>
                  <p:cNvPr id="22746" name="矩形 107741"/>
                  <p:cNvSpPr/>
                  <p:nvPr/>
                </p:nvSpPr>
                <p:spPr>
                  <a:xfrm>
                    <a:off x="216" y="384"/>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747" name="文本框 107742"/>
                  <p:cNvSpPr txBox="1"/>
                  <p:nvPr/>
                </p:nvSpPr>
                <p:spPr>
                  <a:xfrm>
                    <a:off x="240" y="384"/>
                    <a:ext cx="24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dirty="0">
                        <a:latin typeface="Times New Roman" panose="02020603050405020304" pitchFamily="18" charset="0"/>
                      </a:rPr>
                      <a:t>&amp;</a:t>
                    </a:r>
                    <a:endParaRPr lang="en-US" altLang="zh-CN" sz="2000" dirty="0">
                      <a:latin typeface="Times New Roman" panose="02020603050405020304" pitchFamily="18" charset="0"/>
                    </a:endParaRPr>
                  </a:p>
                </p:txBody>
              </p:sp>
            </p:grpSp>
            <p:sp>
              <p:nvSpPr>
                <p:cNvPr id="22745" name="椭圆 107743"/>
                <p:cNvSpPr/>
                <p:nvPr/>
              </p:nvSpPr>
              <p:spPr>
                <a:xfrm>
                  <a:off x="840" y="2928"/>
                  <a:ext cx="72" cy="72"/>
                </a:xfrm>
                <a:prstGeom prst="ellipse">
                  <a:avLst/>
                </a:prstGeom>
                <a:noFill/>
                <a:ln w="9525" cap="flat" cmpd="sng">
                  <a:solidFill>
                    <a:schemeClr val="tx1"/>
                  </a:solidFill>
                  <a:prstDash val="solid"/>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grpSp>
          <p:grpSp>
            <p:nvGrpSpPr>
              <p:cNvPr id="22729" name="组合 107744"/>
              <p:cNvGrpSpPr/>
              <p:nvPr/>
            </p:nvGrpSpPr>
            <p:grpSpPr>
              <a:xfrm>
                <a:off x="5008" y="3220"/>
                <a:ext cx="444" cy="342"/>
                <a:chOff x="1300" y="3340"/>
                <a:chExt cx="444" cy="342"/>
              </a:xfrm>
            </p:grpSpPr>
            <p:grpSp>
              <p:nvGrpSpPr>
                <p:cNvPr id="22740" name="组合 107745"/>
                <p:cNvGrpSpPr/>
                <p:nvPr/>
              </p:nvGrpSpPr>
              <p:grpSpPr>
                <a:xfrm>
                  <a:off x="1300" y="3410"/>
                  <a:ext cx="444" cy="272"/>
                  <a:chOff x="1300" y="3410"/>
                  <a:chExt cx="444" cy="272"/>
                </a:xfrm>
              </p:grpSpPr>
              <p:sp>
                <p:nvSpPr>
                  <p:cNvPr id="22742" name="矩形 107746"/>
                  <p:cNvSpPr/>
                  <p:nvPr/>
                </p:nvSpPr>
                <p:spPr>
                  <a:xfrm>
                    <a:off x="1300" y="3410"/>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743" name="文本框 107747"/>
                  <p:cNvSpPr txBox="1"/>
                  <p:nvPr/>
                </p:nvSpPr>
                <p:spPr>
                  <a:xfrm>
                    <a:off x="1336" y="3422"/>
                    <a:ext cx="408"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1800" dirty="0">
                        <a:sym typeface="Symbol" panose="05050102010706020507" pitchFamily="18" charset="2"/>
                      </a:rPr>
                      <a:t>1</a:t>
                    </a:r>
                    <a:endParaRPr lang="en-US" altLang="zh-CN" sz="1800" dirty="0">
                      <a:sym typeface="Symbol" panose="05050102010706020507" pitchFamily="18" charset="2"/>
                    </a:endParaRPr>
                  </a:p>
                </p:txBody>
              </p:sp>
            </p:grpSp>
            <p:sp>
              <p:nvSpPr>
                <p:cNvPr id="22741" name="椭圆 107748"/>
                <p:cNvSpPr/>
                <p:nvPr/>
              </p:nvSpPr>
              <p:spPr>
                <a:xfrm>
                  <a:off x="1480" y="3340"/>
                  <a:ext cx="72" cy="72"/>
                </a:xfrm>
                <a:prstGeom prst="ellipse">
                  <a:avLst/>
                </a:prstGeom>
                <a:noFill/>
                <a:ln w="9525" cap="flat" cmpd="sng">
                  <a:solidFill>
                    <a:schemeClr val="tx1"/>
                  </a:solidFill>
                  <a:prstDash val="solid"/>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grpSp>
          <p:sp>
            <p:nvSpPr>
              <p:cNvPr id="22730" name="直接连接符 107749"/>
              <p:cNvSpPr/>
              <p:nvPr/>
            </p:nvSpPr>
            <p:spPr>
              <a:xfrm>
                <a:off x="4596" y="3564"/>
                <a:ext cx="0" cy="276"/>
              </a:xfrm>
              <a:prstGeom prst="line">
                <a:avLst/>
              </a:prstGeom>
              <a:ln w="19050" cap="flat" cmpd="sng">
                <a:solidFill>
                  <a:schemeClr val="tx1"/>
                </a:solidFill>
                <a:prstDash val="solid"/>
                <a:headEnd type="none" w="med" len="med"/>
                <a:tailEnd type="none" w="sm" len="lg"/>
              </a:ln>
            </p:spPr>
          </p:sp>
          <p:sp>
            <p:nvSpPr>
              <p:cNvPr id="22731" name="直接连接符 107750"/>
              <p:cNvSpPr/>
              <p:nvPr/>
            </p:nvSpPr>
            <p:spPr>
              <a:xfrm flipH="1">
                <a:off x="4848" y="3564"/>
                <a:ext cx="0" cy="108"/>
              </a:xfrm>
              <a:prstGeom prst="line">
                <a:avLst/>
              </a:prstGeom>
              <a:ln w="19050" cap="flat" cmpd="sng">
                <a:solidFill>
                  <a:schemeClr val="tx1"/>
                </a:solidFill>
                <a:prstDash val="solid"/>
                <a:headEnd type="none" w="med" len="med"/>
                <a:tailEnd type="none" w="sm" len="lg"/>
              </a:ln>
            </p:spPr>
          </p:sp>
          <p:sp>
            <p:nvSpPr>
              <p:cNvPr id="22732" name="直接连接符 107751"/>
              <p:cNvSpPr/>
              <p:nvPr/>
            </p:nvSpPr>
            <p:spPr>
              <a:xfrm>
                <a:off x="5136" y="3552"/>
                <a:ext cx="0" cy="192"/>
              </a:xfrm>
              <a:prstGeom prst="line">
                <a:avLst/>
              </a:prstGeom>
              <a:ln w="19050" cap="flat" cmpd="sng">
                <a:solidFill>
                  <a:schemeClr val="tx1"/>
                </a:solidFill>
                <a:prstDash val="solid"/>
                <a:headEnd type="none" w="med" len="med"/>
                <a:tailEnd type="none" w="sm" len="lg"/>
              </a:ln>
            </p:spPr>
          </p:sp>
          <p:sp>
            <p:nvSpPr>
              <p:cNvPr id="22733" name="直接连接符 107752"/>
              <p:cNvSpPr/>
              <p:nvPr/>
            </p:nvSpPr>
            <p:spPr>
              <a:xfrm flipH="1">
                <a:off x="5340" y="3564"/>
                <a:ext cx="0" cy="288"/>
              </a:xfrm>
              <a:prstGeom prst="line">
                <a:avLst/>
              </a:prstGeom>
              <a:ln w="19050" cap="flat" cmpd="sng">
                <a:solidFill>
                  <a:schemeClr val="tx1"/>
                </a:solidFill>
                <a:prstDash val="solid"/>
                <a:headEnd type="none" w="med" len="med"/>
                <a:tailEnd type="none" w="sm" len="lg"/>
              </a:ln>
            </p:spPr>
          </p:sp>
          <p:sp>
            <p:nvSpPr>
              <p:cNvPr id="22734" name="直接连接符 107753"/>
              <p:cNvSpPr/>
              <p:nvPr/>
            </p:nvSpPr>
            <p:spPr>
              <a:xfrm>
                <a:off x="4860" y="3672"/>
                <a:ext cx="468" cy="0"/>
              </a:xfrm>
              <a:prstGeom prst="line">
                <a:avLst/>
              </a:prstGeom>
              <a:ln w="19050" cap="flat" cmpd="sng">
                <a:solidFill>
                  <a:schemeClr val="tx1"/>
                </a:solidFill>
                <a:prstDash val="solid"/>
                <a:headEnd type="none" w="med" len="med"/>
                <a:tailEnd type="none" w="sm" len="lg"/>
              </a:ln>
            </p:spPr>
          </p:sp>
          <p:sp>
            <p:nvSpPr>
              <p:cNvPr id="22735" name="直接连接符 107754"/>
              <p:cNvSpPr/>
              <p:nvPr/>
            </p:nvSpPr>
            <p:spPr>
              <a:xfrm flipH="1">
                <a:off x="4596" y="3744"/>
                <a:ext cx="540" cy="0"/>
              </a:xfrm>
              <a:prstGeom prst="line">
                <a:avLst/>
              </a:prstGeom>
              <a:ln w="19050" cap="flat" cmpd="sng">
                <a:solidFill>
                  <a:schemeClr val="tx1"/>
                </a:solidFill>
                <a:prstDash val="solid"/>
                <a:headEnd type="none" w="med" len="med"/>
                <a:tailEnd type="none" w="sm" len="lg"/>
              </a:ln>
            </p:spPr>
          </p:sp>
          <p:sp>
            <p:nvSpPr>
              <p:cNvPr id="22736" name="椭圆 107755"/>
              <p:cNvSpPr/>
              <p:nvPr/>
            </p:nvSpPr>
            <p:spPr>
              <a:xfrm flipH="1">
                <a:off x="5308" y="3640"/>
                <a:ext cx="60" cy="63"/>
              </a:xfrm>
              <a:prstGeom prst="ellipse">
                <a:avLst/>
              </a:prstGeom>
              <a:solidFill>
                <a:srgbClr val="000000"/>
              </a:solidFill>
              <a:ln w="19050" cap="flat" cmpd="sng">
                <a:solidFill>
                  <a:schemeClr val="tx1"/>
                </a:solidFill>
                <a:prstDash val="solid"/>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737" name="椭圆 107756"/>
              <p:cNvSpPr/>
              <p:nvPr/>
            </p:nvSpPr>
            <p:spPr>
              <a:xfrm flipH="1">
                <a:off x="4580" y="3716"/>
                <a:ext cx="60" cy="63"/>
              </a:xfrm>
              <a:prstGeom prst="ellipse">
                <a:avLst/>
              </a:prstGeom>
              <a:solidFill>
                <a:srgbClr val="000000"/>
              </a:solidFill>
              <a:ln w="19050" cap="flat" cmpd="sng">
                <a:solidFill>
                  <a:schemeClr val="tx1"/>
                </a:solidFill>
                <a:prstDash val="solid"/>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738" name="直接连接符 107757"/>
              <p:cNvSpPr/>
              <p:nvPr/>
            </p:nvSpPr>
            <p:spPr>
              <a:xfrm>
                <a:off x="4704" y="3096"/>
                <a:ext cx="0" cy="132"/>
              </a:xfrm>
              <a:prstGeom prst="line">
                <a:avLst/>
              </a:prstGeom>
              <a:ln w="9525" cap="flat" cmpd="sng">
                <a:solidFill>
                  <a:schemeClr val="tx1"/>
                </a:solidFill>
                <a:prstDash val="solid"/>
                <a:headEnd type="none" w="med" len="med"/>
                <a:tailEnd type="none" w="sm" len="lg"/>
              </a:ln>
            </p:spPr>
          </p:sp>
          <p:sp>
            <p:nvSpPr>
              <p:cNvPr id="22739" name="直接连接符 107758"/>
              <p:cNvSpPr/>
              <p:nvPr/>
            </p:nvSpPr>
            <p:spPr>
              <a:xfrm>
                <a:off x="5220" y="3096"/>
                <a:ext cx="0" cy="132"/>
              </a:xfrm>
              <a:prstGeom prst="line">
                <a:avLst/>
              </a:prstGeom>
              <a:ln w="9525" cap="flat" cmpd="sng">
                <a:solidFill>
                  <a:schemeClr val="tx1"/>
                </a:solidFill>
                <a:prstDash val="solid"/>
                <a:headEnd type="none" w="med" len="med"/>
                <a:tailEnd type="none" w="sm" len="lg"/>
              </a:ln>
            </p:spPr>
          </p:sp>
        </p:grpSp>
        <p:grpSp>
          <p:nvGrpSpPr>
            <p:cNvPr id="22660" name="组合 107759"/>
            <p:cNvGrpSpPr/>
            <p:nvPr/>
          </p:nvGrpSpPr>
          <p:grpSpPr>
            <a:xfrm>
              <a:off x="2972" y="2418"/>
              <a:ext cx="431" cy="334"/>
              <a:chOff x="1456" y="614"/>
              <a:chExt cx="431" cy="334"/>
            </a:xfrm>
          </p:grpSpPr>
          <p:grpSp>
            <p:nvGrpSpPr>
              <p:cNvPr id="22724" name="组合 107760"/>
              <p:cNvGrpSpPr/>
              <p:nvPr/>
            </p:nvGrpSpPr>
            <p:grpSpPr>
              <a:xfrm>
                <a:off x="1456" y="614"/>
                <a:ext cx="431" cy="272"/>
                <a:chOff x="216" y="384"/>
                <a:chExt cx="431" cy="272"/>
              </a:xfrm>
            </p:grpSpPr>
            <p:sp>
              <p:nvSpPr>
                <p:cNvPr id="22726" name="矩形 107761"/>
                <p:cNvSpPr/>
                <p:nvPr/>
              </p:nvSpPr>
              <p:spPr>
                <a:xfrm>
                  <a:off x="216" y="384"/>
                  <a:ext cx="431" cy="272"/>
                </a:xfrm>
                <a:prstGeom prst="rect">
                  <a:avLst/>
                </a:prstGeom>
                <a:solidFill>
                  <a:srgbClr val="CCFFCC"/>
                </a:solidFill>
                <a:ln w="9525" cap="flat" cmpd="sng">
                  <a:solidFill>
                    <a:srgbClr val="3333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727" name="文本框 107762"/>
                <p:cNvSpPr txBox="1"/>
                <p:nvPr/>
              </p:nvSpPr>
              <p:spPr>
                <a:xfrm>
                  <a:off x="240" y="384"/>
                  <a:ext cx="24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dirty="0">
                      <a:latin typeface="Times New Roman" panose="02020603050405020304" pitchFamily="18" charset="0"/>
                    </a:rPr>
                    <a:t>&amp;</a:t>
                  </a:r>
                  <a:endParaRPr lang="en-US" altLang="zh-CN" sz="2000" dirty="0">
                    <a:latin typeface="Times New Roman" panose="02020603050405020304" pitchFamily="18" charset="0"/>
                  </a:endParaRPr>
                </a:p>
              </p:txBody>
            </p:sp>
          </p:grpSp>
          <p:sp>
            <p:nvSpPr>
              <p:cNvPr id="22725" name="椭圆 107763"/>
              <p:cNvSpPr/>
              <p:nvPr/>
            </p:nvSpPr>
            <p:spPr>
              <a:xfrm>
                <a:off x="1752" y="876"/>
                <a:ext cx="72" cy="72"/>
              </a:xfrm>
              <a:prstGeom prst="ellipse">
                <a:avLst/>
              </a:prstGeom>
              <a:noFill/>
              <a:ln w="9525" cap="flat" cmpd="sng">
                <a:solidFill>
                  <a:schemeClr val="tx1"/>
                </a:solidFill>
                <a:prstDash val="solid"/>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grpSp>
        <p:sp>
          <p:nvSpPr>
            <p:cNvPr id="22661" name="直接连接符 107764"/>
            <p:cNvSpPr/>
            <p:nvPr/>
          </p:nvSpPr>
          <p:spPr>
            <a:xfrm flipH="1">
              <a:off x="3304" y="2752"/>
              <a:ext cx="0" cy="132"/>
            </a:xfrm>
            <a:prstGeom prst="line">
              <a:avLst/>
            </a:prstGeom>
            <a:ln w="9525" cap="flat" cmpd="sng">
              <a:solidFill>
                <a:schemeClr val="tx1"/>
              </a:solidFill>
              <a:prstDash val="solid"/>
              <a:headEnd type="none" w="med" len="med"/>
              <a:tailEnd type="none" w="sm" len="lg"/>
            </a:ln>
          </p:spPr>
        </p:sp>
        <p:sp>
          <p:nvSpPr>
            <p:cNvPr id="22662" name="直接连接符 107765"/>
            <p:cNvSpPr/>
            <p:nvPr/>
          </p:nvSpPr>
          <p:spPr>
            <a:xfrm flipH="1">
              <a:off x="2920" y="2872"/>
              <a:ext cx="396" cy="0"/>
            </a:xfrm>
            <a:prstGeom prst="line">
              <a:avLst/>
            </a:prstGeom>
            <a:ln w="9525" cap="flat" cmpd="sng">
              <a:solidFill>
                <a:schemeClr val="tx1"/>
              </a:solidFill>
              <a:prstDash val="solid"/>
              <a:headEnd type="none" w="med" len="med"/>
              <a:tailEnd type="none" w="sm" len="lg"/>
            </a:ln>
          </p:spPr>
        </p:sp>
        <p:sp>
          <p:nvSpPr>
            <p:cNvPr id="22663" name="椭圆 107766"/>
            <p:cNvSpPr/>
            <p:nvPr/>
          </p:nvSpPr>
          <p:spPr>
            <a:xfrm>
              <a:off x="2677" y="2724"/>
              <a:ext cx="46"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664" name="椭圆 107767"/>
            <p:cNvSpPr/>
            <p:nvPr/>
          </p:nvSpPr>
          <p:spPr>
            <a:xfrm>
              <a:off x="3185" y="2860"/>
              <a:ext cx="46"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665" name="直接连接符 107768"/>
            <p:cNvSpPr/>
            <p:nvPr/>
          </p:nvSpPr>
          <p:spPr>
            <a:xfrm>
              <a:off x="2692" y="2740"/>
              <a:ext cx="384" cy="0"/>
            </a:xfrm>
            <a:prstGeom prst="line">
              <a:avLst/>
            </a:prstGeom>
            <a:ln w="9525" cap="flat" cmpd="sng">
              <a:solidFill>
                <a:schemeClr val="tx1"/>
              </a:solidFill>
              <a:prstDash val="solid"/>
              <a:headEnd type="none" w="med" len="med"/>
              <a:tailEnd type="none" w="sm" len="lg"/>
            </a:ln>
          </p:spPr>
        </p:sp>
        <p:sp>
          <p:nvSpPr>
            <p:cNvPr id="22666" name="直接连接符 107769"/>
            <p:cNvSpPr/>
            <p:nvPr/>
          </p:nvSpPr>
          <p:spPr>
            <a:xfrm flipH="1">
              <a:off x="3088" y="2668"/>
              <a:ext cx="0" cy="84"/>
            </a:xfrm>
            <a:prstGeom prst="line">
              <a:avLst/>
            </a:prstGeom>
            <a:ln w="9525" cap="flat" cmpd="sng">
              <a:solidFill>
                <a:schemeClr val="tx1"/>
              </a:solidFill>
              <a:prstDash val="solid"/>
              <a:headEnd type="none" w="med" len="med"/>
              <a:tailEnd type="none" w="sm" len="lg"/>
            </a:ln>
          </p:spPr>
        </p:sp>
        <p:sp>
          <p:nvSpPr>
            <p:cNvPr id="22667" name="文本框 107770"/>
            <p:cNvSpPr txBox="1"/>
            <p:nvPr/>
          </p:nvSpPr>
          <p:spPr>
            <a:xfrm>
              <a:off x="5032" y="3506"/>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400" dirty="0">
                  <a:latin typeface="Times New Roman" panose="02020603050405020304" pitchFamily="18" charset="0"/>
                </a:rPr>
                <a:t>A</a:t>
              </a:r>
              <a:r>
                <a:rPr lang="en-US" altLang="zh-CN" sz="2400" baseline="-25000" dirty="0">
                  <a:latin typeface="Times New Roman" panose="02020603050405020304" pitchFamily="18" charset="0"/>
                </a:rPr>
                <a:t>0</a:t>
              </a:r>
              <a:endParaRPr lang="en-US" altLang="zh-CN" sz="2400" baseline="-25000" dirty="0">
                <a:latin typeface="Times New Roman" panose="02020603050405020304" pitchFamily="18" charset="0"/>
              </a:endParaRPr>
            </a:p>
          </p:txBody>
        </p:sp>
        <p:sp>
          <p:nvSpPr>
            <p:cNvPr id="22668" name="文本框 107771"/>
            <p:cNvSpPr txBox="1"/>
            <p:nvPr/>
          </p:nvSpPr>
          <p:spPr>
            <a:xfrm>
              <a:off x="4612" y="3506"/>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400" dirty="0">
                  <a:latin typeface="Times New Roman" panose="02020603050405020304" pitchFamily="18" charset="0"/>
                </a:rPr>
                <a:t>B</a:t>
              </a:r>
              <a:r>
                <a:rPr lang="en-US" altLang="zh-CN" sz="2400" baseline="-25000" dirty="0">
                  <a:latin typeface="Times New Roman" panose="02020603050405020304" pitchFamily="18" charset="0"/>
                </a:rPr>
                <a:t>0</a:t>
              </a:r>
              <a:endParaRPr lang="en-US" altLang="zh-CN" sz="2400" baseline="-25000" dirty="0">
                <a:latin typeface="Times New Roman" panose="02020603050405020304" pitchFamily="18" charset="0"/>
              </a:endParaRPr>
            </a:p>
          </p:txBody>
        </p:sp>
        <p:grpSp>
          <p:nvGrpSpPr>
            <p:cNvPr id="22669" name="组合 107772"/>
            <p:cNvGrpSpPr/>
            <p:nvPr/>
          </p:nvGrpSpPr>
          <p:grpSpPr>
            <a:xfrm>
              <a:off x="4484" y="2872"/>
              <a:ext cx="948" cy="756"/>
              <a:chOff x="4504" y="3096"/>
              <a:chExt cx="948" cy="756"/>
            </a:xfrm>
          </p:grpSpPr>
          <p:grpSp>
            <p:nvGrpSpPr>
              <p:cNvPr id="22704" name="组合 107773"/>
              <p:cNvGrpSpPr/>
              <p:nvPr/>
            </p:nvGrpSpPr>
            <p:grpSpPr>
              <a:xfrm>
                <a:off x="4504" y="3216"/>
                <a:ext cx="431" cy="346"/>
                <a:chOff x="664" y="2928"/>
                <a:chExt cx="431" cy="346"/>
              </a:xfrm>
            </p:grpSpPr>
            <p:grpSp>
              <p:nvGrpSpPr>
                <p:cNvPr id="22720" name="组合 107774"/>
                <p:cNvGrpSpPr/>
                <p:nvPr/>
              </p:nvGrpSpPr>
              <p:grpSpPr>
                <a:xfrm>
                  <a:off x="664" y="3002"/>
                  <a:ext cx="431" cy="272"/>
                  <a:chOff x="216" y="384"/>
                  <a:chExt cx="431" cy="272"/>
                </a:xfrm>
              </p:grpSpPr>
              <p:sp>
                <p:nvSpPr>
                  <p:cNvPr id="22722" name="矩形 107775"/>
                  <p:cNvSpPr/>
                  <p:nvPr/>
                </p:nvSpPr>
                <p:spPr>
                  <a:xfrm>
                    <a:off x="216" y="384"/>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723" name="文本框 107776"/>
                  <p:cNvSpPr txBox="1"/>
                  <p:nvPr/>
                </p:nvSpPr>
                <p:spPr>
                  <a:xfrm>
                    <a:off x="240" y="384"/>
                    <a:ext cx="24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dirty="0">
                        <a:latin typeface="Times New Roman" panose="02020603050405020304" pitchFamily="18" charset="0"/>
                      </a:rPr>
                      <a:t>&amp;</a:t>
                    </a:r>
                    <a:endParaRPr lang="en-US" altLang="zh-CN" sz="2000" dirty="0">
                      <a:latin typeface="Times New Roman" panose="02020603050405020304" pitchFamily="18" charset="0"/>
                    </a:endParaRPr>
                  </a:p>
                </p:txBody>
              </p:sp>
            </p:grpSp>
            <p:sp>
              <p:nvSpPr>
                <p:cNvPr id="22721" name="椭圆 107777"/>
                <p:cNvSpPr/>
                <p:nvPr/>
              </p:nvSpPr>
              <p:spPr>
                <a:xfrm>
                  <a:off x="840" y="2928"/>
                  <a:ext cx="72" cy="72"/>
                </a:xfrm>
                <a:prstGeom prst="ellipse">
                  <a:avLst/>
                </a:prstGeom>
                <a:noFill/>
                <a:ln w="9525" cap="flat" cmpd="sng">
                  <a:solidFill>
                    <a:schemeClr val="tx1"/>
                  </a:solidFill>
                  <a:prstDash val="solid"/>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grpSp>
          <p:grpSp>
            <p:nvGrpSpPr>
              <p:cNvPr id="22705" name="组合 107778"/>
              <p:cNvGrpSpPr/>
              <p:nvPr/>
            </p:nvGrpSpPr>
            <p:grpSpPr>
              <a:xfrm>
                <a:off x="5008" y="3220"/>
                <a:ext cx="444" cy="342"/>
                <a:chOff x="1300" y="3340"/>
                <a:chExt cx="444" cy="342"/>
              </a:xfrm>
            </p:grpSpPr>
            <p:grpSp>
              <p:nvGrpSpPr>
                <p:cNvPr id="22716" name="组合 107779"/>
                <p:cNvGrpSpPr/>
                <p:nvPr/>
              </p:nvGrpSpPr>
              <p:grpSpPr>
                <a:xfrm>
                  <a:off x="1300" y="3410"/>
                  <a:ext cx="444" cy="272"/>
                  <a:chOff x="1300" y="3410"/>
                  <a:chExt cx="444" cy="272"/>
                </a:xfrm>
              </p:grpSpPr>
              <p:sp>
                <p:nvSpPr>
                  <p:cNvPr id="22718" name="矩形 107780"/>
                  <p:cNvSpPr/>
                  <p:nvPr/>
                </p:nvSpPr>
                <p:spPr>
                  <a:xfrm>
                    <a:off x="1300" y="3410"/>
                    <a:ext cx="431" cy="272"/>
                  </a:xfrm>
                  <a:prstGeom prst="rect">
                    <a:avLst/>
                  </a:prstGeom>
                  <a:solidFill>
                    <a:srgbClr val="E1FDFF"/>
                  </a:solidFill>
                  <a:ln w="9525" cap="flat" cmpd="sng">
                    <a:solidFill>
                      <a:srgbClr val="3333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719" name="文本框 107781"/>
                  <p:cNvSpPr txBox="1"/>
                  <p:nvPr/>
                </p:nvSpPr>
                <p:spPr>
                  <a:xfrm>
                    <a:off x="1336" y="3422"/>
                    <a:ext cx="408"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1800" dirty="0">
                        <a:sym typeface="Symbol" panose="05050102010706020507" pitchFamily="18" charset="2"/>
                      </a:rPr>
                      <a:t>1</a:t>
                    </a:r>
                    <a:endParaRPr lang="en-US" altLang="zh-CN" sz="1800" dirty="0">
                      <a:sym typeface="Symbol" panose="05050102010706020507" pitchFamily="18" charset="2"/>
                    </a:endParaRPr>
                  </a:p>
                </p:txBody>
              </p:sp>
            </p:grpSp>
            <p:sp>
              <p:nvSpPr>
                <p:cNvPr id="22717" name="椭圆 107782"/>
                <p:cNvSpPr/>
                <p:nvPr/>
              </p:nvSpPr>
              <p:spPr>
                <a:xfrm>
                  <a:off x="1480" y="3340"/>
                  <a:ext cx="72" cy="72"/>
                </a:xfrm>
                <a:prstGeom prst="ellipse">
                  <a:avLst/>
                </a:prstGeom>
                <a:noFill/>
                <a:ln w="9525" cap="flat" cmpd="sng">
                  <a:solidFill>
                    <a:schemeClr val="tx1"/>
                  </a:solidFill>
                  <a:prstDash val="solid"/>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grpSp>
          <p:sp>
            <p:nvSpPr>
              <p:cNvPr id="22706" name="直接连接符 107783"/>
              <p:cNvSpPr/>
              <p:nvPr/>
            </p:nvSpPr>
            <p:spPr>
              <a:xfrm>
                <a:off x="4596" y="3564"/>
                <a:ext cx="0" cy="276"/>
              </a:xfrm>
              <a:prstGeom prst="line">
                <a:avLst/>
              </a:prstGeom>
              <a:ln w="19050" cap="flat" cmpd="sng">
                <a:solidFill>
                  <a:schemeClr val="tx1"/>
                </a:solidFill>
                <a:prstDash val="solid"/>
                <a:headEnd type="none" w="med" len="med"/>
                <a:tailEnd type="none" w="sm" len="lg"/>
              </a:ln>
            </p:spPr>
          </p:sp>
          <p:sp>
            <p:nvSpPr>
              <p:cNvPr id="22707" name="直接连接符 107784"/>
              <p:cNvSpPr/>
              <p:nvPr/>
            </p:nvSpPr>
            <p:spPr>
              <a:xfrm flipH="1">
                <a:off x="4848" y="3564"/>
                <a:ext cx="0" cy="108"/>
              </a:xfrm>
              <a:prstGeom prst="line">
                <a:avLst/>
              </a:prstGeom>
              <a:ln w="19050" cap="flat" cmpd="sng">
                <a:solidFill>
                  <a:schemeClr val="tx1"/>
                </a:solidFill>
                <a:prstDash val="solid"/>
                <a:headEnd type="none" w="med" len="med"/>
                <a:tailEnd type="none" w="sm" len="lg"/>
              </a:ln>
            </p:spPr>
          </p:sp>
          <p:sp>
            <p:nvSpPr>
              <p:cNvPr id="22708" name="直接连接符 107785"/>
              <p:cNvSpPr/>
              <p:nvPr/>
            </p:nvSpPr>
            <p:spPr>
              <a:xfrm>
                <a:off x="5136" y="3552"/>
                <a:ext cx="0" cy="192"/>
              </a:xfrm>
              <a:prstGeom prst="line">
                <a:avLst/>
              </a:prstGeom>
              <a:ln w="19050" cap="flat" cmpd="sng">
                <a:solidFill>
                  <a:schemeClr val="tx1"/>
                </a:solidFill>
                <a:prstDash val="solid"/>
                <a:headEnd type="none" w="med" len="med"/>
                <a:tailEnd type="none" w="sm" len="lg"/>
              </a:ln>
            </p:spPr>
          </p:sp>
          <p:sp>
            <p:nvSpPr>
              <p:cNvPr id="22709" name="直接连接符 107786"/>
              <p:cNvSpPr/>
              <p:nvPr/>
            </p:nvSpPr>
            <p:spPr>
              <a:xfrm flipH="1">
                <a:off x="5340" y="3564"/>
                <a:ext cx="0" cy="288"/>
              </a:xfrm>
              <a:prstGeom prst="line">
                <a:avLst/>
              </a:prstGeom>
              <a:ln w="19050" cap="flat" cmpd="sng">
                <a:solidFill>
                  <a:schemeClr val="tx1"/>
                </a:solidFill>
                <a:prstDash val="solid"/>
                <a:headEnd type="none" w="med" len="med"/>
                <a:tailEnd type="none" w="sm" len="lg"/>
              </a:ln>
            </p:spPr>
          </p:sp>
          <p:sp>
            <p:nvSpPr>
              <p:cNvPr id="22710" name="直接连接符 107787"/>
              <p:cNvSpPr/>
              <p:nvPr/>
            </p:nvSpPr>
            <p:spPr>
              <a:xfrm>
                <a:off x="4860" y="3672"/>
                <a:ext cx="468" cy="0"/>
              </a:xfrm>
              <a:prstGeom prst="line">
                <a:avLst/>
              </a:prstGeom>
              <a:ln w="19050" cap="flat" cmpd="sng">
                <a:solidFill>
                  <a:schemeClr val="tx1"/>
                </a:solidFill>
                <a:prstDash val="solid"/>
                <a:headEnd type="none" w="med" len="med"/>
                <a:tailEnd type="none" w="sm" len="lg"/>
              </a:ln>
            </p:spPr>
          </p:sp>
          <p:sp>
            <p:nvSpPr>
              <p:cNvPr id="22711" name="直接连接符 107788"/>
              <p:cNvSpPr/>
              <p:nvPr/>
            </p:nvSpPr>
            <p:spPr>
              <a:xfrm flipH="1">
                <a:off x="4596" y="3744"/>
                <a:ext cx="540" cy="0"/>
              </a:xfrm>
              <a:prstGeom prst="line">
                <a:avLst/>
              </a:prstGeom>
              <a:ln w="19050" cap="flat" cmpd="sng">
                <a:solidFill>
                  <a:schemeClr val="tx1"/>
                </a:solidFill>
                <a:prstDash val="solid"/>
                <a:headEnd type="none" w="med" len="med"/>
                <a:tailEnd type="none" w="sm" len="lg"/>
              </a:ln>
            </p:spPr>
          </p:sp>
          <p:sp>
            <p:nvSpPr>
              <p:cNvPr id="22712" name="椭圆 107789"/>
              <p:cNvSpPr/>
              <p:nvPr/>
            </p:nvSpPr>
            <p:spPr>
              <a:xfrm flipH="1">
                <a:off x="5308" y="3640"/>
                <a:ext cx="60" cy="63"/>
              </a:xfrm>
              <a:prstGeom prst="ellipse">
                <a:avLst/>
              </a:prstGeom>
              <a:solidFill>
                <a:srgbClr val="000000"/>
              </a:solidFill>
              <a:ln w="19050" cap="flat" cmpd="sng">
                <a:solidFill>
                  <a:schemeClr val="tx1"/>
                </a:solidFill>
                <a:prstDash val="solid"/>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713" name="椭圆 107790"/>
              <p:cNvSpPr/>
              <p:nvPr/>
            </p:nvSpPr>
            <p:spPr>
              <a:xfrm flipH="1">
                <a:off x="4580" y="3716"/>
                <a:ext cx="60" cy="63"/>
              </a:xfrm>
              <a:prstGeom prst="ellipse">
                <a:avLst/>
              </a:prstGeom>
              <a:solidFill>
                <a:srgbClr val="000000"/>
              </a:solidFill>
              <a:ln w="19050" cap="flat" cmpd="sng">
                <a:solidFill>
                  <a:schemeClr val="tx1"/>
                </a:solidFill>
                <a:prstDash val="solid"/>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714" name="直接连接符 107791"/>
              <p:cNvSpPr/>
              <p:nvPr/>
            </p:nvSpPr>
            <p:spPr>
              <a:xfrm>
                <a:off x="4704" y="3096"/>
                <a:ext cx="0" cy="132"/>
              </a:xfrm>
              <a:prstGeom prst="line">
                <a:avLst/>
              </a:prstGeom>
              <a:ln w="9525" cap="flat" cmpd="sng">
                <a:solidFill>
                  <a:schemeClr val="tx1"/>
                </a:solidFill>
                <a:prstDash val="solid"/>
                <a:headEnd type="none" w="med" len="med"/>
                <a:tailEnd type="none" w="sm" len="lg"/>
              </a:ln>
            </p:spPr>
          </p:sp>
          <p:sp>
            <p:nvSpPr>
              <p:cNvPr id="22715" name="直接连接符 107792"/>
              <p:cNvSpPr/>
              <p:nvPr/>
            </p:nvSpPr>
            <p:spPr>
              <a:xfrm>
                <a:off x="5220" y="3096"/>
                <a:ext cx="0" cy="132"/>
              </a:xfrm>
              <a:prstGeom prst="line">
                <a:avLst/>
              </a:prstGeom>
              <a:ln w="9525" cap="flat" cmpd="sng">
                <a:solidFill>
                  <a:schemeClr val="tx1"/>
                </a:solidFill>
                <a:prstDash val="solid"/>
                <a:headEnd type="none" w="med" len="med"/>
                <a:tailEnd type="none" w="sm" len="lg"/>
              </a:ln>
            </p:spPr>
          </p:sp>
        </p:grpSp>
        <p:grpSp>
          <p:nvGrpSpPr>
            <p:cNvPr id="22670" name="组合 107793"/>
            <p:cNvGrpSpPr/>
            <p:nvPr/>
          </p:nvGrpSpPr>
          <p:grpSpPr>
            <a:xfrm>
              <a:off x="4964" y="2406"/>
              <a:ext cx="431" cy="334"/>
              <a:chOff x="1456" y="614"/>
              <a:chExt cx="431" cy="334"/>
            </a:xfrm>
          </p:grpSpPr>
          <p:grpSp>
            <p:nvGrpSpPr>
              <p:cNvPr id="22700" name="组合 107794"/>
              <p:cNvGrpSpPr/>
              <p:nvPr/>
            </p:nvGrpSpPr>
            <p:grpSpPr>
              <a:xfrm>
                <a:off x="1456" y="614"/>
                <a:ext cx="431" cy="272"/>
                <a:chOff x="216" y="384"/>
                <a:chExt cx="431" cy="272"/>
              </a:xfrm>
            </p:grpSpPr>
            <p:sp>
              <p:nvSpPr>
                <p:cNvPr id="22702" name="矩形 107795"/>
                <p:cNvSpPr/>
                <p:nvPr/>
              </p:nvSpPr>
              <p:spPr>
                <a:xfrm>
                  <a:off x="216" y="384"/>
                  <a:ext cx="431" cy="272"/>
                </a:xfrm>
                <a:prstGeom prst="rect">
                  <a:avLst/>
                </a:prstGeom>
                <a:solidFill>
                  <a:srgbClr val="CCFFCC"/>
                </a:solidFill>
                <a:ln w="9525" cap="flat" cmpd="sng">
                  <a:solidFill>
                    <a:srgbClr val="3333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703" name="文本框 107796"/>
                <p:cNvSpPr txBox="1"/>
                <p:nvPr/>
              </p:nvSpPr>
              <p:spPr>
                <a:xfrm>
                  <a:off x="240" y="384"/>
                  <a:ext cx="24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dirty="0">
                      <a:latin typeface="Times New Roman" panose="02020603050405020304" pitchFamily="18" charset="0"/>
                    </a:rPr>
                    <a:t>&amp;</a:t>
                  </a:r>
                  <a:endParaRPr lang="en-US" altLang="zh-CN" sz="2000" dirty="0">
                    <a:latin typeface="Times New Roman" panose="02020603050405020304" pitchFamily="18" charset="0"/>
                  </a:endParaRPr>
                </a:p>
              </p:txBody>
            </p:sp>
          </p:grpSp>
          <p:sp>
            <p:nvSpPr>
              <p:cNvPr id="22701" name="椭圆 107797"/>
              <p:cNvSpPr/>
              <p:nvPr/>
            </p:nvSpPr>
            <p:spPr>
              <a:xfrm>
                <a:off x="1752" y="876"/>
                <a:ext cx="72" cy="72"/>
              </a:xfrm>
              <a:prstGeom prst="ellipse">
                <a:avLst/>
              </a:prstGeom>
              <a:noFill/>
              <a:ln w="9525" cap="flat" cmpd="sng">
                <a:solidFill>
                  <a:schemeClr val="tx1"/>
                </a:solidFill>
                <a:prstDash val="solid"/>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grpSp>
        <p:sp>
          <p:nvSpPr>
            <p:cNvPr id="22671" name="直接连接符 107798"/>
            <p:cNvSpPr/>
            <p:nvPr/>
          </p:nvSpPr>
          <p:spPr>
            <a:xfrm flipH="1">
              <a:off x="5296" y="2740"/>
              <a:ext cx="0" cy="132"/>
            </a:xfrm>
            <a:prstGeom prst="line">
              <a:avLst/>
            </a:prstGeom>
            <a:ln w="9525" cap="flat" cmpd="sng">
              <a:solidFill>
                <a:schemeClr val="tx1"/>
              </a:solidFill>
              <a:prstDash val="solid"/>
              <a:headEnd type="none" w="med" len="med"/>
              <a:tailEnd type="none" w="sm" len="lg"/>
            </a:ln>
          </p:spPr>
        </p:sp>
        <p:sp>
          <p:nvSpPr>
            <p:cNvPr id="22672" name="直接连接符 107799"/>
            <p:cNvSpPr/>
            <p:nvPr/>
          </p:nvSpPr>
          <p:spPr>
            <a:xfrm flipH="1">
              <a:off x="4864" y="2860"/>
              <a:ext cx="432" cy="0"/>
            </a:xfrm>
            <a:prstGeom prst="line">
              <a:avLst/>
            </a:prstGeom>
            <a:ln w="9525" cap="flat" cmpd="sng">
              <a:solidFill>
                <a:schemeClr val="tx1"/>
              </a:solidFill>
              <a:prstDash val="solid"/>
              <a:headEnd type="none" w="med" len="med"/>
              <a:tailEnd type="none" w="sm" len="lg"/>
            </a:ln>
          </p:spPr>
        </p:sp>
        <p:sp>
          <p:nvSpPr>
            <p:cNvPr id="22673" name="椭圆 107800"/>
            <p:cNvSpPr/>
            <p:nvPr/>
          </p:nvSpPr>
          <p:spPr>
            <a:xfrm>
              <a:off x="4669" y="2712"/>
              <a:ext cx="46"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674" name="椭圆 107801"/>
            <p:cNvSpPr/>
            <p:nvPr/>
          </p:nvSpPr>
          <p:spPr>
            <a:xfrm>
              <a:off x="5177" y="2848"/>
              <a:ext cx="46" cy="45"/>
            </a:xfrm>
            <a:prstGeom prst="ellipse">
              <a:avLst/>
            </a:prstGeom>
            <a:solidFill>
              <a:srgbClr val="0000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2675" name="直接连接符 107802"/>
            <p:cNvSpPr/>
            <p:nvPr/>
          </p:nvSpPr>
          <p:spPr>
            <a:xfrm>
              <a:off x="4684" y="2728"/>
              <a:ext cx="384" cy="0"/>
            </a:xfrm>
            <a:prstGeom prst="line">
              <a:avLst/>
            </a:prstGeom>
            <a:ln w="9525" cap="flat" cmpd="sng">
              <a:solidFill>
                <a:schemeClr val="tx1"/>
              </a:solidFill>
              <a:prstDash val="solid"/>
              <a:headEnd type="none" w="med" len="med"/>
              <a:tailEnd type="none" w="sm" len="lg"/>
            </a:ln>
          </p:spPr>
        </p:sp>
        <p:sp>
          <p:nvSpPr>
            <p:cNvPr id="22676" name="直接连接符 107803"/>
            <p:cNvSpPr/>
            <p:nvPr/>
          </p:nvSpPr>
          <p:spPr>
            <a:xfrm flipH="1">
              <a:off x="5080" y="2656"/>
              <a:ext cx="0" cy="84"/>
            </a:xfrm>
            <a:prstGeom prst="line">
              <a:avLst/>
            </a:prstGeom>
            <a:ln w="9525" cap="flat" cmpd="sng">
              <a:solidFill>
                <a:schemeClr val="tx1"/>
              </a:solidFill>
              <a:prstDash val="solid"/>
              <a:headEnd type="none" w="med" len="med"/>
              <a:tailEnd type="none" w="sm" len="lg"/>
            </a:ln>
          </p:spPr>
        </p:sp>
        <p:sp>
          <p:nvSpPr>
            <p:cNvPr id="22677" name="直接连接符 107804"/>
            <p:cNvSpPr/>
            <p:nvPr/>
          </p:nvSpPr>
          <p:spPr>
            <a:xfrm flipV="1">
              <a:off x="3168" y="912"/>
              <a:ext cx="0" cy="1500"/>
            </a:xfrm>
            <a:prstGeom prst="line">
              <a:avLst/>
            </a:prstGeom>
            <a:ln w="19050" cap="flat" cmpd="sng">
              <a:solidFill>
                <a:schemeClr val="tx1"/>
              </a:solidFill>
              <a:prstDash val="solid"/>
              <a:headEnd type="none" w="med" len="med"/>
              <a:tailEnd type="none" w="sm" len="lg"/>
            </a:ln>
          </p:spPr>
        </p:sp>
        <p:sp>
          <p:nvSpPr>
            <p:cNvPr id="22678" name="直接连接符 107805"/>
            <p:cNvSpPr/>
            <p:nvPr/>
          </p:nvSpPr>
          <p:spPr>
            <a:xfrm>
              <a:off x="3168" y="912"/>
              <a:ext cx="300" cy="0"/>
            </a:xfrm>
            <a:prstGeom prst="line">
              <a:avLst/>
            </a:prstGeom>
            <a:ln w="19050" cap="flat" cmpd="sng">
              <a:solidFill>
                <a:schemeClr val="tx1"/>
              </a:solidFill>
              <a:prstDash val="solid"/>
              <a:headEnd type="none" w="med" len="med"/>
              <a:tailEnd type="none" w="sm" len="lg"/>
            </a:ln>
          </p:spPr>
        </p:sp>
        <p:sp>
          <p:nvSpPr>
            <p:cNvPr id="22679" name="直接连接符 107806"/>
            <p:cNvSpPr/>
            <p:nvPr/>
          </p:nvSpPr>
          <p:spPr>
            <a:xfrm>
              <a:off x="3468" y="816"/>
              <a:ext cx="0" cy="96"/>
            </a:xfrm>
            <a:prstGeom prst="line">
              <a:avLst/>
            </a:prstGeom>
            <a:ln w="19050" cap="flat" cmpd="sng">
              <a:solidFill>
                <a:schemeClr val="tx1"/>
              </a:solidFill>
              <a:prstDash val="solid"/>
              <a:headEnd type="none" w="med" len="med"/>
              <a:tailEnd type="none" w="sm" len="lg"/>
            </a:ln>
          </p:spPr>
        </p:sp>
        <p:sp>
          <p:nvSpPr>
            <p:cNvPr id="22680" name="直接连接符 107807"/>
            <p:cNvSpPr/>
            <p:nvPr/>
          </p:nvSpPr>
          <p:spPr>
            <a:xfrm flipV="1">
              <a:off x="4200" y="912"/>
              <a:ext cx="0" cy="1500"/>
            </a:xfrm>
            <a:prstGeom prst="line">
              <a:avLst/>
            </a:prstGeom>
            <a:ln w="19050" cap="flat" cmpd="sng">
              <a:solidFill>
                <a:schemeClr val="tx1"/>
              </a:solidFill>
              <a:prstDash val="solid"/>
              <a:headEnd type="none" w="med" len="med"/>
              <a:tailEnd type="none" w="sm" len="lg"/>
            </a:ln>
          </p:spPr>
        </p:sp>
        <p:sp>
          <p:nvSpPr>
            <p:cNvPr id="22681" name="直接连接符 107808"/>
            <p:cNvSpPr/>
            <p:nvPr/>
          </p:nvSpPr>
          <p:spPr>
            <a:xfrm>
              <a:off x="4200" y="912"/>
              <a:ext cx="108" cy="0"/>
            </a:xfrm>
            <a:prstGeom prst="line">
              <a:avLst/>
            </a:prstGeom>
            <a:ln w="19050" cap="flat" cmpd="sng">
              <a:solidFill>
                <a:schemeClr val="tx1"/>
              </a:solidFill>
              <a:prstDash val="solid"/>
              <a:headEnd type="none" w="med" len="med"/>
              <a:tailEnd type="none" w="sm" len="lg"/>
            </a:ln>
          </p:spPr>
        </p:sp>
        <p:sp>
          <p:nvSpPr>
            <p:cNvPr id="22682" name="直接连接符 107809"/>
            <p:cNvSpPr/>
            <p:nvPr/>
          </p:nvSpPr>
          <p:spPr>
            <a:xfrm>
              <a:off x="4308" y="840"/>
              <a:ext cx="0" cy="72"/>
            </a:xfrm>
            <a:prstGeom prst="line">
              <a:avLst/>
            </a:prstGeom>
            <a:ln w="19050" cap="flat" cmpd="sng">
              <a:solidFill>
                <a:schemeClr val="tx1"/>
              </a:solidFill>
              <a:prstDash val="solid"/>
              <a:headEnd type="none" w="med" len="med"/>
              <a:tailEnd type="none" w="sm" len="lg"/>
            </a:ln>
          </p:spPr>
        </p:sp>
        <p:sp>
          <p:nvSpPr>
            <p:cNvPr id="22683" name="直接连接符 107810"/>
            <p:cNvSpPr/>
            <p:nvPr/>
          </p:nvSpPr>
          <p:spPr>
            <a:xfrm>
              <a:off x="4404" y="2268"/>
              <a:ext cx="264" cy="0"/>
            </a:xfrm>
            <a:prstGeom prst="line">
              <a:avLst/>
            </a:prstGeom>
            <a:ln w="9525" cap="flat" cmpd="sng">
              <a:solidFill>
                <a:schemeClr val="tx1"/>
              </a:solidFill>
              <a:prstDash val="solid"/>
              <a:headEnd type="none" w="med" len="med"/>
              <a:tailEnd type="none" w="sm" len="lg"/>
            </a:ln>
          </p:spPr>
        </p:sp>
        <p:sp>
          <p:nvSpPr>
            <p:cNvPr id="22684" name="直接连接符 107811"/>
            <p:cNvSpPr/>
            <p:nvPr/>
          </p:nvSpPr>
          <p:spPr>
            <a:xfrm>
              <a:off x="4692" y="2148"/>
              <a:ext cx="156" cy="0"/>
            </a:xfrm>
            <a:prstGeom prst="line">
              <a:avLst/>
            </a:prstGeom>
            <a:ln w="9525" cap="flat" cmpd="sng">
              <a:solidFill>
                <a:schemeClr val="tx1"/>
              </a:solidFill>
              <a:prstDash val="solid"/>
              <a:headEnd type="none" w="med" len="med"/>
              <a:tailEnd type="none" w="sm" len="lg"/>
            </a:ln>
          </p:spPr>
        </p:sp>
        <p:sp>
          <p:nvSpPr>
            <p:cNvPr id="22685" name="直接连接符 107812"/>
            <p:cNvSpPr/>
            <p:nvPr/>
          </p:nvSpPr>
          <p:spPr>
            <a:xfrm>
              <a:off x="4860" y="2148"/>
              <a:ext cx="0" cy="696"/>
            </a:xfrm>
            <a:prstGeom prst="line">
              <a:avLst/>
            </a:prstGeom>
            <a:ln w="9525" cap="flat" cmpd="sng">
              <a:solidFill>
                <a:schemeClr val="tx1"/>
              </a:solidFill>
              <a:prstDash val="solid"/>
              <a:headEnd type="none" w="med" len="med"/>
              <a:tailEnd type="none" w="sm" len="lg"/>
            </a:ln>
          </p:spPr>
        </p:sp>
        <p:sp>
          <p:nvSpPr>
            <p:cNvPr id="22686" name="直接连接符 107813"/>
            <p:cNvSpPr/>
            <p:nvPr/>
          </p:nvSpPr>
          <p:spPr>
            <a:xfrm flipV="1">
              <a:off x="4680" y="2268"/>
              <a:ext cx="0" cy="636"/>
            </a:xfrm>
            <a:prstGeom prst="line">
              <a:avLst/>
            </a:prstGeom>
            <a:ln w="9525" cap="flat" cmpd="sng">
              <a:solidFill>
                <a:schemeClr val="tx1"/>
              </a:solidFill>
              <a:prstDash val="solid"/>
              <a:headEnd type="none" w="med" len="med"/>
              <a:tailEnd type="none" w="sm" len="lg"/>
            </a:ln>
          </p:spPr>
        </p:sp>
        <p:sp>
          <p:nvSpPr>
            <p:cNvPr id="22687" name="直接连接符 107814"/>
            <p:cNvSpPr/>
            <p:nvPr/>
          </p:nvSpPr>
          <p:spPr>
            <a:xfrm flipV="1">
              <a:off x="5160" y="936"/>
              <a:ext cx="0" cy="1464"/>
            </a:xfrm>
            <a:prstGeom prst="line">
              <a:avLst/>
            </a:prstGeom>
            <a:ln w="19050" cap="flat" cmpd="sng">
              <a:solidFill>
                <a:schemeClr val="tx1"/>
              </a:solidFill>
              <a:prstDash val="solid"/>
              <a:headEnd type="none" w="med" len="med"/>
              <a:tailEnd type="none" w="sm" len="lg"/>
            </a:ln>
          </p:spPr>
        </p:sp>
        <p:sp>
          <p:nvSpPr>
            <p:cNvPr id="22688" name="直接连接符 107815"/>
            <p:cNvSpPr/>
            <p:nvPr/>
          </p:nvSpPr>
          <p:spPr>
            <a:xfrm>
              <a:off x="5172" y="936"/>
              <a:ext cx="60" cy="0"/>
            </a:xfrm>
            <a:prstGeom prst="line">
              <a:avLst/>
            </a:prstGeom>
            <a:ln w="19050" cap="flat" cmpd="sng">
              <a:solidFill>
                <a:schemeClr val="tx1"/>
              </a:solidFill>
              <a:prstDash val="solid"/>
              <a:headEnd type="none" w="med" len="med"/>
              <a:tailEnd type="none" w="sm" len="lg"/>
            </a:ln>
          </p:spPr>
        </p:sp>
        <p:sp>
          <p:nvSpPr>
            <p:cNvPr id="22689" name="直接连接符 107816"/>
            <p:cNvSpPr/>
            <p:nvPr/>
          </p:nvSpPr>
          <p:spPr>
            <a:xfrm>
              <a:off x="5232" y="828"/>
              <a:ext cx="0" cy="120"/>
            </a:xfrm>
            <a:prstGeom prst="line">
              <a:avLst/>
            </a:prstGeom>
            <a:ln w="19050" cap="flat" cmpd="sng">
              <a:solidFill>
                <a:schemeClr val="tx1"/>
              </a:solidFill>
              <a:prstDash val="solid"/>
              <a:headEnd type="none" w="med" len="med"/>
              <a:tailEnd type="none" w="sm" len="lg"/>
            </a:ln>
          </p:spPr>
        </p:sp>
        <p:sp>
          <p:nvSpPr>
            <p:cNvPr id="22690" name="直接连接符 107817"/>
            <p:cNvSpPr/>
            <p:nvPr/>
          </p:nvSpPr>
          <p:spPr>
            <a:xfrm>
              <a:off x="5460" y="828"/>
              <a:ext cx="0" cy="264"/>
            </a:xfrm>
            <a:prstGeom prst="line">
              <a:avLst/>
            </a:prstGeom>
            <a:ln w="19050" cap="flat" cmpd="sng">
              <a:solidFill>
                <a:schemeClr val="tx1"/>
              </a:solidFill>
              <a:prstDash val="solid"/>
              <a:headEnd type="none" w="med" len="med"/>
              <a:tailEnd type="none" w="sm" len="lg"/>
            </a:ln>
          </p:spPr>
        </p:sp>
        <p:sp>
          <p:nvSpPr>
            <p:cNvPr id="22691" name="直接连接符 107818"/>
            <p:cNvSpPr/>
            <p:nvPr/>
          </p:nvSpPr>
          <p:spPr>
            <a:xfrm>
              <a:off x="5496" y="2112"/>
              <a:ext cx="0" cy="1512"/>
            </a:xfrm>
            <a:prstGeom prst="line">
              <a:avLst/>
            </a:prstGeom>
            <a:ln w="19050" cap="flat" cmpd="sng">
              <a:solidFill>
                <a:schemeClr val="tx1"/>
              </a:solidFill>
              <a:prstDash val="solid"/>
              <a:headEnd type="none" w="med" len="med"/>
              <a:tailEnd type="none" w="sm" len="lg"/>
            </a:ln>
          </p:spPr>
        </p:sp>
        <p:sp>
          <p:nvSpPr>
            <p:cNvPr id="22692" name="直接连接符 107819"/>
            <p:cNvSpPr/>
            <p:nvPr/>
          </p:nvSpPr>
          <p:spPr>
            <a:xfrm>
              <a:off x="2400" y="348"/>
              <a:ext cx="0" cy="204"/>
            </a:xfrm>
            <a:prstGeom prst="line">
              <a:avLst/>
            </a:prstGeom>
            <a:ln w="19050" cap="flat" cmpd="sng">
              <a:solidFill>
                <a:schemeClr val="tx1"/>
              </a:solidFill>
              <a:prstDash val="solid"/>
              <a:headEnd type="none" w="med" len="med"/>
              <a:tailEnd type="none" w="sm" len="lg"/>
            </a:ln>
          </p:spPr>
        </p:sp>
        <p:sp>
          <p:nvSpPr>
            <p:cNvPr id="22693" name="直接连接符 107820"/>
            <p:cNvSpPr/>
            <p:nvPr/>
          </p:nvSpPr>
          <p:spPr>
            <a:xfrm>
              <a:off x="3576" y="324"/>
              <a:ext cx="0" cy="228"/>
            </a:xfrm>
            <a:prstGeom prst="line">
              <a:avLst/>
            </a:prstGeom>
            <a:ln w="19050" cap="flat" cmpd="sng">
              <a:solidFill>
                <a:schemeClr val="tx1"/>
              </a:solidFill>
              <a:prstDash val="solid"/>
              <a:headEnd type="none" w="med" len="med"/>
              <a:tailEnd type="none" w="sm" len="lg"/>
            </a:ln>
          </p:spPr>
        </p:sp>
        <p:sp>
          <p:nvSpPr>
            <p:cNvPr id="22694" name="直接连接符 107821"/>
            <p:cNvSpPr/>
            <p:nvPr/>
          </p:nvSpPr>
          <p:spPr>
            <a:xfrm>
              <a:off x="4416" y="324"/>
              <a:ext cx="0" cy="228"/>
            </a:xfrm>
            <a:prstGeom prst="line">
              <a:avLst/>
            </a:prstGeom>
            <a:ln w="19050" cap="flat" cmpd="sng">
              <a:solidFill>
                <a:schemeClr val="tx1"/>
              </a:solidFill>
              <a:prstDash val="solid"/>
              <a:headEnd type="none" w="med" len="med"/>
              <a:tailEnd type="none" w="sm" len="lg"/>
            </a:ln>
          </p:spPr>
        </p:sp>
        <p:sp>
          <p:nvSpPr>
            <p:cNvPr id="22695" name="直接连接符 107822"/>
            <p:cNvSpPr/>
            <p:nvPr/>
          </p:nvSpPr>
          <p:spPr>
            <a:xfrm>
              <a:off x="5328" y="336"/>
              <a:ext cx="0" cy="216"/>
            </a:xfrm>
            <a:prstGeom prst="line">
              <a:avLst/>
            </a:prstGeom>
            <a:ln w="19050" cap="flat" cmpd="sng">
              <a:solidFill>
                <a:schemeClr val="tx1"/>
              </a:solidFill>
              <a:prstDash val="solid"/>
              <a:headEnd type="none" w="med" len="med"/>
              <a:tailEnd type="none" w="sm" len="lg"/>
            </a:ln>
          </p:spPr>
        </p:sp>
        <p:sp>
          <p:nvSpPr>
            <p:cNvPr id="22696" name="文本框 107823"/>
            <p:cNvSpPr txBox="1"/>
            <p:nvPr/>
          </p:nvSpPr>
          <p:spPr>
            <a:xfrm>
              <a:off x="2102" y="253"/>
              <a:ext cx="315" cy="288"/>
            </a:xfrm>
            <a:prstGeom prst="rect">
              <a:avLst/>
            </a:prstGeom>
            <a:noFill/>
            <a:ln w="1905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dirty="0"/>
                <a:t>S</a:t>
              </a:r>
              <a:r>
                <a:rPr lang="en-US" altLang="zh-CN" sz="2400" baseline="-25000" dirty="0"/>
                <a:t>3</a:t>
              </a:r>
              <a:endParaRPr lang="en-US" altLang="zh-CN" sz="2400" baseline="-25000" dirty="0"/>
            </a:p>
          </p:txBody>
        </p:sp>
        <p:sp>
          <p:nvSpPr>
            <p:cNvPr id="22697" name="文本框 107824"/>
            <p:cNvSpPr txBox="1"/>
            <p:nvPr/>
          </p:nvSpPr>
          <p:spPr>
            <a:xfrm>
              <a:off x="3270" y="245"/>
              <a:ext cx="315" cy="288"/>
            </a:xfrm>
            <a:prstGeom prst="rect">
              <a:avLst/>
            </a:prstGeom>
            <a:noFill/>
            <a:ln w="1905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dirty="0"/>
                <a:t>S</a:t>
              </a:r>
              <a:r>
                <a:rPr lang="en-US" altLang="zh-CN" sz="2400" baseline="-25000" dirty="0"/>
                <a:t>2</a:t>
              </a:r>
              <a:endParaRPr lang="en-US" altLang="zh-CN" sz="2400" baseline="-25000" dirty="0"/>
            </a:p>
          </p:txBody>
        </p:sp>
        <p:sp>
          <p:nvSpPr>
            <p:cNvPr id="22698" name="文本框 107825"/>
            <p:cNvSpPr txBox="1"/>
            <p:nvPr/>
          </p:nvSpPr>
          <p:spPr>
            <a:xfrm>
              <a:off x="4090" y="249"/>
              <a:ext cx="315" cy="288"/>
            </a:xfrm>
            <a:prstGeom prst="rect">
              <a:avLst/>
            </a:prstGeom>
            <a:noFill/>
            <a:ln w="1905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dirty="0"/>
                <a:t>S</a:t>
              </a:r>
              <a:r>
                <a:rPr lang="en-US" altLang="zh-CN" sz="2400" baseline="-25000" dirty="0"/>
                <a:t>1</a:t>
              </a:r>
              <a:endParaRPr lang="en-US" altLang="zh-CN" sz="2400" baseline="-25000" dirty="0"/>
            </a:p>
          </p:txBody>
        </p:sp>
        <p:sp>
          <p:nvSpPr>
            <p:cNvPr id="22699" name="文本框 107826"/>
            <p:cNvSpPr txBox="1"/>
            <p:nvPr/>
          </p:nvSpPr>
          <p:spPr>
            <a:xfrm>
              <a:off x="4982" y="217"/>
              <a:ext cx="315" cy="288"/>
            </a:xfrm>
            <a:prstGeom prst="rect">
              <a:avLst/>
            </a:prstGeom>
            <a:noFill/>
            <a:ln w="1905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dirty="0"/>
                <a:t>S</a:t>
              </a:r>
              <a:r>
                <a:rPr lang="en-US" altLang="zh-CN" sz="2400" baseline="-25000" dirty="0"/>
                <a:t>0</a:t>
              </a:r>
              <a:endParaRPr lang="en-US" altLang="zh-CN" sz="2400" baseline="-25000" dirty="0"/>
            </a:p>
          </p:txBody>
        </p:sp>
      </p:gr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82" name="Picture 6"/>
          <p:cNvPicPr>
            <a:picLocks noChangeAspect="1"/>
          </p:cNvPicPr>
          <p:nvPr/>
        </p:nvPicPr>
        <p:blipFill>
          <a:blip r:embed="rId1"/>
          <a:srcRect b="7225"/>
          <a:stretch>
            <a:fillRect/>
          </a:stretch>
        </p:blipFill>
        <p:spPr>
          <a:xfrm>
            <a:off x="688975" y="492125"/>
            <a:ext cx="8202613" cy="6365875"/>
          </a:xfrm>
          <a:prstGeom prst="rect">
            <a:avLst/>
          </a:prstGeom>
          <a:noFill/>
          <a:ln w="9525">
            <a:noFill/>
          </a:ln>
        </p:spPr>
      </p:pic>
      <p:sp>
        <p:nvSpPr>
          <p:cNvPr id="3" name="爆炸形: 8 pt  2"/>
          <p:cNvSpPr/>
          <p:nvPr/>
        </p:nvSpPr>
        <p:spPr>
          <a:xfrm>
            <a:off x="6264275" y="5121275"/>
            <a:ext cx="2114550" cy="1244600"/>
          </a:xfrm>
          <a:prstGeom prst="irregularSeal1">
            <a:avLst/>
          </a:prstGeom>
          <a:solidFill>
            <a:srgbClr val="FF0000">
              <a:alpha val="37000"/>
            </a:srgbClr>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4" name="爆炸形: 8 pt  3"/>
          <p:cNvSpPr/>
          <p:nvPr/>
        </p:nvSpPr>
        <p:spPr>
          <a:xfrm>
            <a:off x="6264275" y="3840163"/>
            <a:ext cx="2049463" cy="1243013"/>
          </a:xfrm>
          <a:prstGeom prst="irregularSeal1">
            <a:avLst/>
          </a:prstGeom>
          <a:solidFill>
            <a:srgbClr val="FF0000">
              <a:alpha val="37000"/>
            </a:srgbClr>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5" name="爆炸形: 8 pt  4"/>
          <p:cNvSpPr/>
          <p:nvPr/>
        </p:nvSpPr>
        <p:spPr>
          <a:xfrm>
            <a:off x="4724400" y="3508375"/>
            <a:ext cx="1812925" cy="1131888"/>
          </a:xfrm>
          <a:prstGeom prst="irregularSeal1">
            <a:avLst/>
          </a:prstGeom>
          <a:solidFill>
            <a:srgbClr val="FF0000">
              <a:alpha val="37000"/>
            </a:srgbClr>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6" name="爆炸形: 8 pt  5"/>
          <p:cNvSpPr/>
          <p:nvPr/>
        </p:nvSpPr>
        <p:spPr>
          <a:xfrm>
            <a:off x="701675" y="4868863"/>
            <a:ext cx="2049463" cy="1243013"/>
          </a:xfrm>
          <a:prstGeom prst="irregularSeal1">
            <a:avLst/>
          </a:prstGeom>
          <a:solidFill>
            <a:srgbClr val="FF0000">
              <a:alpha val="37000"/>
            </a:srgbClr>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2" name="爆炸形: 8 pt  1"/>
          <p:cNvSpPr/>
          <p:nvPr/>
        </p:nvSpPr>
        <p:spPr>
          <a:xfrm>
            <a:off x="4868863" y="5272088"/>
            <a:ext cx="1668463" cy="1131888"/>
          </a:xfrm>
          <a:prstGeom prst="irregularSeal1">
            <a:avLst/>
          </a:prstGeom>
          <a:solidFill>
            <a:srgbClr val="99CCFF">
              <a:alpha val="37000"/>
            </a:srgbClr>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
        <p:nvSpPr>
          <p:cNvPr id="7" name="爆炸形: 8 pt  6"/>
          <p:cNvSpPr/>
          <p:nvPr/>
        </p:nvSpPr>
        <p:spPr>
          <a:xfrm>
            <a:off x="3394075" y="3508375"/>
            <a:ext cx="1670050" cy="1131888"/>
          </a:xfrm>
          <a:prstGeom prst="irregularSeal1">
            <a:avLst/>
          </a:prstGeom>
          <a:solidFill>
            <a:srgbClr val="99CCFF">
              <a:alpha val="37000"/>
            </a:srgbClr>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dirty="0">
              <a:ln>
                <a:noFill/>
              </a:ln>
              <a:solidFill>
                <a:schemeClr val="lt1"/>
              </a:solidFill>
              <a:effectLst/>
              <a:uLnTx/>
              <a:uFillTx/>
              <a:latin typeface="+mn-lt"/>
              <a:ea typeface="+mn-ea"/>
              <a:cs typeface="+mn-cs"/>
            </a:endParaRPr>
          </a:p>
        </p:txBody>
      </p:sp>
      <p:sp>
        <p:nvSpPr>
          <p:cNvPr id="8" name="爆炸形: 8 pt  7"/>
          <p:cNvSpPr/>
          <p:nvPr/>
        </p:nvSpPr>
        <p:spPr>
          <a:xfrm>
            <a:off x="1662113" y="3508375"/>
            <a:ext cx="1668463" cy="1131888"/>
          </a:xfrm>
          <a:prstGeom prst="irregularSeal1">
            <a:avLst/>
          </a:prstGeom>
          <a:solidFill>
            <a:srgbClr val="99CCFF">
              <a:alpha val="37000"/>
            </a:srgbClr>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dirty="0">
              <a:ln>
                <a:noFill/>
              </a:ln>
              <a:solidFill>
                <a:schemeClr val="lt1"/>
              </a:solidFill>
              <a:effectLst/>
              <a:uLnTx/>
              <a:uFillTx/>
              <a:latin typeface="+mn-lt"/>
              <a:ea typeface="+mn-ea"/>
              <a:cs typeface="+mn-cs"/>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13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1000"/>
                                        <p:tgtEl>
                                          <p:spTgt spid="4"/>
                                        </p:tgtEl>
                                      </p:cBhvr>
                                    </p:animEffect>
                                    <p:anim calcmode="lin" valueType="num">
                                      <p:cBhvr>
                                        <p:cTn id="19" dur="1000" fill="hold"/>
                                        <p:tgtEl>
                                          <p:spTgt spid="4"/>
                                        </p:tgtEl>
                                        <p:attrNameLst>
                                          <p:attrName>ppt_x</p:attrName>
                                        </p:attrNameLst>
                                      </p:cBhvr>
                                      <p:tavLst>
                                        <p:tav tm="0">
                                          <p:val>
                                            <p:strVal val="#ppt_x"/>
                                          </p:val>
                                        </p:tav>
                                        <p:tav tm="100000">
                                          <p:val>
                                            <p:strVal val="#ppt_x"/>
                                          </p:val>
                                        </p:tav>
                                      </p:tavLst>
                                    </p:anim>
                                    <p:anim calcmode="lin" valueType="num">
                                      <p:cBhvr>
                                        <p:cTn id="2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1000"/>
                                        <p:tgtEl>
                                          <p:spTgt spid="6"/>
                                        </p:tgtEl>
                                      </p:cBhvr>
                                    </p:animEffect>
                                    <p:anim calcmode="lin" valueType="num">
                                      <p:cBhvr>
                                        <p:cTn id="33" dur="1000" fill="hold"/>
                                        <p:tgtEl>
                                          <p:spTgt spid="6"/>
                                        </p:tgtEl>
                                        <p:attrNameLst>
                                          <p:attrName>ppt_x</p:attrName>
                                        </p:attrNameLst>
                                      </p:cBhvr>
                                      <p:tavLst>
                                        <p:tav tm="0">
                                          <p:val>
                                            <p:strVal val="#ppt_x"/>
                                          </p:val>
                                        </p:tav>
                                        <p:tav tm="100000">
                                          <p:val>
                                            <p:strVal val="#ppt_x"/>
                                          </p:val>
                                        </p:tav>
                                      </p:tavLst>
                                    </p:anim>
                                    <p:anim calcmode="lin" valueType="num">
                                      <p:cBhvr>
                                        <p:cTn id="3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fade">
                                      <p:cBhvr>
                                        <p:cTn id="39" dur="1000"/>
                                        <p:tgtEl>
                                          <p:spTgt spid="2"/>
                                        </p:tgtEl>
                                      </p:cBhvr>
                                    </p:animEffect>
                                    <p:anim calcmode="lin" valueType="num">
                                      <p:cBhvr>
                                        <p:cTn id="40" dur="1000" fill="hold"/>
                                        <p:tgtEl>
                                          <p:spTgt spid="2"/>
                                        </p:tgtEl>
                                        <p:attrNameLst>
                                          <p:attrName>ppt_x</p:attrName>
                                        </p:attrNameLst>
                                      </p:cBhvr>
                                      <p:tavLst>
                                        <p:tav tm="0">
                                          <p:val>
                                            <p:strVal val="#ppt_x"/>
                                          </p:val>
                                        </p:tav>
                                        <p:tav tm="100000">
                                          <p:val>
                                            <p:strVal val="#ppt_x"/>
                                          </p:val>
                                        </p:tav>
                                      </p:tavLst>
                                    </p:anim>
                                    <p:anim calcmode="lin" valueType="num">
                                      <p:cBhvr>
                                        <p:cTn id="4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fade">
                                      <p:cBhvr>
                                        <p:cTn id="46" dur="1000"/>
                                        <p:tgtEl>
                                          <p:spTgt spid="7"/>
                                        </p:tgtEl>
                                      </p:cBhvr>
                                    </p:animEffect>
                                    <p:anim calcmode="lin" valueType="num">
                                      <p:cBhvr>
                                        <p:cTn id="47" dur="1000" fill="hold"/>
                                        <p:tgtEl>
                                          <p:spTgt spid="7"/>
                                        </p:tgtEl>
                                        <p:attrNameLst>
                                          <p:attrName>ppt_x</p:attrName>
                                        </p:attrNameLst>
                                      </p:cBhvr>
                                      <p:tavLst>
                                        <p:tav tm="0">
                                          <p:val>
                                            <p:strVal val="#ppt_x"/>
                                          </p:val>
                                        </p:tav>
                                        <p:tav tm="100000">
                                          <p:val>
                                            <p:strVal val="#ppt_x"/>
                                          </p:val>
                                        </p:tav>
                                      </p:tavLst>
                                    </p:anim>
                                    <p:anim calcmode="lin" valueType="num">
                                      <p:cBhvr>
                                        <p:cTn id="4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8"/>
                                        </p:tgtEl>
                                        <p:attrNameLst>
                                          <p:attrName>style.visibility</p:attrName>
                                        </p:attrNameLst>
                                      </p:cBhvr>
                                      <p:to>
                                        <p:strVal val="visible"/>
                                      </p:to>
                                    </p:set>
                                    <p:animEffect transition="in" filter="fade">
                                      <p:cBhvr>
                                        <p:cTn id="53" dur="1000"/>
                                        <p:tgtEl>
                                          <p:spTgt spid="8"/>
                                        </p:tgtEl>
                                      </p:cBhvr>
                                    </p:animEffect>
                                    <p:anim calcmode="lin" valueType="num">
                                      <p:cBhvr>
                                        <p:cTn id="54" dur="1000" fill="hold"/>
                                        <p:tgtEl>
                                          <p:spTgt spid="8"/>
                                        </p:tgtEl>
                                        <p:attrNameLst>
                                          <p:attrName>ppt_x</p:attrName>
                                        </p:attrNameLst>
                                      </p:cBhvr>
                                      <p:tavLst>
                                        <p:tav tm="0">
                                          <p:val>
                                            <p:strVal val="#ppt_x"/>
                                          </p:val>
                                        </p:tav>
                                        <p:tav tm="100000">
                                          <p:val>
                                            <p:strVal val="#ppt_x"/>
                                          </p:val>
                                        </p:tav>
                                      </p:tavLst>
                                    </p:anim>
                                    <p:anim calcmode="lin" valueType="num">
                                      <p:cBhvr>
                                        <p:cTn id="5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2" grpId="0" animBg="1"/>
      <p:bldP spid="7" grpId="0" animBg="1"/>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578" name="Group 720"/>
          <p:cNvGrpSpPr/>
          <p:nvPr/>
        </p:nvGrpSpPr>
        <p:grpSpPr>
          <a:xfrm>
            <a:off x="106363" y="1125538"/>
            <a:ext cx="8705850" cy="5056187"/>
            <a:chOff x="22" y="1026"/>
            <a:chExt cx="5484" cy="3185"/>
          </a:xfrm>
        </p:grpSpPr>
        <p:sp>
          <p:nvSpPr>
            <p:cNvPr id="24581" name="Oval 526"/>
            <p:cNvSpPr/>
            <p:nvPr/>
          </p:nvSpPr>
          <p:spPr>
            <a:xfrm>
              <a:off x="5182" y="2512"/>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582" name="Line 527"/>
            <p:cNvSpPr/>
            <p:nvPr/>
          </p:nvSpPr>
          <p:spPr>
            <a:xfrm>
              <a:off x="4584" y="2500"/>
              <a:ext cx="0" cy="308"/>
            </a:xfrm>
            <a:prstGeom prst="line">
              <a:avLst/>
            </a:prstGeom>
            <a:ln w="9525" cap="flat" cmpd="sng">
              <a:solidFill>
                <a:srgbClr val="000000"/>
              </a:solidFill>
              <a:prstDash val="solid"/>
              <a:headEnd type="none" w="med" len="med"/>
              <a:tailEnd type="none" w="med" len="med"/>
            </a:ln>
          </p:spPr>
        </p:sp>
        <p:sp>
          <p:nvSpPr>
            <p:cNvPr id="24583" name="Text Box 528"/>
            <p:cNvSpPr txBox="1"/>
            <p:nvPr/>
          </p:nvSpPr>
          <p:spPr>
            <a:xfrm>
              <a:off x="5210" y="1026"/>
              <a:ext cx="245" cy="189"/>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2000" dirty="0">
                  <a:latin typeface="Times New Roman" panose="02020603050405020304" pitchFamily="18" charset="0"/>
                </a:rPr>
                <a:t>8</a:t>
              </a:r>
              <a:r>
                <a:rPr lang="en-US" altLang="zh-CN" sz="2000" i="1" dirty="0">
                  <a:latin typeface="Times New Roman" panose="02020603050405020304" pitchFamily="18" charset="0"/>
                </a:rPr>
                <a:t>Q</a:t>
              </a:r>
              <a:endParaRPr lang="en-US" altLang="zh-CN" sz="4000" dirty="0">
                <a:latin typeface="Times New Roman" panose="02020603050405020304" pitchFamily="18" charset="0"/>
              </a:endParaRPr>
            </a:p>
          </p:txBody>
        </p:sp>
        <p:sp>
          <p:nvSpPr>
            <p:cNvPr id="24584" name="Text Box 529"/>
            <p:cNvSpPr txBox="1"/>
            <p:nvPr/>
          </p:nvSpPr>
          <p:spPr>
            <a:xfrm>
              <a:off x="679" y="1026"/>
              <a:ext cx="245" cy="189"/>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2000" dirty="0">
                  <a:latin typeface="Times New Roman" panose="02020603050405020304" pitchFamily="18" charset="0"/>
                </a:rPr>
                <a:t>1</a:t>
              </a:r>
              <a:r>
                <a:rPr lang="en-US" altLang="zh-CN" sz="2000" i="1" dirty="0">
                  <a:latin typeface="Times New Roman" panose="02020603050405020304" pitchFamily="18" charset="0"/>
                </a:rPr>
                <a:t>Q</a:t>
              </a:r>
              <a:endParaRPr lang="en-US" altLang="zh-CN" sz="4000" dirty="0">
                <a:latin typeface="Times New Roman" panose="02020603050405020304" pitchFamily="18" charset="0"/>
              </a:endParaRPr>
            </a:p>
          </p:txBody>
        </p:sp>
        <p:sp>
          <p:nvSpPr>
            <p:cNvPr id="24585" name="Text Box 530"/>
            <p:cNvSpPr txBox="1"/>
            <p:nvPr/>
          </p:nvSpPr>
          <p:spPr>
            <a:xfrm>
              <a:off x="1343" y="1026"/>
              <a:ext cx="246" cy="189"/>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2000" dirty="0">
                  <a:latin typeface="Times New Roman" panose="02020603050405020304" pitchFamily="18" charset="0"/>
                </a:rPr>
                <a:t>2</a:t>
              </a:r>
              <a:r>
                <a:rPr lang="en-US" altLang="zh-CN" sz="2000" i="1" dirty="0">
                  <a:latin typeface="Times New Roman" panose="02020603050405020304" pitchFamily="18" charset="0"/>
                </a:rPr>
                <a:t>Q</a:t>
              </a:r>
              <a:endParaRPr lang="en-US" altLang="zh-CN" sz="4000" dirty="0">
                <a:latin typeface="Times New Roman" panose="02020603050405020304" pitchFamily="18" charset="0"/>
              </a:endParaRPr>
            </a:p>
          </p:txBody>
        </p:sp>
        <p:sp>
          <p:nvSpPr>
            <p:cNvPr id="24586" name="Text Box 531"/>
            <p:cNvSpPr txBox="1"/>
            <p:nvPr/>
          </p:nvSpPr>
          <p:spPr>
            <a:xfrm>
              <a:off x="2008" y="1026"/>
              <a:ext cx="246" cy="189"/>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2000" dirty="0">
                  <a:latin typeface="Times New Roman" panose="02020603050405020304" pitchFamily="18" charset="0"/>
                </a:rPr>
                <a:t>3</a:t>
              </a:r>
              <a:r>
                <a:rPr lang="en-US" altLang="zh-CN" sz="2000" i="1" dirty="0">
                  <a:latin typeface="Times New Roman" panose="02020603050405020304" pitchFamily="18" charset="0"/>
                </a:rPr>
                <a:t>Q</a:t>
              </a:r>
              <a:endParaRPr lang="en-US" altLang="zh-CN" sz="4000" dirty="0">
                <a:latin typeface="Times New Roman" panose="02020603050405020304" pitchFamily="18" charset="0"/>
              </a:endParaRPr>
            </a:p>
          </p:txBody>
        </p:sp>
        <p:sp>
          <p:nvSpPr>
            <p:cNvPr id="24587" name="Text Box 532"/>
            <p:cNvSpPr txBox="1"/>
            <p:nvPr/>
          </p:nvSpPr>
          <p:spPr>
            <a:xfrm>
              <a:off x="2694" y="1026"/>
              <a:ext cx="245" cy="189"/>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2000" dirty="0">
                  <a:latin typeface="Times New Roman" panose="02020603050405020304" pitchFamily="18" charset="0"/>
                </a:rPr>
                <a:t>4</a:t>
              </a:r>
              <a:r>
                <a:rPr lang="en-US" altLang="zh-CN" sz="2000" i="1" dirty="0">
                  <a:latin typeface="Times New Roman" panose="02020603050405020304" pitchFamily="18" charset="0"/>
                </a:rPr>
                <a:t>Q</a:t>
              </a:r>
              <a:endParaRPr lang="en-US" altLang="zh-CN" sz="4000" dirty="0">
                <a:latin typeface="Times New Roman" panose="02020603050405020304" pitchFamily="18" charset="0"/>
              </a:endParaRPr>
            </a:p>
          </p:txBody>
        </p:sp>
        <p:sp>
          <p:nvSpPr>
            <p:cNvPr id="24588" name="Text Box 533"/>
            <p:cNvSpPr txBox="1"/>
            <p:nvPr/>
          </p:nvSpPr>
          <p:spPr>
            <a:xfrm>
              <a:off x="3338" y="1026"/>
              <a:ext cx="245" cy="189"/>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2000" dirty="0">
                  <a:latin typeface="Times New Roman" panose="02020603050405020304" pitchFamily="18" charset="0"/>
                </a:rPr>
                <a:t>5</a:t>
              </a:r>
              <a:r>
                <a:rPr lang="en-US" altLang="zh-CN" sz="2000" i="1" dirty="0">
                  <a:latin typeface="Times New Roman" panose="02020603050405020304" pitchFamily="18" charset="0"/>
                </a:rPr>
                <a:t>Q</a:t>
              </a:r>
              <a:endParaRPr lang="en-US" altLang="zh-CN" sz="4000" dirty="0">
                <a:latin typeface="Times New Roman" panose="02020603050405020304" pitchFamily="18" charset="0"/>
              </a:endParaRPr>
            </a:p>
          </p:txBody>
        </p:sp>
        <p:sp>
          <p:nvSpPr>
            <p:cNvPr id="24589" name="Text Box 534"/>
            <p:cNvSpPr txBox="1"/>
            <p:nvPr/>
          </p:nvSpPr>
          <p:spPr>
            <a:xfrm>
              <a:off x="3992" y="1026"/>
              <a:ext cx="246" cy="189"/>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2000" dirty="0">
                  <a:latin typeface="Times New Roman" panose="02020603050405020304" pitchFamily="18" charset="0"/>
                </a:rPr>
                <a:t>6</a:t>
              </a:r>
              <a:r>
                <a:rPr lang="en-US" altLang="zh-CN" sz="2000" i="1" dirty="0">
                  <a:latin typeface="Times New Roman" panose="02020603050405020304" pitchFamily="18" charset="0"/>
                </a:rPr>
                <a:t>Q</a:t>
              </a:r>
              <a:endParaRPr lang="en-US" altLang="zh-CN" sz="4000" dirty="0">
                <a:latin typeface="Times New Roman" panose="02020603050405020304" pitchFamily="18" charset="0"/>
              </a:endParaRPr>
            </a:p>
          </p:txBody>
        </p:sp>
        <p:sp>
          <p:nvSpPr>
            <p:cNvPr id="24590" name="Text Box 535"/>
            <p:cNvSpPr txBox="1"/>
            <p:nvPr/>
          </p:nvSpPr>
          <p:spPr>
            <a:xfrm>
              <a:off x="4637" y="1026"/>
              <a:ext cx="245" cy="189"/>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2000" dirty="0">
                  <a:latin typeface="Times New Roman" panose="02020603050405020304" pitchFamily="18" charset="0"/>
                </a:rPr>
                <a:t>7</a:t>
              </a:r>
              <a:r>
                <a:rPr lang="en-US" altLang="zh-CN" sz="2000" i="1" dirty="0">
                  <a:latin typeface="Times New Roman" panose="02020603050405020304" pitchFamily="18" charset="0"/>
                </a:rPr>
                <a:t>Q</a:t>
              </a:r>
              <a:endParaRPr lang="en-US" altLang="zh-CN" sz="4000" dirty="0">
                <a:latin typeface="Times New Roman" panose="02020603050405020304" pitchFamily="18" charset="0"/>
              </a:endParaRPr>
            </a:p>
          </p:txBody>
        </p:sp>
        <p:sp>
          <p:nvSpPr>
            <p:cNvPr id="24591" name="Line 536"/>
            <p:cNvSpPr/>
            <p:nvPr/>
          </p:nvSpPr>
          <p:spPr>
            <a:xfrm>
              <a:off x="503" y="2816"/>
              <a:ext cx="0" cy="188"/>
            </a:xfrm>
            <a:prstGeom prst="line">
              <a:avLst/>
            </a:prstGeom>
            <a:ln w="9525" cap="flat" cmpd="sng">
              <a:solidFill>
                <a:srgbClr val="000000"/>
              </a:solidFill>
              <a:prstDash val="solid"/>
              <a:headEnd type="none" w="med" len="med"/>
              <a:tailEnd type="none" w="med" len="med"/>
            </a:ln>
          </p:spPr>
        </p:sp>
        <p:sp>
          <p:nvSpPr>
            <p:cNvPr id="24592" name="Line 537"/>
            <p:cNvSpPr/>
            <p:nvPr/>
          </p:nvSpPr>
          <p:spPr>
            <a:xfrm>
              <a:off x="648" y="2532"/>
              <a:ext cx="0" cy="308"/>
            </a:xfrm>
            <a:prstGeom prst="line">
              <a:avLst/>
            </a:prstGeom>
            <a:ln w="9525" cap="flat" cmpd="sng">
              <a:solidFill>
                <a:srgbClr val="000000"/>
              </a:solidFill>
              <a:prstDash val="solid"/>
              <a:headEnd type="none" w="med" len="med"/>
              <a:tailEnd type="none" w="med" len="med"/>
            </a:ln>
          </p:spPr>
        </p:sp>
        <p:sp>
          <p:nvSpPr>
            <p:cNvPr id="24593" name="Line 538"/>
            <p:cNvSpPr/>
            <p:nvPr/>
          </p:nvSpPr>
          <p:spPr>
            <a:xfrm>
              <a:off x="1282" y="2528"/>
              <a:ext cx="0" cy="308"/>
            </a:xfrm>
            <a:prstGeom prst="line">
              <a:avLst/>
            </a:prstGeom>
            <a:ln w="9525" cap="flat" cmpd="sng">
              <a:solidFill>
                <a:srgbClr val="000000"/>
              </a:solidFill>
              <a:prstDash val="solid"/>
              <a:headEnd type="none" w="med" len="med"/>
              <a:tailEnd type="none" w="med" len="med"/>
            </a:ln>
          </p:spPr>
        </p:sp>
        <p:sp>
          <p:nvSpPr>
            <p:cNvPr id="24594" name="Line 539"/>
            <p:cNvSpPr/>
            <p:nvPr/>
          </p:nvSpPr>
          <p:spPr>
            <a:xfrm>
              <a:off x="1957" y="2528"/>
              <a:ext cx="0" cy="308"/>
            </a:xfrm>
            <a:prstGeom prst="line">
              <a:avLst/>
            </a:prstGeom>
            <a:ln w="9525" cap="flat" cmpd="sng">
              <a:solidFill>
                <a:srgbClr val="000000"/>
              </a:solidFill>
              <a:prstDash val="solid"/>
              <a:headEnd type="none" w="med" len="med"/>
              <a:tailEnd type="none" w="med" len="med"/>
            </a:ln>
          </p:spPr>
        </p:sp>
        <p:sp>
          <p:nvSpPr>
            <p:cNvPr id="24595" name="Line 540"/>
            <p:cNvSpPr/>
            <p:nvPr/>
          </p:nvSpPr>
          <p:spPr>
            <a:xfrm>
              <a:off x="2612" y="2528"/>
              <a:ext cx="0" cy="308"/>
            </a:xfrm>
            <a:prstGeom prst="line">
              <a:avLst/>
            </a:prstGeom>
            <a:ln w="9525" cap="flat" cmpd="sng">
              <a:solidFill>
                <a:srgbClr val="000000"/>
              </a:solidFill>
              <a:prstDash val="solid"/>
              <a:headEnd type="none" w="med" len="med"/>
              <a:tailEnd type="none" w="med" len="med"/>
            </a:ln>
          </p:spPr>
        </p:sp>
        <p:sp>
          <p:nvSpPr>
            <p:cNvPr id="24596" name="Line 541"/>
            <p:cNvSpPr/>
            <p:nvPr/>
          </p:nvSpPr>
          <p:spPr>
            <a:xfrm>
              <a:off x="3266" y="2528"/>
              <a:ext cx="0" cy="308"/>
            </a:xfrm>
            <a:prstGeom prst="line">
              <a:avLst/>
            </a:prstGeom>
            <a:ln w="9525" cap="flat" cmpd="sng">
              <a:solidFill>
                <a:srgbClr val="000000"/>
              </a:solidFill>
              <a:prstDash val="solid"/>
              <a:headEnd type="none" w="med" len="med"/>
              <a:tailEnd type="none" w="med" len="med"/>
            </a:ln>
          </p:spPr>
        </p:sp>
        <p:sp>
          <p:nvSpPr>
            <p:cNvPr id="24597" name="Line 542"/>
            <p:cNvSpPr/>
            <p:nvPr/>
          </p:nvSpPr>
          <p:spPr>
            <a:xfrm>
              <a:off x="3941" y="2553"/>
              <a:ext cx="0" cy="258"/>
            </a:xfrm>
            <a:prstGeom prst="line">
              <a:avLst/>
            </a:prstGeom>
            <a:ln w="9525" cap="flat" cmpd="sng">
              <a:solidFill>
                <a:srgbClr val="000000"/>
              </a:solidFill>
              <a:prstDash val="solid"/>
              <a:headEnd type="none" w="med" len="med"/>
              <a:tailEnd type="none" w="med" len="med"/>
            </a:ln>
          </p:spPr>
        </p:sp>
        <p:sp>
          <p:nvSpPr>
            <p:cNvPr id="24598" name="Line 544"/>
            <p:cNvSpPr/>
            <p:nvPr/>
          </p:nvSpPr>
          <p:spPr>
            <a:xfrm>
              <a:off x="750" y="1188"/>
              <a:ext cx="0" cy="283"/>
            </a:xfrm>
            <a:prstGeom prst="line">
              <a:avLst/>
            </a:prstGeom>
            <a:ln w="9525" cap="flat" cmpd="sng">
              <a:solidFill>
                <a:srgbClr val="000000"/>
              </a:solidFill>
              <a:prstDash val="solid"/>
              <a:headEnd type="none" w="med" len="med"/>
              <a:tailEnd type="none" w="med" len="med"/>
            </a:ln>
          </p:spPr>
        </p:sp>
        <p:sp>
          <p:nvSpPr>
            <p:cNvPr id="24599" name="Line 552"/>
            <p:cNvSpPr/>
            <p:nvPr/>
          </p:nvSpPr>
          <p:spPr>
            <a:xfrm>
              <a:off x="2059" y="1188"/>
              <a:ext cx="0" cy="283"/>
            </a:xfrm>
            <a:prstGeom prst="line">
              <a:avLst/>
            </a:prstGeom>
            <a:ln w="9525" cap="flat" cmpd="sng">
              <a:solidFill>
                <a:srgbClr val="000000"/>
              </a:solidFill>
              <a:prstDash val="solid"/>
              <a:headEnd type="none" w="med" len="med"/>
              <a:tailEnd type="none" w="med" len="med"/>
            </a:ln>
          </p:spPr>
        </p:sp>
        <p:sp>
          <p:nvSpPr>
            <p:cNvPr id="24600" name="Line 553"/>
            <p:cNvSpPr/>
            <p:nvPr/>
          </p:nvSpPr>
          <p:spPr>
            <a:xfrm>
              <a:off x="2734" y="1188"/>
              <a:ext cx="0" cy="283"/>
            </a:xfrm>
            <a:prstGeom prst="line">
              <a:avLst/>
            </a:prstGeom>
            <a:ln w="9525" cap="flat" cmpd="sng">
              <a:solidFill>
                <a:srgbClr val="000000"/>
              </a:solidFill>
              <a:prstDash val="solid"/>
              <a:headEnd type="none" w="med" len="med"/>
              <a:tailEnd type="none" w="med" len="med"/>
            </a:ln>
          </p:spPr>
        </p:sp>
        <p:sp>
          <p:nvSpPr>
            <p:cNvPr id="24601" name="Line 554"/>
            <p:cNvSpPr/>
            <p:nvPr/>
          </p:nvSpPr>
          <p:spPr>
            <a:xfrm>
              <a:off x="3379" y="1188"/>
              <a:ext cx="0" cy="283"/>
            </a:xfrm>
            <a:prstGeom prst="line">
              <a:avLst/>
            </a:prstGeom>
            <a:ln w="9525" cap="flat" cmpd="sng">
              <a:solidFill>
                <a:srgbClr val="000000"/>
              </a:solidFill>
              <a:prstDash val="solid"/>
              <a:headEnd type="none" w="med" len="med"/>
              <a:tailEnd type="none" w="med" len="med"/>
            </a:ln>
          </p:spPr>
        </p:sp>
        <p:sp>
          <p:nvSpPr>
            <p:cNvPr id="24602" name="Line 555"/>
            <p:cNvSpPr/>
            <p:nvPr/>
          </p:nvSpPr>
          <p:spPr>
            <a:xfrm>
              <a:off x="4033" y="1188"/>
              <a:ext cx="0" cy="283"/>
            </a:xfrm>
            <a:prstGeom prst="line">
              <a:avLst/>
            </a:prstGeom>
            <a:ln w="9525" cap="flat" cmpd="sng">
              <a:solidFill>
                <a:srgbClr val="000000"/>
              </a:solidFill>
              <a:prstDash val="solid"/>
              <a:headEnd type="none" w="med" len="med"/>
              <a:tailEnd type="none" w="med" len="med"/>
            </a:ln>
          </p:spPr>
        </p:sp>
        <p:sp>
          <p:nvSpPr>
            <p:cNvPr id="24603" name="Line 556"/>
            <p:cNvSpPr/>
            <p:nvPr/>
          </p:nvSpPr>
          <p:spPr>
            <a:xfrm>
              <a:off x="4678" y="1188"/>
              <a:ext cx="0" cy="283"/>
            </a:xfrm>
            <a:prstGeom prst="line">
              <a:avLst/>
            </a:prstGeom>
            <a:ln w="9525" cap="flat" cmpd="sng">
              <a:solidFill>
                <a:srgbClr val="000000"/>
              </a:solidFill>
              <a:prstDash val="solid"/>
              <a:headEnd type="none" w="med" len="med"/>
              <a:tailEnd type="none" w="med" len="med"/>
            </a:ln>
          </p:spPr>
        </p:sp>
        <p:sp>
          <p:nvSpPr>
            <p:cNvPr id="24604" name="Line 557"/>
            <p:cNvSpPr/>
            <p:nvPr/>
          </p:nvSpPr>
          <p:spPr>
            <a:xfrm>
              <a:off x="5291" y="1188"/>
              <a:ext cx="0" cy="283"/>
            </a:xfrm>
            <a:prstGeom prst="line">
              <a:avLst/>
            </a:prstGeom>
            <a:ln w="9525" cap="flat" cmpd="sng">
              <a:solidFill>
                <a:srgbClr val="000000"/>
              </a:solidFill>
              <a:prstDash val="solid"/>
              <a:headEnd type="none" w="med" len="med"/>
              <a:tailEnd type="none" w="med" len="med"/>
            </a:ln>
          </p:spPr>
        </p:sp>
        <p:sp>
          <p:nvSpPr>
            <p:cNvPr id="24605" name="Line 558"/>
            <p:cNvSpPr/>
            <p:nvPr/>
          </p:nvSpPr>
          <p:spPr>
            <a:xfrm>
              <a:off x="443" y="1650"/>
              <a:ext cx="123" cy="0"/>
            </a:xfrm>
            <a:prstGeom prst="line">
              <a:avLst/>
            </a:prstGeom>
            <a:ln w="9525" cap="flat" cmpd="sng">
              <a:solidFill>
                <a:srgbClr val="000000"/>
              </a:solidFill>
              <a:prstDash val="solid"/>
              <a:headEnd type="none" w="med" len="med"/>
              <a:tailEnd type="none" w="med" len="med"/>
            </a:ln>
          </p:spPr>
        </p:sp>
        <p:sp>
          <p:nvSpPr>
            <p:cNvPr id="24606" name="Line 559"/>
            <p:cNvSpPr/>
            <p:nvPr/>
          </p:nvSpPr>
          <p:spPr>
            <a:xfrm>
              <a:off x="443" y="1649"/>
              <a:ext cx="0" cy="240"/>
            </a:xfrm>
            <a:prstGeom prst="line">
              <a:avLst/>
            </a:prstGeom>
            <a:ln w="9525" cap="flat" cmpd="sng">
              <a:solidFill>
                <a:srgbClr val="000000"/>
              </a:solidFill>
              <a:prstDash val="solid"/>
              <a:headEnd type="none" w="med" len="med"/>
              <a:tailEnd type="none" w="med" len="med"/>
            </a:ln>
          </p:spPr>
        </p:sp>
        <p:sp>
          <p:nvSpPr>
            <p:cNvPr id="24607" name="Line 560"/>
            <p:cNvSpPr/>
            <p:nvPr/>
          </p:nvSpPr>
          <p:spPr>
            <a:xfrm>
              <a:off x="1088" y="1656"/>
              <a:ext cx="122" cy="0"/>
            </a:xfrm>
            <a:prstGeom prst="line">
              <a:avLst/>
            </a:prstGeom>
            <a:ln w="9525" cap="flat" cmpd="sng">
              <a:solidFill>
                <a:srgbClr val="000000"/>
              </a:solidFill>
              <a:prstDash val="solid"/>
              <a:headEnd type="none" w="med" len="med"/>
              <a:tailEnd type="none" w="med" len="med"/>
            </a:ln>
          </p:spPr>
        </p:sp>
        <p:sp>
          <p:nvSpPr>
            <p:cNvPr id="24608" name="Line 561"/>
            <p:cNvSpPr/>
            <p:nvPr/>
          </p:nvSpPr>
          <p:spPr>
            <a:xfrm>
              <a:off x="1088" y="1659"/>
              <a:ext cx="0" cy="241"/>
            </a:xfrm>
            <a:prstGeom prst="line">
              <a:avLst/>
            </a:prstGeom>
            <a:ln w="9525" cap="flat" cmpd="sng">
              <a:solidFill>
                <a:srgbClr val="000000"/>
              </a:solidFill>
              <a:prstDash val="solid"/>
              <a:headEnd type="none" w="med" len="med"/>
              <a:tailEnd type="none" w="med" len="med"/>
            </a:ln>
          </p:spPr>
        </p:sp>
        <p:sp>
          <p:nvSpPr>
            <p:cNvPr id="24609" name="Line 562"/>
            <p:cNvSpPr/>
            <p:nvPr/>
          </p:nvSpPr>
          <p:spPr>
            <a:xfrm>
              <a:off x="2428" y="1659"/>
              <a:ext cx="0" cy="241"/>
            </a:xfrm>
            <a:prstGeom prst="line">
              <a:avLst/>
            </a:prstGeom>
            <a:ln w="9525" cap="flat" cmpd="sng">
              <a:solidFill>
                <a:srgbClr val="000000"/>
              </a:solidFill>
              <a:prstDash val="solid"/>
              <a:headEnd type="none" w="med" len="med"/>
              <a:tailEnd type="none" w="med" len="med"/>
            </a:ln>
          </p:spPr>
        </p:sp>
        <p:sp>
          <p:nvSpPr>
            <p:cNvPr id="24610" name="Line 563"/>
            <p:cNvSpPr/>
            <p:nvPr/>
          </p:nvSpPr>
          <p:spPr>
            <a:xfrm>
              <a:off x="3727" y="1659"/>
              <a:ext cx="0" cy="241"/>
            </a:xfrm>
            <a:prstGeom prst="line">
              <a:avLst/>
            </a:prstGeom>
            <a:ln w="9525" cap="flat" cmpd="sng">
              <a:solidFill>
                <a:srgbClr val="000000"/>
              </a:solidFill>
              <a:prstDash val="solid"/>
              <a:headEnd type="none" w="med" len="med"/>
              <a:tailEnd type="none" w="med" len="med"/>
            </a:ln>
          </p:spPr>
        </p:sp>
        <p:sp>
          <p:nvSpPr>
            <p:cNvPr id="24611" name="Line 564"/>
            <p:cNvSpPr/>
            <p:nvPr/>
          </p:nvSpPr>
          <p:spPr>
            <a:xfrm>
              <a:off x="2428" y="1659"/>
              <a:ext cx="122" cy="0"/>
            </a:xfrm>
            <a:prstGeom prst="line">
              <a:avLst/>
            </a:prstGeom>
            <a:ln w="9525" cap="flat" cmpd="sng">
              <a:solidFill>
                <a:srgbClr val="000000"/>
              </a:solidFill>
              <a:prstDash val="solid"/>
              <a:headEnd type="none" w="med" len="med"/>
              <a:tailEnd type="none" w="med" len="med"/>
            </a:ln>
          </p:spPr>
        </p:sp>
        <p:sp>
          <p:nvSpPr>
            <p:cNvPr id="24612" name="Line 565"/>
            <p:cNvSpPr/>
            <p:nvPr/>
          </p:nvSpPr>
          <p:spPr>
            <a:xfrm>
              <a:off x="3727" y="1659"/>
              <a:ext cx="122" cy="0"/>
            </a:xfrm>
            <a:prstGeom prst="line">
              <a:avLst/>
            </a:prstGeom>
            <a:ln w="9525" cap="flat" cmpd="sng">
              <a:solidFill>
                <a:srgbClr val="000000"/>
              </a:solidFill>
              <a:prstDash val="solid"/>
              <a:headEnd type="none" w="med" len="med"/>
              <a:tailEnd type="none" w="med" len="med"/>
            </a:ln>
          </p:spPr>
        </p:sp>
        <p:sp>
          <p:nvSpPr>
            <p:cNvPr id="24613" name="Line 566"/>
            <p:cNvSpPr/>
            <p:nvPr/>
          </p:nvSpPr>
          <p:spPr>
            <a:xfrm>
              <a:off x="4371" y="1659"/>
              <a:ext cx="123" cy="0"/>
            </a:xfrm>
            <a:prstGeom prst="line">
              <a:avLst/>
            </a:prstGeom>
            <a:ln w="9525" cap="flat" cmpd="sng">
              <a:solidFill>
                <a:srgbClr val="000000"/>
              </a:solidFill>
              <a:prstDash val="solid"/>
              <a:headEnd type="none" w="med" len="med"/>
              <a:tailEnd type="none" w="med" len="med"/>
            </a:ln>
          </p:spPr>
        </p:sp>
        <p:sp>
          <p:nvSpPr>
            <p:cNvPr id="24614" name="Line 567"/>
            <p:cNvSpPr/>
            <p:nvPr/>
          </p:nvSpPr>
          <p:spPr>
            <a:xfrm>
              <a:off x="4371" y="1659"/>
              <a:ext cx="0" cy="241"/>
            </a:xfrm>
            <a:prstGeom prst="line">
              <a:avLst/>
            </a:prstGeom>
            <a:ln w="9525" cap="flat" cmpd="sng">
              <a:solidFill>
                <a:srgbClr val="000000"/>
              </a:solidFill>
              <a:prstDash val="solid"/>
              <a:headEnd type="none" w="med" len="med"/>
              <a:tailEnd type="none" w="med" len="med"/>
            </a:ln>
          </p:spPr>
        </p:sp>
        <p:sp>
          <p:nvSpPr>
            <p:cNvPr id="24615" name="Line 568"/>
            <p:cNvSpPr/>
            <p:nvPr/>
          </p:nvSpPr>
          <p:spPr>
            <a:xfrm>
              <a:off x="4985" y="1659"/>
              <a:ext cx="122" cy="0"/>
            </a:xfrm>
            <a:prstGeom prst="line">
              <a:avLst/>
            </a:prstGeom>
            <a:ln w="9525" cap="flat" cmpd="sng">
              <a:solidFill>
                <a:srgbClr val="000000"/>
              </a:solidFill>
              <a:prstDash val="solid"/>
              <a:headEnd type="none" w="med" len="med"/>
              <a:tailEnd type="none" w="med" len="med"/>
            </a:ln>
          </p:spPr>
        </p:sp>
        <p:sp>
          <p:nvSpPr>
            <p:cNvPr id="24616" name="Line 569"/>
            <p:cNvSpPr/>
            <p:nvPr/>
          </p:nvSpPr>
          <p:spPr>
            <a:xfrm>
              <a:off x="4985" y="1659"/>
              <a:ext cx="0" cy="241"/>
            </a:xfrm>
            <a:prstGeom prst="line">
              <a:avLst/>
            </a:prstGeom>
            <a:ln w="9525" cap="flat" cmpd="sng">
              <a:solidFill>
                <a:srgbClr val="000000"/>
              </a:solidFill>
              <a:prstDash val="solid"/>
              <a:headEnd type="none" w="med" len="med"/>
              <a:tailEnd type="none" w="med" len="med"/>
            </a:ln>
          </p:spPr>
        </p:sp>
        <p:sp>
          <p:nvSpPr>
            <p:cNvPr id="24617" name="Line 570"/>
            <p:cNvSpPr/>
            <p:nvPr/>
          </p:nvSpPr>
          <p:spPr>
            <a:xfrm>
              <a:off x="3072" y="1659"/>
              <a:ext cx="123" cy="0"/>
            </a:xfrm>
            <a:prstGeom prst="line">
              <a:avLst/>
            </a:prstGeom>
            <a:ln w="9525" cap="flat" cmpd="sng">
              <a:solidFill>
                <a:srgbClr val="000000"/>
              </a:solidFill>
              <a:prstDash val="solid"/>
              <a:headEnd type="none" w="med" len="med"/>
              <a:tailEnd type="none" w="med" len="med"/>
            </a:ln>
          </p:spPr>
        </p:sp>
        <p:sp>
          <p:nvSpPr>
            <p:cNvPr id="24618" name="Line 571"/>
            <p:cNvSpPr/>
            <p:nvPr/>
          </p:nvSpPr>
          <p:spPr>
            <a:xfrm flipH="1">
              <a:off x="3071" y="1659"/>
              <a:ext cx="1" cy="245"/>
            </a:xfrm>
            <a:prstGeom prst="line">
              <a:avLst/>
            </a:prstGeom>
            <a:ln w="9525" cap="flat" cmpd="sng">
              <a:solidFill>
                <a:srgbClr val="000000"/>
              </a:solidFill>
              <a:prstDash val="solid"/>
              <a:headEnd type="none" w="med" len="med"/>
              <a:tailEnd type="none" w="med" len="med"/>
            </a:ln>
          </p:spPr>
        </p:sp>
        <p:sp>
          <p:nvSpPr>
            <p:cNvPr id="24619" name="Line 572"/>
            <p:cNvSpPr/>
            <p:nvPr/>
          </p:nvSpPr>
          <p:spPr>
            <a:xfrm>
              <a:off x="1732" y="1659"/>
              <a:ext cx="0" cy="241"/>
            </a:xfrm>
            <a:prstGeom prst="line">
              <a:avLst/>
            </a:prstGeom>
            <a:ln w="9525" cap="flat" cmpd="sng">
              <a:solidFill>
                <a:srgbClr val="000000"/>
              </a:solidFill>
              <a:prstDash val="solid"/>
              <a:headEnd type="none" w="med" len="med"/>
              <a:tailEnd type="none" w="med" len="med"/>
            </a:ln>
          </p:spPr>
        </p:sp>
        <p:sp>
          <p:nvSpPr>
            <p:cNvPr id="24620" name="Line 573"/>
            <p:cNvSpPr/>
            <p:nvPr/>
          </p:nvSpPr>
          <p:spPr>
            <a:xfrm>
              <a:off x="1732" y="1659"/>
              <a:ext cx="123" cy="0"/>
            </a:xfrm>
            <a:prstGeom prst="line">
              <a:avLst/>
            </a:prstGeom>
            <a:ln w="9525" cap="flat" cmpd="sng">
              <a:solidFill>
                <a:srgbClr val="000000"/>
              </a:solidFill>
              <a:prstDash val="solid"/>
              <a:headEnd type="none" w="med" len="med"/>
              <a:tailEnd type="none" w="med" len="med"/>
            </a:ln>
          </p:spPr>
        </p:sp>
        <p:sp>
          <p:nvSpPr>
            <p:cNvPr id="24621" name="Line 574"/>
            <p:cNvSpPr/>
            <p:nvPr/>
          </p:nvSpPr>
          <p:spPr>
            <a:xfrm>
              <a:off x="745" y="1764"/>
              <a:ext cx="0" cy="309"/>
            </a:xfrm>
            <a:prstGeom prst="line">
              <a:avLst/>
            </a:prstGeom>
            <a:ln w="9525" cap="flat" cmpd="sng">
              <a:solidFill>
                <a:srgbClr val="000000"/>
              </a:solidFill>
              <a:prstDash val="solid"/>
              <a:headEnd type="none" w="med" len="med"/>
              <a:tailEnd type="none" w="med" len="med"/>
            </a:ln>
          </p:spPr>
        </p:sp>
        <p:sp>
          <p:nvSpPr>
            <p:cNvPr id="24622" name="Line 575"/>
            <p:cNvSpPr/>
            <p:nvPr/>
          </p:nvSpPr>
          <p:spPr>
            <a:xfrm>
              <a:off x="205" y="1894"/>
              <a:ext cx="4780" cy="0"/>
            </a:xfrm>
            <a:prstGeom prst="line">
              <a:avLst/>
            </a:prstGeom>
            <a:ln w="9525" cap="flat" cmpd="sng">
              <a:solidFill>
                <a:srgbClr val="000000"/>
              </a:solidFill>
              <a:prstDash val="solid"/>
              <a:headEnd type="none" w="med" len="med"/>
              <a:tailEnd type="none" w="med" len="med"/>
            </a:ln>
          </p:spPr>
        </p:sp>
        <p:sp>
          <p:nvSpPr>
            <p:cNvPr id="24623" name="Line 576"/>
            <p:cNvSpPr/>
            <p:nvPr/>
          </p:nvSpPr>
          <p:spPr>
            <a:xfrm>
              <a:off x="1374" y="1754"/>
              <a:ext cx="0" cy="308"/>
            </a:xfrm>
            <a:prstGeom prst="line">
              <a:avLst/>
            </a:prstGeom>
            <a:ln w="9525" cap="flat" cmpd="sng">
              <a:solidFill>
                <a:srgbClr val="000000"/>
              </a:solidFill>
              <a:prstDash val="solid"/>
              <a:headEnd type="none" w="med" len="med"/>
              <a:tailEnd type="none" w="med" len="med"/>
            </a:ln>
          </p:spPr>
        </p:sp>
        <p:sp>
          <p:nvSpPr>
            <p:cNvPr id="24624" name="Line 577"/>
            <p:cNvSpPr/>
            <p:nvPr/>
          </p:nvSpPr>
          <p:spPr>
            <a:xfrm>
              <a:off x="2724" y="1754"/>
              <a:ext cx="0" cy="308"/>
            </a:xfrm>
            <a:prstGeom prst="line">
              <a:avLst/>
            </a:prstGeom>
            <a:ln w="9525" cap="flat" cmpd="sng">
              <a:solidFill>
                <a:srgbClr val="000000"/>
              </a:solidFill>
              <a:prstDash val="solid"/>
              <a:headEnd type="none" w="med" len="med"/>
              <a:tailEnd type="none" w="med" len="med"/>
            </a:ln>
          </p:spPr>
        </p:sp>
        <p:sp>
          <p:nvSpPr>
            <p:cNvPr id="24625" name="Line 578"/>
            <p:cNvSpPr/>
            <p:nvPr/>
          </p:nvSpPr>
          <p:spPr>
            <a:xfrm>
              <a:off x="2059" y="1754"/>
              <a:ext cx="0" cy="308"/>
            </a:xfrm>
            <a:prstGeom prst="line">
              <a:avLst/>
            </a:prstGeom>
            <a:ln w="9525" cap="flat" cmpd="sng">
              <a:solidFill>
                <a:srgbClr val="000000"/>
              </a:solidFill>
              <a:prstDash val="solid"/>
              <a:headEnd type="none" w="med" len="med"/>
              <a:tailEnd type="none" w="med" len="med"/>
            </a:ln>
          </p:spPr>
        </p:sp>
        <p:sp>
          <p:nvSpPr>
            <p:cNvPr id="24626" name="Line 579"/>
            <p:cNvSpPr/>
            <p:nvPr/>
          </p:nvSpPr>
          <p:spPr>
            <a:xfrm>
              <a:off x="3369" y="1754"/>
              <a:ext cx="0" cy="308"/>
            </a:xfrm>
            <a:prstGeom prst="line">
              <a:avLst/>
            </a:prstGeom>
            <a:ln w="9525" cap="flat" cmpd="sng">
              <a:solidFill>
                <a:srgbClr val="000000"/>
              </a:solidFill>
              <a:prstDash val="solid"/>
              <a:headEnd type="none" w="med" len="med"/>
              <a:tailEnd type="none" w="med" len="med"/>
            </a:ln>
          </p:spPr>
        </p:sp>
        <p:sp>
          <p:nvSpPr>
            <p:cNvPr id="24627" name="Line 580"/>
            <p:cNvSpPr/>
            <p:nvPr/>
          </p:nvSpPr>
          <p:spPr>
            <a:xfrm>
              <a:off x="4033" y="1754"/>
              <a:ext cx="0" cy="308"/>
            </a:xfrm>
            <a:prstGeom prst="line">
              <a:avLst/>
            </a:prstGeom>
            <a:ln w="9525" cap="flat" cmpd="sng">
              <a:solidFill>
                <a:srgbClr val="000000"/>
              </a:solidFill>
              <a:prstDash val="solid"/>
              <a:headEnd type="none" w="med" len="med"/>
              <a:tailEnd type="none" w="med" len="med"/>
            </a:ln>
          </p:spPr>
        </p:sp>
        <p:sp>
          <p:nvSpPr>
            <p:cNvPr id="24628" name="Line 581"/>
            <p:cNvSpPr/>
            <p:nvPr/>
          </p:nvSpPr>
          <p:spPr>
            <a:xfrm>
              <a:off x="4678" y="1754"/>
              <a:ext cx="0" cy="308"/>
            </a:xfrm>
            <a:prstGeom prst="line">
              <a:avLst/>
            </a:prstGeom>
            <a:ln w="9525" cap="flat" cmpd="sng">
              <a:solidFill>
                <a:srgbClr val="000000"/>
              </a:solidFill>
              <a:prstDash val="solid"/>
              <a:headEnd type="none" w="med" len="med"/>
              <a:tailEnd type="none" w="med" len="med"/>
            </a:ln>
          </p:spPr>
        </p:sp>
        <p:sp>
          <p:nvSpPr>
            <p:cNvPr id="24629" name="Line 582"/>
            <p:cNvSpPr/>
            <p:nvPr/>
          </p:nvSpPr>
          <p:spPr>
            <a:xfrm>
              <a:off x="5281" y="1754"/>
              <a:ext cx="0" cy="308"/>
            </a:xfrm>
            <a:prstGeom prst="line">
              <a:avLst/>
            </a:prstGeom>
            <a:ln w="9525" cap="flat" cmpd="sng">
              <a:solidFill>
                <a:srgbClr val="000000"/>
              </a:solidFill>
              <a:prstDash val="solid"/>
              <a:headEnd type="none" w="med" len="med"/>
              <a:tailEnd type="none" w="med" len="med"/>
            </a:ln>
          </p:spPr>
        </p:sp>
        <p:sp>
          <p:nvSpPr>
            <p:cNvPr id="24630" name="Oval 583"/>
            <p:cNvSpPr/>
            <p:nvPr/>
          </p:nvSpPr>
          <p:spPr>
            <a:xfrm>
              <a:off x="422" y="1875"/>
              <a:ext cx="39" cy="35"/>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31" name="Oval 584"/>
            <p:cNvSpPr/>
            <p:nvPr/>
          </p:nvSpPr>
          <p:spPr>
            <a:xfrm>
              <a:off x="1067" y="1875"/>
              <a:ext cx="39" cy="35"/>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32" name="Oval 585"/>
            <p:cNvSpPr/>
            <p:nvPr/>
          </p:nvSpPr>
          <p:spPr>
            <a:xfrm>
              <a:off x="1712" y="1875"/>
              <a:ext cx="39" cy="35"/>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33" name="Oval 586"/>
            <p:cNvSpPr/>
            <p:nvPr/>
          </p:nvSpPr>
          <p:spPr>
            <a:xfrm>
              <a:off x="2407" y="1875"/>
              <a:ext cx="39" cy="35"/>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34" name="Oval 587"/>
            <p:cNvSpPr/>
            <p:nvPr/>
          </p:nvSpPr>
          <p:spPr>
            <a:xfrm>
              <a:off x="3052" y="1875"/>
              <a:ext cx="38" cy="35"/>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35" name="Oval 588"/>
            <p:cNvSpPr/>
            <p:nvPr/>
          </p:nvSpPr>
          <p:spPr>
            <a:xfrm>
              <a:off x="3706" y="1875"/>
              <a:ext cx="39" cy="35"/>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36" name="Oval 589"/>
            <p:cNvSpPr/>
            <p:nvPr/>
          </p:nvSpPr>
          <p:spPr>
            <a:xfrm>
              <a:off x="4350" y="1875"/>
              <a:ext cx="39" cy="35"/>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37" name="Oval 590"/>
            <p:cNvSpPr/>
            <p:nvPr/>
          </p:nvSpPr>
          <p:spPr>
            <a:xfrm>
              <a:off x="724" y="1754"/>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38" name="Oval 591"/>
            <p:cNvSpPr/>
            <p:nvPr/>
          </p:nvSpPr>
          <p:spPr>
            <a:xfrm>
              <a:off x="1356" y="1754"/>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39" name="Oval 592"/>
            <p:cNvSpPr/>
            <p:nvPr/>
          </p:nvSpPr>
          <p:spPr>
            <a:xfrm>
              <a:off x="2039" y="1754"/>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40" name="Oval 593"/>
            <p:cNvSpPr/>
            <p:nvPr/>
          </p:nvSpPr>
          <p:spPr>
            <a:xfrm>
              <a:off x="3353" y="1754"/>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41" name="Oval 594"/>
            <p:cNvSpPr/>
            <p:nvPr/>
          </p:nvSpPr>
          <p:spPr>
            <a:xfrm>
              <a:off x="2704" y="1754"/>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42" name="Oval 595"/>
            <p:cNvSpPr/>
            <p:nvPr/>
          </p:nvSpPr>
          <p:spPr>
            <a:xfrm>
              <a:off x="4013" y="1754"/>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43" name="Oval 596"/>
            <p:cNvSpPr/>
            <p:nvPr/>
          </p:nvSpPr>
          <p:spPr>
            <a:xfrm>
              <a:off x="4662" y="1754"/>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44" name="Oval 597"/>
            <p:cNvSpPr/>
            <p:nvPr/>
          </p:nvSpPr>
          <p:spPr>
            <a:xfrm>
              <a:off x="5266" y="1754"/>
              <a:ext cx="38" cy="34"/>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45" name="Rectangle 598"/>
            <p:cNvSpPr/>
            <p:nvPr/>
          </p:nvSpPr>
          <p:spPr>
            <a:xfrm>
              <a:off x="566" y="2037"/>
              <a:ext cx="366"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a:lnSpc>
                  <a:spcPct val="96000"/>
                </a:lnSpc>
                <a:spcBef>
                  <a:spcPts val="465"/>
                </a:spcBef>
                <a:spcAft>
                  <a:spcPts val="775"/>
                </a:spcAft>
                <a:buClrTx/>
                <a:buSzTx/>
                <a:buFontTx/>
                <a:buNone/>
              </a:pPr>
              <a:endParaRPr lang="en-US" altLang="zh-CN" sz="2000" dirty="0">
                <a:latin typeface="Times New Roman" panose="02020603050405020304" pitchFamily="18" charset="0"/>
              </a:endParaRPr>
            </a:p>
            <a:p>
              <a:pPr marL="0" lvl="0" indent="0" algn="ctr">
                <a:lnSpc>
                  <a:spcPct val="96000"/>
                </a:lnSpc>
                <a:spcBef>
                  <a:spcPct val="0"/>
                </a:spcBef>
                <a:buClrTx/>
                <a:buSzTx/>
                <a:buFontTx/>
                <a:buNone/>
              </a:pPr>
              <a:r>
                <a:rPr lang="en-US" altLang="zh-CN" sz="2000" i="1" dirty="0">
                  <a:latin typeface="Times New Roman" panose="02020603050405020304" pitchFamily="18" charset="0"/>
                </a:rPr>
                <a:t>C   D</a:t>
              </a:r>
              <a:endParaRPr lang="en-US" altLang="zh-CN" sz="4000" dirty="0">
                <a:latin typeface="Times New Roman" panose="02020603050405020304" pitchFamily="18" charset="0"/>
              </a:endParaRPr>
            </a:p>
          </p:txBody>
        </p:sp>
        <p:sp>
          <p:nvSpPr>
            <p:cNvPr id="24646" name="Rectangle 599"/>
            <p:cNvSpPr/>
            <p:nvPr/>
          </p:nvSpPr>
          <p:spPr>
            <a:xfrm>
              <a:off x="1865" y="2037"/>
              <a:ext cx="366"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a:lnSpc>
                  <a:spcPct val="96000"/>
                </a:lnSpc>
                <a:spcBef>
                  <a:spcPts val="465"/>
                </a:spcBef>
                <a:spcAft>
                  <a:spcPts val="775"/>
                </a:spcAft>
                <a:buClrTx/>
                <a:buSzTx/>
                <a:buFontTx/>
                <a:buNone/>
              </a:pPr>
              <a:endParaRPr lang="en-US" altLang="zh-CN" sz="2000" dirty="0">
                <a:latin typeface="Times New Roman" panose="02020603050405020304" pitchFamily="18" charset="0"/>
              </a:endParaRPr>
            </a:p>
            <a:p>
              <a:pPr marL="0" lvl="0" indent="0" algn="ctr">
                <a:lnSpc>
                  <a:spcPct val="96000"/>
                </a:lnSpc>
                <a:spcBef>
                  <a:spcPct val="0"/>
                </a:spcBef>
                <a:buClrTx/>
                <a:buSzTx/>
                <a:buFontTx/>
                <a:buNone/>
              </a:pPr>
              <a:r>
                <a:rPr lang="en-US" altLang="zh-CN" sz="2000" i="1" dirty="0">
                  <a:latin typeface="Times New Roman" panose="02020603050405020304" pitchFamily="18" charset="0"/>
                </a:rPr>
                <a:t>C   D</a:t>
              </a:r>
              <a:endParaRPr lang="en-US" altLang="zh-CN" sz="4000" dirty="0">
                <a:latin typeface="Times New Roman" panose="02020603050405020304" pitchFamily="18" charset="0"/>
              </a:endParaRPr>
            </a:p>
          </p:txBody>
        </p:sp>
        <p:sp>
          <p:nvSpPr>
            <p:cNvPr id="24647" name="Rectangle 600"/>
            <p:cNvSpPr/>
            <p:nvPr/>
          </p:nvSpPr>
          <p:spPr>
            <a:xfrm>
              <a:off x="2520" y="2037"/>
              <a:ext cx="365"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a:lnSpc>
                  <a:spcPct val="96000"/>
                </a:lnSpc>
                <a:spcBef>
                  <a:spcPts val="465"/>
                </a:spcBef>
                <a:spcAft>
                  <a:spcPts val="775"/>
                </a:spcAft>
                <a:buClrTx/>
                <a:buSzTx/>
                <a:buFontTx/>
                <a:buNone/>
              </a:pPr>
              <a:endParaRPr lang="en-US" altLang="zh-CN" sz="2000" dirty="0">
                <a:latin typeface="Times New Roman" panose="02020603050405020304" pitchFamily="18" charset="0"/>
              </a:endParaRPr>
            </a:p>
            <a:p>
              <a:pPr marL="0" lvl="0" indent="0" algn="ctr">
                <a:lnSpc>
                  <a:spcPct val="96000"/>
                </a:lnSpc>
                <a:spcBef>
                  <a:spcPct val="0"/>
                </a:spcBef>
                <a:buClrTx/>
                <a:buSzTx/>
                <a:buFontTx/>
                <a:buNone/>
              </a:pPr>
              <a:r>
                <a:rPr lang="en-US" altLang="zh-CN" sz="2000" i="1" dirty="0">
                  <a:latin typeface="Times New Roman" panose="02020603050405020304" pitchFamily="18" charset="0"/>
                </a:rPr>
                <a:t>C   D</a:t>
              </a:r>
              <a:endParaRPr lang="en-US" altLang="zh-CN" sz="4000" dirty="0">
                <a:latin typeface="Times New Roman" panose="02020603050405020304" pitchFamily="18" charset="0"/>
              </a:endParaRPr>
            </a:p>
          </p:txBody>
        </p:sp>
        <p:sp>
          <p:nvSpPr>
            <p:cNvPr id="24648" name="Rectangle 601"/>
            <p:cNvSpPr/>
            <p:nvPr/>
          </p:nvSpPr>
          <p:spPr>
            <a:xfrm>
              <a:off x="3174" y="2037"/>
              <a:ext cx="366"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a:lnSpc>
                  <a:spcPct val="96000"/>
                </a:lnSpc>
                <a:spcBef>
                  <a:spcPts val="465"/>
                </a:spcBef>
                <a:spcAft>
                  <a:spcPts val="775"/>
                </a:spcAft>
                <a:buClrTx/>
                <a:buSzTx/>
                <a:buFontTx/>
                <a:buNone/>
              </a:pPr>
              <a:endParaRPr lang="en-US" altLang="zh-CN" sz="2000" dirty="0">
                <a:latin typeface="Times New Roman" panose="02020603050405020304" pitchFamily="18" charset="0"/>
              </a:endParaRPr>
            </a:p>
            <a:p>
              <a:pPr marL="0" lvl="0" indent="0" algn="ctr">
                <a:lnSpc>
                  <a:spcPct val="96000"/>
                </a:lnSpc>
                <a:spcBef>
                  <a:spcPct val="0"/>
                </a:spcBef>
                <a:buClrTx/>
                <a:buSzTx/>
                <a:buFontTx/>
                <a:buNone/>
              </a:pPr>
              <a:r>
                <a:rPr lang="en-US" altLang="zh-CN" sz="2000" i="1" dirty="0">
                  <a:latin typeface="Times New Roman" panose="02020603050405020304" pitchFamily="18" charset="0"/>
                </a:rPr>
                <a:t>C   D</a:t>
              </a:r>
              <a:endParaRPr lang="en-US" altLang="zh-CN" sz="4000" dirty="0">
                <a:latin typeface="Times New Roman" panose="02020603050405020304" pitchFamily="18" charset="0"/>
              </a:endParaRPr>
            </a:p>
          </p:txBody>
        </p:sp>
        <p:sp>
          <p:nvSpPr>
            <p:cNvPr id="24649" name="Rectangle 602"/>
            <p:cNvSpPr/>
            <p:nvPr/>
          </p:nvSpPr>
          <p:spPr>
            <a:xfrm>
              <a:off x="3839" y="2037"/>
              <a:ext cx="366"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a:lnSpc>
                  <a:spcPct val="96000"/>
                </a:lnSpc>
                <a:spcBef>
                  <a:spcPts val="465"/>
                </a:spcBef>
                <a:spcAft>
                  <a:spcPts val="775"/>
                </a:spcAft>
                <a:buClrTx/>
                <a:buSzTx/>
                <a:buFontTx/>
                <a:buNone/>
              </a:pPr>
              <a:endParaRPr lang="en-US" altLang="zh-CN" sz="2000" dirty="0">
                <a:latin typeface="Times New Roman" panose="02020603050405020304" pitchFamily="18" charset="0"/>
              </a:endParaRPr>
            </a:p>
            <a:p>
              <a:pPr marL="0" lvl="0" indent="0" algn="ctr">
                <a:lnSpc>
                  <a:spcPct val="96000"/>
                </a:lnSpc>
                <a:spcBef>
                  <a:spcPct val="0"/>
                </a:spcBef>
                <a:buClrTx/>
                <a:buSzTx/>
                <a:buFontTx/>
                <a:buNone/>
              </a:pPr>
              <a:r>
                <a:rPr lang="en-US" altLang="zh-CN" sz="2000" i="1" dirty="0">
                  <a:latin typeface="Times New Roman" panose="02020603050405020304" pitchFamily="18" charset="0"/>
                </a:rPr>
                <a:t>C   D</a:t>
              </a:r>
              <a:endParaRPr lang="en-US" altLang="zh-CN" sz="4000" dirty="0">
                <a:latin typeface="Times New Roman" panose="02020603050405020304" pitchFamily="18" charset="0"/>
              </a:endParaRPr>
            </a:p>
          </p:txBody>
        </p:sp>
        <p:sp>
          <p:nvSpPr>
            <p:cNvPr id="24650" name="Rectangle 603"/>
            <p:cNvSpPr/>
            <p:nvPr/>
          </p:nvSpPr>
          <p:spPr>
            <a:xfrm>
              <a:off x="4483" y="2037"/>
              <a:ext cx="366"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a:lnSpc>
                  <a:spcPct val="96000"/>
                </a:lnSpc>
                <a:spcBef>
                  <a:spcPts val="465"/>
                </a:spcBef>
                <a:spcAft>
                  <a:spcPts val="775"/>
                </a:spcAft>
                <a:buClrTx/>
                <a:buSzTx/>
                <a:buFontTx/>
                <a:buNone/>
              </a:pPr>
              <a:endParaRPr lang="en-US" altLang="zh-CN" sz="2000" dirty="0">
                <a:latin typeface="Times New Roman" panose="02020603050405020304" pitchFamily="18" charset="0"/>
              </a:endParaRPr>
            </a:p>
            <a:p>
              <a:pPr marL="0" lvl="0" indent="0" algn="ctr">
                <a:lnSpc>
                  <a:spcPct val="96000"/>
                </a:lnSpc>
                <a:spcBef>
                  <a:spcPct val="0"/>
                </a:spcBef>
                <a:buClrTx/>
                <a:buSzTx/>
                <a:buFontTx/>
                <a:buNone/>
              </a:pPr>
              <a:r>
                <a:rPr lang="en-US" altLang="zh-CN" sz="2000" i="1" dirty="0">
                  <a:latin typeface="Times New Roman" panose="02020603050405020304" pitchFamily="18" charset="0"/>
                </a:rPr>
                <a:t>C   D</a:t>
              </a:r>
              <a:endParaRPr lang="en-US" altLang="zh-CN" sz="4000" dirty="0">
                <a:latin typeface="Times New Roman" panose="02020603050405020304" pitchFamily="18" charset="0"/>
              </a:endParaRPr>
            </a:p>
          </p:txBody>
        </p:sp>
        <p:sp>
          <p:nvSpPr>
            <p:cNvPr id="24651" name="Rectangle 604"/>
            <p:cNvSpPr/>
            <p:nvPr/>
          </p:nvSpPr>
          <p:spPr>
            <a:xfrm>
              <a:off x="5087" y="2037"/>
              <a:ext cx="365"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a:lnSpc>
                  <a:spcPct val="96000"/>
                </a:lnSpc>
                <a:spcBef>
                  <a:spcPts val="465"/>
                </a:spcBef>
                <a:spcAft>
                  <a:spcPts val="775"/>
                </a:spcAft>
                <a:buClrTx/>
                <a:buSzTx/>
                <a:buFontTx/>
                <a:buNone/>
              </a:pPr>
              <a:endParaRPr lang="en-US" altLang="zh-CN" sz="2000" dirty="0">
                <a:latin typeface="Times New Roman" panose="02020603050405020304" pitchFamily="18" charset="0"/>
              </a:endParaRPr>
            </a:p>
            <a:p>
              <a:pPr marL="0" lvl="0" indent="0" algn="ctr">
                <a:lnSpc>
                  <a:spcPct val="96000"/>
                </a:lnSpc>
                <a:spcBef>
                  <a:spcPct val="0"/>
                </a:spcBef>
                <a:buClrTx/>
                <a:buSzTx/>
                <a:buFontTx/>
                <a:buNone/>
              </a:pPr>
              <a:r>
                <a:rPr lang="en-US" altLang="zh-CN" sz="2000" i="1" dirty="0">
                  <a:latin typeface="Times New Roman" panose="02020603050405020304" pitchFamily="18" charset="0"/>
                </a:rPr>
                <a:t>C   D</a:t>
              </a:r>
              <a:endParaRPr lang="en-US" altLang="zh-CN" sz="4000" dirty="0">
                <a:latin typeface="Times New Roman" panose="02020603050405020304" pitchFamily="18" charset="0"/>
              </a:endParaRPr>
            </a:p>
          </p:txBody>
        </p:sp>
        <p:sp>
          <p:nvSpPr>
            <p:cNvPr id="24652" name="Oval 605"/>
            <p:cNvSpPr/>
            <p:nvPr/>
          </p:nvSpPr>
          <p:spPr>
            <a:xfrm>
              <a:off x="725" y="2001"/>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53" name="Rectangle 606"/>
            <p:cNvSpPr/>
            <p:nvPr/>
          </p:nvSpPr>
          <p:spPr>
            <a:xfrm>
              <a:off x="1180" y="2037"/>
              <a:ext cx="365"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a:lnSpc>
                  <a:spcPct val="96000"/>
                </a:lnSpc>
                <a:spcBef>
                  <a:spcPts val="465"/>
                </a:spcBef>
                <a:spcAft>
                  <a:spcPts val="775"/>
                </a:spcAft>
                <a:buClrTx/>
                <a:buSzTx/>
                <a:buFontTx/>
                <a:buNone/>
              </a:pPr>
              <a:endParaRPr lang="en-US" altLang="zh-CN" sz="2000" dirty="0">
                <a:latin typeface="Times New Roman" panose="02020603050405020304" pitchFamily="18" charset="0"/>
              </a:endParaRPr>
            </a:p>
            <a:p>
              <a:pPr marL="0" lvl="0" indent="0" algn="ctr">
                <a:lnSpc>
                  <a:spcPct val="96000"/>
                </a:lnSpc>
                <a:spcBef>
                  <a:spcPct val="0"/>
                </a:spcBef>
                <a:buClrTx/>
                <a:buSzTx/>
                <a:buFontTx/>
                <a:buNone/>
              </a:pPr>
              <a:r>
                <a:rPr lang="en-US" altLang="zh-CN" sz="2000" i="1" dirty="0">
                  <a:latin typeface="Times New Roman" panose="02020603050405020304" pitchFamily="18" charset="0"/>
                </a:rPr>
                <a:t>C   D</a:t>
              </a:r>
              <a:endParaRPr lang="en-US" altLang="zh-CN" sz="4000" dirty="0">
                <a:latin typeface="Times New Roman" panose="02020603050405020304" pitchFamily="18" charset="0"/>
              </a:endParaRPr>
            </a:p>
          </p:txBody>
        </p:sp>
        <p:sp>
          <p:nvSpPr>
            <p:cNvPr id="24654" name="Oval 607"/>
            <p:cNvSpPr/>
            <p:nvPr/>
          </p:nvSpPr>
          <p:spPr>
            <a:xfrm>
              <a:off x="1359" y="2001"/>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55" name="Oval 608"/>
            <p:cNvSpPr/>
            <p:nvPr/>
          </p:nvSpPr>
          <p:spPr>
            <a:xfrm>
              <a:off x="2044" y="1997"/>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56" name="Oval 609"/>
            <p:cNvSpPr/>
            <p:nvPr/>
          </p:nvSpPr>
          <p:spPr>
            <a:xfrm>
              <a:off x="2709" y="1998"/>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57" name="Oval 610"/>
            <p:cNvSpPr/>
            <p:nvPr/>
          </p:nvSpPr>
          <p:spPr>
            <a:xfrm>
              <a:off x="3354" y="2000"/>
              <a:ext cx="38" cy="34"/>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58" name="Oval 611"/>
            <p:cNvSpPr/>
            <p:nvPr/>
          </p:nvSpPr>
          <p:spPr>
            <a:xfrm>
              <a:off x="4018" y="2001"/>
              <a:ext cx="39" cy="35"/>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59" name="Oval 612"/>
            <p:cNvSpPr/>
            <p:nvPr/>
          </p:nvSpPr>
          <p:spPr>
            <a:xfrm>
              <a:off x="4663" y="2001"/>
              <a:ext cx="39" cy="35"/>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60" name="Oval 613"/>
            <p:cNvSpPr/>
            <p:nvPr/>
          </p:nvSpPr>
          <p:spPr>
            <a:xfrm>
              <a:off x="5266" y="2004"/>
              <a:ext cx="38" cy="35"/>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61" name="Oval 614"/>
            <p:cNvSpPr/>
            <p:nvPr/>
          </p:nvSpPr>
          <p:spPr>
            <a:xfrm>
              <a:off x="632" y="2509"/>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62" name="Oval 615"/>
            <p:cNvSpPr/>
            <p:nvPr/>
          </p:nvSpPr>
          <p:spPr>
            <a:xfrm>
              <a:off x="627" y="2803"/>
              <a:ext cx="39" cy="35"/>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63" name="Oval 616"/>
            <p:cNvSpPr/>
            <p:nvPr/>
          </p:nvSpPr>
          <p:spPr>
            <a:xfrm>
              <a:off x="1266" y="2509"/>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64" name="Oval 617"/>
            <p:cNvSpPr/>
            <p:nvPr/>
          </p:nvSpPr>
          <p:spPr>
            <a:xfrm>
              <a:off x="1262" y="2799"/>
              <a:ext cx="38" cy="35"/>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65" name="Oval 618"/>
            <p:cNvSpPr/>
            <p:nvPr/>
          </p:nvSpPr>
          <p:spPr>
            <a:xfrm>
              <a:off x="1941" y="2509"/>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66" name="Oval 619"/>
            <p:cNvSpPr/>
            <p:nvPr/>
          </p:nvSpPr>
          <p:spPr>
            <a:xfrm>
              <a:off x="1937" y="2803"/>
              <a:ext cx="39" cy="35"/>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67" name="Oval 620"/>
            <p:cNvSpPr/>
            <p:nvPr/>
          </p:nvSpPr>
          <p:spPr>
            <a:xfrm>
              <a:off x="4565" y="2509"/>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68" name="Oval 621"/>
            <p:cNvSpPr/>
            <p:nvPr/>
          </p:nvSpPr>
          <p:spPr>
            <a:xfrm>
              <a:off x="4566" y="2799"/>
              <a:ext cx="39" cy="35"/>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69" name="Line 622"/>
            <p:cNvSpPr/>
            <p:nvPr/>
          </p:nvSpPr>
          <p:spPr>
            <a:xfrm flipH="1">
              <a:off x="5204" y="2551"/>
              <a:ext cx="1" cy="262"/>
            </a:xfrm>
            <a:prstGeom prst="line">
              <a:avLst/>
            </a:prstGeom>
            <a:ln w="9525" cap="flat" cmpd="sng">
              <a:solidFill>
                <a:srgbClr val="000000"/>
              </a:solidFill>
              <a:prstDash val="solid"/>
              <a:headEnd type="none" w="med" len="med"/>
              <a:tailEnd type="none" w="med" len="med"/>
            </a:ln>
          </p:spPr>
        </p:sp>
        <p:sp>
          <p:nvSpPr>
            <p:cNvPr id="24670" name="Oval 623"/>
            <p:cNvSpPr/>
            <p:nvPr/>
          </p:nvSpPr>
          <p:spPr>
            <a:xfrm>
              <a:off x="2596" y="2509"/>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71" name="Oval 624"/>
            <p:cNvSpPr/>
            <p:nvPr/>
          </p:nvSpPr>
          <p:spPr>
            <a:xfrm>
              <a:off x="2591" y="2801"/>
              <a:ext cx="39" cy="34"/>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72" name="Oval 625"/>
            <p:cNvSpPr/>
            <p:nvPr/>
          </p:nvSpPr>
          <p:spPr>
            <a:xfrm>
              <a:off x="3251" y="2509"/>
              <a:ext cx="38" cy="34"/>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73" name="Oval 626"/>
            <p:cNvSpPr/>
            <p:nvPr/>
          </p:nvSpPr>
          <p:spPr>
            <a:xfrm>
              <a:off x="3246" y="2799"/>
              <a:ext cx="39" cy="35"/>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74" name="Oval 627"/>
            <p:cNvSpPr/>
            <p:nvPr/>
          </p:nvSpPr>
          <p:spPr>
            <a:xfrm>
              <a:off x="3920" y="2509"/>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75" name="Oval 628"/>
            <p:cNvSpPr/>
            <p:nvPr/>
          </p:nvSpPr>
          <p:spPr>
            <a:xfrm>
              <a:off x="3921" y="2800"/>
              <a:ext cx="39" cy="34"/>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676" name="Line 629"/>
            <p:cNvSpPr/>
            <p:nvPr/>
          </p:nvSpPr>
          <p:spPr>
            <a:xfrm>
              <a:off x="5353" y="2511"/>
              <a:ext cx="0" cy="847"/>
            </a:xfrm>
            <a:prstGeom prst="line">
              <a:avLst/>
            </a:prstGeom>
            <a:ln w="9525" cap="flat" cmpd="sng">
              <a:solidFill>
                <a:srgbClr val="000000"/>
              </a:solidFill>
              <a:prstDash val="solid"/>
              <a:headEnd type="none" w="med" len="med"/>
              <a:tailEnd type="none" w="med" len="med"/>
            </a:ln>
          </p:spPr>
        </p:sp>
        <p:sp>
          <p:nvSpPr>
            <p:cNvPr id="24677" name="Line 630"/>
            <p:cNvSpPr/>
            <p:nvPr/>
          </p:nvSpPr>
          <p:spPr>
            <a:xfrm>
              <a:off x="502" y="2819"/>
              <a:ext cx="4703" cy="0"/>
            </a:xfrm>
            <a:prstGeom prst="line">
              <a:avLst/>
            </a:prstGeom>
            <a:ln w="9525" cap="flat" cmpd="sng">
              <a:solidFill>
                <a:srgbClr val="000000"/>
              </a:solidFill>
              <a:prstDash val="solid"/>
              <a:headEnd type="none" w="med" len="med"/>
              <a:tailEnd type="none" w="med" len="med"/>
            </a:ln>
          </p:spPr>
        </p:sp>
        <p:sp>
          <p:nvSpPr>
            <p:cNvPr id="24678" name="Line 631"/>
            <p:cNvSpPr/>
            <p:nvPr/>
          </p:nvSpPr>
          <p:spPr>
            <a:xfrm flipH="1">
              <a:off x="853" y="2512"/>
              <a:ext cx="0" cy="846"/>
            </a:xfrm>
            <a:prstGeom prst="line">
              <a:avLst/>
            </a:prstGeom>
            <a:ln w="9525" cap="flat" cmpd="sng">
              <a:solidFill>
                <a:srgbClr val="000000"/>
              </a:solidFill>
              <a:prstDash val="solid"/>
              <a:headEnd type="none" w="med" len="med"/>
              <a:tailEnd type="none" w="med" len="med"/>
            </a:ln>
          </p:spPr>
        </p:sp>
        <p:sp>
          <p:nvSpPr>
            <p:cNvPr id="24679" name="Line 632"/>
            <p:cNvSpPr/>
            <p:nvPr/>
          </p:nvSpPr>
          <p:spPr>
            <a:xfrm>
              <a:off x="1468" y="2511"/>
              <a:ext cx="0" cy="847"/>
            </a:xfrm>
            <a:prstGeom prst="line">
              <a:avLst/>
            </a:prstGeom>
            <a:ln w="9525" cap="flat" cmpd="sng">
              <a:solidFill>
                <a:srgbClr val="000000"/>
              </a:solidFill>
              <a:prstDash val="solid"/>
              <a:headEnd type="none" w="med" len="med"/>
              <a:tailEnd type="none" w="med" len="med"/>
            </a:ln>
          </p:spPr>
        </p:sp>
        <p:sp>
          <p:nvSpPr>
            <p:cNvPr id="24680" name="Line 633"/>
            <p:cNvSpPr/>
            <p:nvPr/>
          </p:nvSpPr>
          <p:spPr>
            <a:xfrm>
              <a:off x="2162" y="2512"/>
              <a:ext cx="0" cy="846"/>
            </a:xfrm>
            <a:prstGeom prst="line">
              <a:avLst/>
            </a:prstGeom>
            <a:ln w="9525" cap="flat" cmpd="sng">
              <a:solidFill>
                <a:srgbClr val="000000"/>
              </a:solidFill>
              <a:prstDash val="solid"/>
              <a:headEnd type="none" w="med" len="med"/>
              <a:tailEnd type="none" w="med" len="med"/>
            </a:ln>
          </p:spPr>
        </p:sp>
        <p:sp>
          <p:nvSpPr>
            <p:cNvPr id="24681" name="Line 634"/>
            <p:cNvSpPr/>
            <p:nvPr/>
          </p:nvSpPr>
          <p:spPr>
            <a:xfrm flipH="1">
              <a:off x="2796" y="2512"/>
              <a:ext cx="0" cy="846"/>
            </a:xfrm>
            <a:prstGeom prst="line">
              <a:avLst/>
            </a:prstGeom>
            <a:ln w="9525" cap="flat" cmpd="sng">
              <a:solidFill>
                <a:srgbClr val="000000"/>
              </a:solidFill>
              <a:prstDash val="solid"/>
              <a:headEnd type="none" w="med" len="med"/>
              <a:tailEnd type="none" w="med" len="med"/>
            </a:ln>
          </p:spPr>
        </p:sp>
        <p:sp>
          <p:nvSpPr>
            <p:cNvPr id="24682" name="Line 635"/>
            <p:cNvSpPr/>
            <p:nvPr/>
          </p:nvSpPr>
          <p:spPr>
            <a:xfrm>
              <a:off x="3450" y="2511"/>
              <a:ext cx="0" cy="847"/>
            </a:xfrm>
            <a:prstGeom prst="line">
              <a:avLst/>
            </a:prstGeom>
            <a:ln w="9525" cap="flat" cmpd="sng">
              <a:solidFill>
                <a:srgbClr val="000000"/>
              </a:solidFill>
              <a:prstDash val="solid"/>
              <a:headEnd type="none" w="med" len="med"/>
              <a:tailEnd type="none" w="med" len="med"/>
            </a:ln>
          </p:spPr>
        </p:sp>
        <p:sp>
          <p:nvSpPr>
            <p:cNvPr id="24683" name="Line 636"/>
            <p:cNvSpPr/>
            <p:nvPr/>
          </p:nvSpPr>
          <p:spPr>
            <a:xfrm>
              <a:off x="4125" y="2511"/>
              <a:ext cx="0" cy="847"/>
            </a:xfrm>
            <a:prstGeom prst="line">
              <a:avLst/>
            </a:prstGeom>
            <a:ln w="9525" cap="flat" cmpd="sng">
              <a:solidFill>
                <a:srgbClr val="000000"/>
              </a:solidFill>
              <a:prstDash val="solid"/>
              <a:headEnd type="none" w="med" len="med"/>
              <a:tailEnd type="none" w="med" len="med"/>
            </a:ln>
          </p:spPr>
        </p:sp>
        <p:sp>
          <p:nvSpPr>
            <p:cNvPr id="24684" name="Line 637"/>
            <p:cNvSpPr/>
            <p:nvPr/>
          </p:nvSpPr>
          <p:spPr>
            <a:xfrm flipH="1">
              <a:off x="4739" y="2511"/>
              <a:ext cx="0" cy="847"/>
            </a:xfrm>
            <a:prstGeom prst="line">
              <a:avLst/>
            </a:prstGeom>
            <a:ln w="9525" cap="flat" cmpd="sng">
              <a:solidFill>
                <a:srgbClr val="000000"/>
              </a:solidFill>
              <a:prstDash val="solid"/>
              <a:headEnd type="none" w="med" len="med"/>
              <a:tailEnd type="none" w="med" len="med"/>
            </a:ln>
          </p:spPr>
        </p:sp>
        <p:sp>
          <p:nvSpPr>
            <p:cNvPr id="24685" name="Rectangle 638"/>
            <p:cNvSpPr/>
            <p:nvPr/>
          </p:nvSpPr>
          <p:spPr>
            <a:xfrm>
              <a:off x="330" y="3031"/>
              <a:ext cx="368" cy="189"/>
            </a:xfrm>
            <a:prstGeom prst="rect">
              <a:avLst/>
            </a:prstGeom>
            <a:solidFill>
              <a:srgbClr val="CC99FF"/>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a:spcBef>
                  <a:spcPct val="0"/>
                </a:spcBef>
                <a:buClrTx/>
                <a:buSzTx/>
                <a:buFontTx/>
                <a:buNone/>
              </a:pPr>
              <a:r>
                <a:rPr lang="en-US" altLang="zh-CN" sz="2000" dirty="0">
                  <a:latin typeface="Times New Roman" panose="02020603050405020304" pitchFamily="18" charset="0"/>
                </a:rPr>
                <a:t>1</a:t>
              </a:r>
              <a:endParaRPr lang="en-US" altLang="zh-CN" sz="4000" dirty="0">
                <a:latin typeface="Times New Roman" panose="02020603050405020304" pitchFamily="18" charset="0"/>
              </a:endParaRPr>
            </a:p>
          </p:txBody>
        </p:sp>
        <p:sp>
          <p:nvSpPr>
            <p:cNvPr id="24686" name="Line 639"/>
            <p:cNvSpPr/>
            <p:nvPr/>
          </p:nvSpPr>
          <p:spPr>
            <a:xfrm>
              <a:off x="514" y="3223"/>
              <a:ext cx="0" cy="120"/>
            </a:xfrm>
            <a:prstGeom prst="line">
              <a:avLst/>
            </a:prstGeom>
            <a:ln w="9525" cap="flat" cmpd="sng">
              <a:solidFill>
                <a:srgbClr val="000000"/>
              </a:solidFill>
              <a:prstDash val="solid"/>
              <a:headEnd type="none" w="med" len="med"/>
              <a:tailEnd type="none" w="med" len="med"/>
            </a:ln>
          </p:spPr>
        </p:sp>
        <p:sp>
          <p:nvSpPr>
            <p:cNvPr id="24687" name="Line 640"/>
            <p:cNvSpPr/>
            <p:nvPr/>
          </p:nvSpPr>
          <p:spPr>
            <a:xfrm>
              <a:off x="205" y="1890"/>
              <a:ext cx="1" cy="677"/>
            </a:xfrm>
            <a:prstGeom prst="line">
              <a:avLst/>
            </a:prstGeom>
            <a:ln w="9525" cap="flat" cmpd="sng">
              <a:solidFill>
                <a:srgbClr val="000000"/>
              </a:solidFill>
              <a:prstDash val="solid"/>
              <a:headEnd type="none" w="med" len="med"/>
              <a:tailEnd type="none" w="med" len="med"/>
            </a:ln>
          </p:spPr>
        </p:sp>
        <p:sp>
          <p:nvSpPr>
            <p:cNvPr id="24688" name="Rectangle 641"/>
            <p:cNvSpPr/>
            <p:nvPr/>
          </p:nvSpPr>
          <p:spPr>
            <a:xfrm>
              <a:off x="22" y="2570"/>
              <a:ext cx="368" cy="189"/>
            </a:xfrm>
            <a:prstGeom prst="rect">
              <a:avLst/>
            </a:prstGeom>
            <a:solidFill>
              <a:srgbClr val="CC99FF"/>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a:spcBef>
                  <a:spcPct val="0"/>
                </a:spcBef>
                <a:buClrTx/>
                <a:buSzTx/>
                <a:buFontTx/>
                <a:buNone/>
              </a:pPr>
              <a:r>
                <a:rPr lang="en-US" altLang="zh-CN" sz="2000" dirty="0">
                  <a:latin typeface="Times New Roman" panose="02020603050405020304" pitchFamily="18" charset="0"/>
                </a:rPr>
                <a:t>1</a:t>
              </a:r>
              <a:endParaRPr lang="en-US" altLang="zh-CN" sz="4000" dirty="0">
                <a:latin typeface="Times New Roman" panose="02020603050405020304" pitchFamily="18" charset="0"/>
              </a:endParaRPr>
            </a:p>
          </p:txBody>
        </p:sp>
        <p:sp>
          <p:nvSpPr>
            <p:cNvPr id="24689" name="Line 642"/>
            <p:cNvSpPr/>
            <p:nvPr/>
          </p:nvSpPr>
          <p:spPr>
            <a:xfrm>
              <a:off x="205" y="2772"/>
              <a:ext cx="1" cy="597"/>
            </a:xfrm>
            <a:prstGeom prst="line">
              <a:avLst/>
            </a:prstGeom>
            <a:ln w="9525" cap="flat" cmpd="sng">
              <a:solidFill>
                <a:srgbClr val="000000"/>
              </a:solidFill>
              <a:prstDash val="solid"/>
              <a:headEnd type="none" w="med" len="med"/>
              <a:tailEnd type="none" w="med" len="med"/>
            </a:ln>
          </p:spPr>
        </p:sp>
        <p:sp>
          <p:nvSpPr>
            <p:cNvPr id="24690" name="Text Box 643"/>
            <p:cNvSpPr txBox="1"/>
            <p:nvPr/>
          </p:nvSpPr>
          <p:spPr>
            <a:xfrm>
              <a:off x="760" y="3407"/>
              <a:ext cx="246" cy="189"/>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2000" dirty="0">
                  <a:latin typeface="Times New Roman" panose="02020603050405020304" pitchFamily="18" charset="0"/>
                </a:rPr>
                <a:t>1</a:t>
              </a:r>
              <a:r>
                <a:rPr lang="en-US" altLang="zh-CN" sz="2000" i="1" dirty="0">
                  <a:latin typeface="Times New Roman" panose="02020603050405020304" pitchFamily="18" charset="0"/>
                </a:rPr>
                <a:t>D</a:t>
              </a:r>
              <a:endParaRPr lang="en-US" altLang="zh-CN" sz="4000" dirty="0">
                <a:latin typeface="Times New Roman" panose="02020603050405020304" pitchFamily="18" charset="0"/>
              </a:endParaRPr>
            </a:p>
          </p:txBody>
        </p:sp>
        <p:sp>
          <p:nvSpPr>
            <p:cNvPr id="24691" name="Text Box 644"/>
            <p:cNvSpPr txBox="1"/>
            <p:nvPr/>
          </p:nvSpPr>
          <p:spPr>
            <a:xfrm>
              <a:off x="1364" y="3416"/>
              <a:ext cx="245" cy="189"/>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2000" dirty="0">
                  <a:latin typeface="Times New Roman" panose="02020603050405020304" pitchFamily="18" charset="0"/>
                </a:rPr>
                <a:t>2</a:t>
              </a:r>
              <a:r>
                <a:rPr lang="en-US" altLang="zh-CN" sz="2000" i="1" dirty="0">
                  <a:latin typeface="Times New Roman" panose="02020603050405020304" pitchFamily="18" charset="0"/>
                </a:rPr>
                <a:t>D</a:t>
              </a:r>
              <a:endParaRPr lang="en-US" altLang="zh-CN" sz="4000" dirty="0">
                <a:latin typeface="Times New Roman" panose="02020603050405020304" pitchFamily="18" charset="0"/>
              </a:endParaRPr>
            </a:p>
          </p:txBody>
        </p:sp>
        <p:sp>
          <p:nvSpPr>
            <p:cNvPr id="24692" name="Text Box 645"/>
            <p:cNvSpPr txBox="1"/>
            <p:nvPr/>
          </p:nvSpPr>
          <p:spPr>
            <a:xfrm>
              <a:off x="2080" y="3416"/>
              <a:ext cx="245" cy="189"/>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2000" dirty="0">
                  <a:latin typeface="Times New Roman" panose="02020603050405020304" pitchFamily="18" charset="0"/>
                </a:rPr>
                <a:t>3</a:t>
              </a:r>
              <a:r>
                <a:rPr lang="en-US" altLang="zh-CN" sz="2000" i="1" dirty="0">
                  <a:latin typeface="Times New Roman" panose="02020603050405020304" pitchFamily="18" charset="0"/>
                </a:rPr>
                <a:t>D</a:t>
              </a:r>
              <a:endParaRPr lang="en-US" altLang="zh-CN" sz="4000" dirty="0">
                <a:latin typeface="Times New Roman" panose="02020603050405020304" pitchFamily="18" charset="0"/>
              </a:endParaRPr>
            </a:p>
          </p:txBody>
        </p:sp>
        <p:sp>
          <p:nvSpPr>
            <p:cNvPr id="24693" name="Text Box 646"/>
            <p:cNvSpPr txBox="1"/>
            <p:nvPr/>
          </p:nvSpPr>
          <p:spPr>
            <a:xfrm>
              <a:off x="2704" y="3416"/>
              <a:ext cx="245" cy="189"/>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2000" dirty="0">
                  <a:latin typeface="Times New Roman" panose="02020603050405020304" pitchFamily="18" charset="0"/>
                </a:rPr>
                <a:t>4</a:t>
              </a:r>
              <a:r>
                <a:rPr lang="en-US" altLang="zh-CN" sz="2000" i="1" dirty="0">
                  <a:latin typeface="Times New Roman" panose="02020603050405020304" pitchFamily="18" charset="0"/>
                </a:rPr>
                <a:t>D</a:t>
              </a:r>
              <a:endParaRPr lang="en-US" altLang="zh-CN" sz="4000" dirty="0">
                <a:latin typeface="Times New Roman" panose="02020603050405020304" pitchFamily="18" charset="0"/>
              </a:endParaRPr>
            </a:p>
          </p:txBody>
        </p:sp>
        <p:sp>
          <p:nvSpPr>
            <p:cNvPr id="24694" name="Text Box 647"/>
            <p:cNvSpPr txBox="1"/>
            <p:nvPr/>
          </p:nvSpPr>
          <p:spPr>
            <a:xfrm>
              <a:off x="3338" y="3416"/>
              <a:ext cx="245" cy="189"/>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2000" dirty="0">
                  <a:latin typeface="Times New Roman" panose="02020603050405020304" pitchFamily="18" charset="0"/>
                </a:rPr>
                <a:t>5</a:t>
              </a:r>
              <a:r>
                <a:rPr lang="en-US" altLang="zh-CN" sz="2000" i="1" dirty="0">
                  <a:latin typeface="Times New Roman" panose="02020603050405020304" pitchFamily="18" charset="0"/>
                </a:rPr>
                <a:t>D</a:t>
              </a:r>
              <a:endParaRPr lang="en-US" altLang="zh-CN" sz="4000" dirty="0">
                <a:latin typeface="Times New Roman" panose="02020603050405020304" pitchFamily="18" charset="0"/>
              </a:endParaRPr>
            </a:p>
          </p:txBody>
        </p:sp>
        <p:sp>
          <p:nvSpPr>
            <p:cNvPr id="24695" name="Text Box 648"/>
            <p:cNvSpPr txBox="1"/>
            <p:nvPr/>
          </p:nvSpPr>
          <p:spPr>
            <a:xfrm>
              <a:off x="4044" y="3407"/>
              <a:ext cx="245" cy="189"/>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2000" dirty="0">
                  <a:latin typeface="Times New Roman" panose="02020603050405020304" pitchFamily="18" charset="0"/>
                </a:rPr>
                <a:t>6</a:t>
              </a:r>
              <a:r>
                <a:rPr lang="en-US" altLang="zh-CN" sz="2000" i="1" dirty="0">
                  <a:latin typeface="Times New Roman" panose="02020603050405020304" pitchFamily="18" charset="0"/>
                </a:rPr>
                <a:t>D</a:t>
              </a:r>
              <a:endParaRPr lang="en-US" altLang="zh-CN" sz="4000" dirty="0">
                <a:latin typeface="Times New Roman" panose="02020603050405020304" pitchFamily="18" charset="0"/>
              </a:endParaRPr>
            </a:p>
          </p:txBody>
        </p:sp>
        <p:sp>
          <p:nvSpPr>
            <p:cNvPr id="24696" name="Text Box 649"/>
            <p:cNvSpPr txBox="1"/>
            <p:nvPr/>
          </p:nvSpPr>
          <p:spPr>
            <a:xfrm>
              <a:off x="4647" y="3404"/>
              <a:ext cx="246" cy="188"/>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2000" dirty="0">
                  <a:latin typeface="Times New Roman" panose="02020603050405020304" pitchFamily="18" charset="0"/>
                </a:rPr>
                <a:t>7</a:t>
              </a:r>
              <a:r>
                <a:rPr lang="en-US" altLang="zh-CN" sz="2000" i="1" dirty="0">
                  <a:latin typeface="Times New Roman" panose="02020603050405020304" pitchFamily="18" charset="0"/>
                </a:rPr>
                <a:t>D</a:t>
              </a:r>
              <a:endParaRPr lang="en-US" altLang="zh-CN" sz="4000" dirty="0">
                <a:latin typeface="Times New Roman" panose="02020603050405020304" pitchFamily="18" charset="0"/>
              </a:endParaRPr>
            </a:p>
          </p:txBody>
        </p:sp>
        <p:sp>
          <p:nvSpPr>
            <p:cNvPr id="24697" name="Text Box 650"/>
            <p:cNvSpPr txBox="1"/>
            <p:nvPr/>
          </p:nvSpPr>
          <p:spPr>
            <a:xfrm>
              <a:off x="5261" y="3385"/>
              <a:ext cx="245" cy="189"/>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2000" dirty="0">
                  <a:latin typeface="Times New Roman" panose="02020603050405020304" pitchFamily="18" charset="0"/>
                </a:rPr>
                <a:t>8</a:t>
              </a:r>
              <a:r>
                <a:rPr lang="en-US" altLang="zh-CN" sz="2000" i="1" dirty="0">
                  <a:latin typeface="Times New Roman" panose="02020603050405020304" pitchFamily="18" charset="0"/>
                </a:rPr>
                <a:t>D</a:t>
              </a:r>
              <a:endParaRPr lang="en-US" altLang="zh-CN" sz="4000" dirty="0">
                <a:latin typeface="Times New Roman" panose="02020603050405020304" pitchFamily="18" charset="0"/>
              </a:endParaRPr>
            </a:p>
          </p:txBody>
        </p:sp>
        <p:sp>
          <p:nvSpPr>
            <p:cNvPr id="24698" name="Text Box 651"/>
            <p:cNvSpPr txBox="1"/>
            <p:nvPr/>
          </p:nvSpPr>
          <p:spPr>
            <a:xfrm>
              <a:off x="422" y="3407"/>
              <a:ext cx="245" cy="189"/>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just">
                <a:spcBef>
                  <a:spcPct val="0"/>
                </a:spcBef>
                <a:buClrTx/>
                <a:buSzTx/>
                <a:buFontTx/>
                <a:buNone/>
              </a:pPr>
              <a:r>
                <a:rPr lang="en-US" altLang="zh-CN" sz="2000" i="1" dirty="0">
                  <a:latin typeface="Times New Roman" panose="02020603050405020304" pitchFamily="18" charset="0"/>
                </a:rPr>
                <a:t>CP</a:t>
              </a:r>
              <a:endParaRPr lang="en-US" altLang="zh-CN" sz="4000" dirty="0">
                <a:latin typeface="Times New Roman" panose="02020603050405020304" pitchFamily="18" charset="0"/>
              </a:endParaRPr>
            </a:p>
          </p:txBody>
        </p:sp>
        <p:sp>
          <p:nvSpPr>
            <p:cNvPr id="24699" name="Line 653"/>
            <p:cNvSpPr/>
            <p:nvPr/>
          </p:nvSpPr>
          <p:spPr>
            <a:xfrm>
              <a:off x="1395" y="1177"/>
              <a:ext cx="0" cy="283"/>
            </a:xfrm>
            <a:prstGeom prst="line">
              <a:avLst/>
            </a:prstGeom>
            <a:ln w="9525" cap="flat" cmpd="sng">
              <a:solidFill>
                <a:srgbClr val="000000"/>
              </a:solidFill>
              <a:prstDash val="solid"/>
              <a:headEnd type="none" w="med" len="med"/>
              <a:tailEnd type="none" w="med" len="med"/>
            </a:ln>
          </p:spPr>
        </p:sp>
        <p:grpSp>
          <p:nvGrpSpPr>
            <p:cNvPr id="24700" name="Group 654"/>
            <p:cNvGrpSpPr/>
            <p:nvPr/>
          </p:nvGrpSpPr>
          <p:grpSpPr>
            <a:xfrm>
              <a:off x="1241" y="2451"/>
              <a:ext cx="89" cy="51"/>
              <a:chOff x="1709" y="8982"/>
              <a:chExt cx="131" cy="84"/>
            </a:xfrm>
          </p:grpSpPr>
          <p:sp>
            <p:nvSpPr>
              <p:cNvPr id="24733" name="Line 655"/>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24734" name="Line 656"/>
              <p:cNvSpPr/>
              <p:nvPr/>
            </p:nvSpPr>
            <p:spPr>
              <a:xfrm>
                <a:off x="1768" y="8982"/>
                <a:ext cx="72" cy="84"/>
              </a:xfrm>
              <a:prstGeom prst="line">
                <a:avLst/>
              </a:prstGeom>
              <a:ln w="9525" cap="flat" cmpd="sng">
                <a:solidFill>
                  <a:srgbClr val="000000"/>
                </a:solidFill>
                <a:prstDash val="solid"/>
                <a:headEnd type="none" w="med" len="med"/>
                <a:tailEnd type="none" w="med" len="med"/>
              </a:ln>
            </p:spPr>
          </p:sp>
        </p:grpSp>
        <p:grpSp>
          <p:nvGrpSpPr>
            <p:cNvPr id="24701" name="Group 657"/>
            <p:cNvGrpSpPr/>
            <p:nvPr/>
          </p:nvGrpSpPr>
          <p:grpSpPr>
            <a:xfrm>
              <a:off x="1912" y="2454"/>
              <a:ext cx="89" cy="51"/>
              <a:chOff x="1709" y="8982"/>
              <a:chExt cx="131" cy="84"/>
            </a:xfrm>
          </p:grpSpPr>
          <p:sp>
            <p:nvSpPr>
              <p:cNvPr id="24731" name="Line 658"/>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24732" name="Line 659"/>
              <p:cNvSpPr/>
              <p:nvPr/>
            </p:nvSpPr>
            <p:spPr>
              <a:xfrm>
                <a:off x="1768" y="8982"/>
                <a:ext cx="72" cy="84"/>
              </a:xfrm>
              <a:prstGeom prst="line">
                <a:avLst/>
              </a:prstGeom>
              <a:ln w="9525" cap="flat" cmpd="sng">
                <a:solidFill>
                  <a:srgbClr val="000000"/>
                </a:solidFill>
                <a:prstDash val="solid"/>
                <a:headEnd type="none" w="med" len="med"/>
                <a:tailEnd type="none" w="med" len="med"/>
              </a:ln>
            </p:spPr>
          </p:sp>
        </p:grpSp>
        <p:grpSp>
          <p:nvGrpSpPr>
            <p:cNvPr id="24702" name="Group 660"/>
            <p:cNvGrpSpPr/>
            <p:nvPr/>
          </p:nvGrpSpPr>
          <p:grpSpPr>
            <a:xfrm>
              <a:off x="2572" y="2455"/>
              <a:ext cx="89" cy="51"/>
              <a:chOff x="1709" y="8982"/>
              <a:chExt cx="131" cy="84"/>
            </a:xfrm>
          </p:grpSpPr>
          <p:sp>
            <p:nvSpPr>
              <p:cNvPr id="24729" name="Line 661"/>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24730" name="Line 662"/>
              <p:cNvSpPr/>
              <p:nvPr/>
            </p:nvSpPr>
            <p:spPr>
              <a:xfrm>
                <a:off x="1768" y="8982"/>
                <a:ext cx="72" cy="84"/>
              </a:xfrm>
              <a:prstGeom prst="line">
                <a:avLst/>
              </a:prstGeom>
              <a:ln w="9525" cap="flat" cmpd="sng">
                <a:solidFill>
                  <a:srgbClr val="000000"/>
                </a:solidFill>
                <a:prstDash val="solid"/>
                <a:headEnd type="none" w="med" len="med"/>
                <a:tailEnd type="none" w="med" len="med"/>
              </a:ln>
            </p:spPr>
          </p:sp>
        </p:grpSp>
        <p:grpSp>
          <p:nvGrpSpPr>
            <p:cNvPr id="24703" name="Group 663"/>
            <p:cNvGrpSpPr/>
            <p:nvPr/>
          </p:nvGrpSpPr>
          <p:grpSpPr>
            <a:xfrm>
              <a:off x="3221" y="2454"/>
              <a:ext cx="90" cy="51"/>
              <a:chOff x="1709" y="8982"/>
              <a:chExt cx="131" cy="84"/>
            </a:xfrm>
          </p:grpSpPr>
          <p:sp>
            <p:nvSpPr>
              <p:cNvPr id="24727" name="Line 664"/>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24728" name="Line 665"/>
              <p:cNvSpPr/>
              <p:nvPr/>
            </p:nvSpPr>
            <p:spPr>
              <a:xfrm>
                <a:off x="1768" y="8982"/>
                <a:ext cx="72" cy="84"/>
              </a:xfrm>
              <a:prstGeom prst="line">
                <a:avLst/>
              </a:prstGeom>
              <a:ln w="9525" cap="flat" cmpd="sng">
                <a:solidFill>
                  <a:srgbClr val="000000"/>
                </a:solidFill>
                <a:prstDash val="solid"/>
                <a:headEnd type="none" w="med" len="med"/>
                <a:tailEnd type="none" w="med" len="med"/>
              </a:ln>
            </p:spPr>
          </p:sp>
        </p:grpSp>
        <p:grpSp>
          <p:nvGrpSpPr>
            <p:cNvPr id="24704" name="Group 666"/>
            <p:cNvGrpSpPr/>
            <p:nvPr/>
          </p:nvGrpSpPr>
          <p:grpSpPr>
            <a:xfrm>
              <a:off x="603" y="2450"/>
              <a:ext cx="89" cy="51"/>
              <a:chOff x="1709" y="8982"/>
              <a:chExt cx="131" cy="84"/>
            </a:xfrm>
          </p:grpSpPr>
          <p:sp>
            <p:nvSpPr>
              <p:cNvPr id="24725" name="Line 667"/>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24726" name="Line 668"/>
              <p:cNvSpPr/>
              <p:nvPr/>
            </p:nvSpPr>
            <p:spPr>
              <a:xfrm>
                <a:off x="1768" y="8982"/>
                <a:ext cx="72" cy="84"/>
              </a:xfrm>
              <a:prstGeom prst="line">
                <a:avLst/>
              </a:prstGeom>
              <a:ln w="9525" cap="flat" cmpd="sng">
                <a:solidFill>
                  <a:srgbClr val="000000"/>
                </a:solidFill>
                <a:prstDash val="solid"/>
                <a:headEnd type="none" w="med" len="med"/>
                <a:tailEnd type="none" w="med" len="med"/>
              </a:ln>
            </p:spPr>
          </p:sp>
        </p:grpSp>
        <p:grpSp>
          <p:nvGrpSpPr>
            <p:cNvPr id="24705" name="Group 669"/>
            <p:cNvGrpSpPr/>
            <p:nvPr/>
          </p:nvGrpSpPr>
          <p:grpSpPr>
            <a:xfrm>
              <a:off x="5152" y="2456"/>
              <a:ext cx="90" cy="51"/>
              <a:chOff x="1709" y="8982"/>
              <a:chExt cx="131" cy="84"/>
            </a:xfrm>
          </p:grpSpPr>
          <p:sp>
            <p:nvSpPr>
              <p:cNvPr id="24723" name="Line 670"/>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24724" name="Line 671"/>
              <p:cNvSpPr/>
              <p:nvPr/>
            </p:nvSpPr>
            <p:spPr>
              <a:xfrm>
                <a:off x="1768" y="8982"/>
                <a:ext cx="72" cy="84"/>
              </a:xfrm>
              <a:prstGeom prst="line">
                <a:avLst/>
              </a:prstGeom>
              <a:ln w="9525" cap="flat" cmpd="sng">
                <a:solidFill>
                  <a:srgbClr val="000000"/>
                </a:solidFill>
                <a:prstDash val="solid"/>
                <a:headEnd type="none" w="med" len="med"/>
                <a:tailEnd type="none" w="med" len="med"/>
              </a:ln>
            </p:spPr>
          </p:sp>
        </p:grpSp>
        <p:grpSp>
          <p:nvGrpSpPr>
            <p:cNvPr id="24706" name="Group 672"/>
            <p:cNvGrpSpPr/>
            <p:nvPr/>
          </p:nvGrpSpPr>
          <p:grpSpPr>
            <a:xfrm>
              <a:off x="4536" y="2456"/>
              <a:ext cx="89" cy="51"/>
              <a:chOff x="1709" y="8982"/>
              <a:chExt cx="131" cy="84"/>
            </a:xfrm>
          </p:grpSpPr>
          <p:sp>
            <p:nvSpPr>
              <p:cNvPr id="24721" name="Line 673"/>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24722" name="Line 674"/>
              <p:cNvSpPr/>
              <p:nvPr/>
            </p:nvSpPr>
            <p:spPr>
              <a:xfrm>
                <a:off x="1768" y="8982"/>
                <a:ext cx="72" cy="84"/>
              </a:xfrm>
              <a:prstGeom prst="line">
                <a:avLst/>
              </a:prstGeom>
              <a:ln w="9525" cap="flat" cmpd="sng">
                <a:solidFill>
                  <a:srgbClr val="000000"/>
                </a:solidFill>
                <a:prstDash val="solid"/>
                <a:headEnd type="none" w="med" len="med"/>
                <a:tailEnd type="none" w="med" len="med"/>
              </a:ln>
            </p:spPr>
          </p:sp>
        </p:grpSp>
        <p:grpSp>
          <p:nvGrpSpPr>
            <p:cNvPr id="24707" name="Group 675"/>
            <p:cNvGrpSpPr/>
            <p:nvPr/>
          </p:nvGrpSpPr>
          <p:grpSpPr>
            <a:xfrm>
              <a:off x="3892" y="2456"/>
              <a:ext cx="90" cy="51"/>
              <a:chOff x="1709" y="8982"/>
              <a:chExt cx="131" cy="84"/>
            </a:xfrm>
          </p:grpSpPr>
          <p:sp>
            <p:nvSpPr>
              <p:cNvPr id="24719" name="Line 676"/>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24720" name="Line 677"/>
              <p:cNvSpPr/>
              <p:nvPr/>
            </p:nvSpPr>
            <p:spPr>
              <a:xfrm>
                <a:off x="1768" y="8982"/>
                <a:ext cx="72" cy="84"/>
              </a:xfrm>
              <a:prstGeom prst="line">
                <a:avLst/>
              </a:prstGeom>
              <a:ln w="9525" cap="flat" cmpd="sng">
                <a:solidFill>
                  <a:srgbClr val="000000"/>
                </a:solidFill>
                <a:prstDash val="solid"/>
                <a:headEnd type="none" w="med" len="med"/>
                <a:tailEnd type="none" w="med" len="med"/>
              </a:ln>
            </p:spPr>
          </p:sp>
        </p:grpSp>
        <p:sp>
          <p:nvSpPr>
            <p:cNvPr id="24708" name="Oval 678"/>
            <p:cNvSpPr/>
            <p:nvPr/>
          </p:nvSpPr>
          <p:spPr>
            <a:xfrm>
              <a:off x="485" y="2994"/>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709" name="Oval 679"/>
            <p:cNvSpPr/>
            <p:nvPr/>
          </p:nvSpPr>
          <p:spPr>
            <a:xfrm>
              <a:off x="186" y="2760"/>
              <a:ext cx="39" cy="35"/>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48504" name="Text Box 696"/>
            <p:cNvSpPr txBox="1">
              <a:spLocks noChangeArrowheads="1"/>
            </p:cNvSpPr>
            <p:nvPr/>
          </p:nvSpPr>
          <p:spPr bwMode="auto">
            <a:xfrm>
              <a:off x="964" y="3927"/>
              <a:ext cx="3683" cy="284"/>
            </a:xfrm>
            <a:prstGeom prst="rect">
              <a:avLst/>
            </a:prstGeom>
            <a:noFill/>
            <a:ln>
              <a:noFill/>
            </a:ln>
          </p:spPr>
          <p:txBody>
            <a:bodyPr wrap="none"/>
            <a:lstStyle/>
            <a:p>
              <a:pPr marR="0" algn="ctr" defTabSz="914400">
                <a:buClrTx/>
                <a:buSzTx/>
                <a:buFontTx/>
                <a:buNone/>
                <a:defRPr/>
              </a:pPr>
              <a:r>
                <a:rPr kumimoji="0" lang="en-US" altLang="zh-CN" sz="3200" b="1" kern="1200" cap="none" spc="0" normalizeH="0" baseline="0" noProof="0" dirty="0">
                  <a:solidFill>
                    <a:srgbClr val="FF33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74LS373</a:t>
              </a:r>
              <a:r>
                <a:rPr kumimoji="0" lang="zh-CN" altLang="en-US" sz="3200" b="1" kern="1200" cap="none" spc="0" normalizeH="0" baseline="0" noProof="0" dirty="0">
                  <a:solidFill>
                    <a:srgbClr val="FF33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rPr>
                <a:t>：八位并行数码锁存器（寄存器）逻辑图</a:t>
              </a:r>
              <a:endParaRPr kumimoji="0" lang="zh-CN" altLang="en-US" sz="3200" b="1" kern="1200" cap="none" spc="0" normalizeH="0" baseline="0" noProof="0" dirty="0">
                <a:solidFill>
                  <a:srgbClr val="FF3300"/>
                </a:solidFill>
                <a:effectLst>
                  <a:outerShdw blurRad="38100" dist="38100" dir="2700000">
                    <a:srgbClr val="000000"/>
                  </a:outerShdw>
                </a:effectLst>
                <a:latin typeface="Times New Roman" panose="02020603050405020304" pitchFamily="18" charset="0"/>
                <a:ea typeface="宋体" panose="02010600030101010101" pitchFamily="2" charset="-122"/>
                <a:cs typeface="+mn-cs"/>
              </a:endParaRPr>
            </a:p>
          </p:txBody>
        </p:sp>
        <p:sp>
          <p:nvSpPr>
            <p:cNvPr id="24711" name="Rectangle 543"/>
            <p:cNvSpPr/>
            <p:nvPr/>
          </p:nvSpPr>
          <p:spPr>
            <a:xfrm>
              <a:off x="566" y="1471"/>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a:lnSpc>
                  <a:spcPct val="96000"/>
                </a:lnSpc>
                <a:spcBef>
                  <a:spcPct val="0"/>
                </a:spcBef>
                <a:buClrTx/>
                <a:buSzTx/>
                <a:buFontTx/>
                <a:buNone/>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pPr marL="0" lvl="0" indent="0">
                <a:spcBef>
                  <a:spcPct val="0"/>
                </a:spcBef>
                <a:buClrTx/>
                <a:buSzTx/>
                <a:buFontTx/>
                <a:buNone/>
              </a:pPr>
              <a:endParaRPr lang="en-US" altLang="zh-CN" sz="4000" dirty="0">
                <a:latin typeface="Times New Roman" panose="02020603050405020304" pitchFamily="18" charset="0"/>
              </a:endParaRPr>
            </a:p>
          </p:txBody>
        </p:sp>
        <p:sp>
          <p:nvSpPr>
            <p:cNvPr id="24712" name="Rectangle 700"/>
            <p:cNvSpPr/>
            <p:nvPr/>
          </p:nvSpPr>
          <p:spPr>
            <a:xfrm>
              <a:off x="1201" y="1471"/>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a:lnSpc>
                  <a:spcPct val="96000"/>
                </a:lnSpc>
                <a:spcBef>
                  <a:spcPct val="0"/>
                </a:spcBef>
                <a:buClrTx/>
                <a:buSzTx/>
                <a:buFontTx/>
                <a:buNone/>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pPr marL="0" lvl="0" indent="0">
                <a:spcBef>
                  <a:spcPct val="0"/>
                </a:spcBef>
                <a:buClrTx/>
                <a:buSzTx/>
                <a:buFontTx/>
                <a:buNone/>
              </a:pPr>
              <a:endParaRPr lang="en-US" altLang="zh-CN" sz="4000" dirty="0">
                <a:latin typeface="Times New Roman" panose="02020603050405020304" pitchFamily="18" charset="0"/>
              </a:endParaRPr>
            </a:p>
          </p:txBody>
        </p:sp>
        <p:sp>
          <p:nvSpPr>
            <p:cNvPr id="24713" name="Rectangle 703"/>
            <p:cNvSpPr/>
            <p:nvPr/>
          </p:nvSpPr>
          <p:spPr>
            <a:xfrm>
              <a:off x="1891" y="1480"/>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a:lnSpc>
                  <a:spcPct val="96000"/>
                </a:lnSpc>
                <a:spcBef>
                  <a:spcPct val="0"/>
                </a:spcBef>
                <a:buClrTx/>
                <a:buSzTx/>
                <a:buFontTx/>
                <a:buNone/>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pPr marL="0" lvl="0" indent="0">
                <a:spcBef>
                  <a:spcPct val="0"/>
                </a:spcBef>
                <a:buClrTx/>
                <a:buSzTx/>
                <a:buFontTx/>
                <a:buNone/>
              </a:pPr>
              <a:endParaRPr lang="en-US" altLang="zh-CN" sz="4000" dirty="0">
                <a:latin typeface="Times New Roman" panose="02020603050405020304" pitchFamily="18" charset="0"/>
              </a:endParaRPr>
            </a:p>
          </p:txBody>
        </p:sp>
        <p:sp>
          <p:nvSpPr>
            <p:cNvPr id="24714" name="Rectangle 706"/>
            <p:cNvSpPr/>
            <p:nvPr/>
          </p:nvSpPr>
          <p:spPr>
            <a:xfrm>
              <a:off x="2562" y="1471"/>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a:lnSpc>
                  <a:spcPct val="96000"/>
                </a:lnSpc>
                <a:spcBef>
                  <a:spcPct val="0"/>
                </a:spcBef>
                <a:buClrTx/>
                <a:buSzTx/>
                <a:buFontTx/>
                <a:buNone/>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pPr marL="0" lvl="0" indent="0">
                <a:spcBef>
                  <a:spcPct val="0"/>
                </a:spcBef>
                <a:buClrTx/>
                <a:buSzTx/>
                <a:buFontTx/>
                <a:buNone/>
              </a:pPr>
              <a:endParaRPr lang="en-US" altLang="zh-CN" sz="4000" dirty="0">
                <a:latin typeface="Times New Roman" panose="02020603050405020304" pitchFamily="18" charset="0"/>
              </a:endParaRPr>
            </a:p>
          </p:txBody>
        </p:sp>
        <p:sp>
          <p:nvSpPr>
            <p:cNvPr id="24715" name="Rectangle 709"/>
            <p:cNvSpPr/>
            <p:nvPr/>
          </p:nvSpPr>
          <p:spPr>
            <a:xfrm>
              <a:off x="3197" y="1471"/>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a:lnSpc>
                  <a:spcPct val="96000"/>
                </a:lnSpc>
                <a:spcBef>
                  <a:spcPct val="0"/>
                </a:spcBef>
                <a:buClrTx/>
                <a:buSzTx/>
                <a:buFontTx/>
                <a:buNone/>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pPr marL="0" lvl="0" indent="0">
                <a:spcBef>
                  <a:spcPct val="0"/>
                </a:spcBef>
                <a:buClrTx/>
                <a:buSzTx/>
                <a:buFontTx/>
                <a:buNone/>
              </a:pPr>
              <a:endParaRPr lang="en-US" altLang="zh-CN" sz="4000" dirty="0">
                <a:latin typeface="Times New Roman" panose="02020603050405020304" pitchFamily="18" charset="0"/>
              </a:endParaRPr>
            </a:p>
          </p:txBody>
        </p:sp>
        <p:sp>
          <p:nvSpPr>
            <p:cNvPr id="24716" name="Rectangle 712"/>
            <p:cNvSpPr/>
            <p:nvPr/>
          </p:nvSpPr>
          <p:spPr>
            <a:xfrm>
              <a:off x="3842" y="1471"/>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a:lnSpc>
                  <a:spcPct val="96000"/>
                </a:lnSpc>
                <a:spcBef>
                  <a:spcPct val="0"/>
                </a:spcBef>
                <a:buClrTx/>
                <a:buSzTx/>
                <a:buFontTx/>
                <a:buNone/>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pPr marL="0" lvl="0" indent="0">
                <a:spcBef>
                  <a:spcPct val="0"/>
                </a:spcBef>
                <a:buClrTx/>
                <a:buSzTx/>
                <a:buFontTx/>
                <a:buNone/>
              </a:pPr>
              <a:endParaRPr lang="en-US" altLang="zh-CN" sz="4000" dirty="0">
                <a:latin typeface="Times New Roman" panose="02020603050405020304" pitchFamily="18" charset="0"/>
              </a:endParaRPr>
            </a:p>
          </p:txBody>
        </p:sp>
        <p:sp>
          <p:nvSpPr>
            <p:cNvPr id="24717" name="Rectangle 715"/>
            <p:cNvSpPr/>
            <p:nvPr/>
          </p:nvSpPr>
          <p:spPr>
            <a:xfrm>
              <a:off x="4477" y="1480"/>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a:lnSpc>
                  <a:spcPct val="96000"/>
                </a:lnSpc>
                <a:spcBef>
                  <a:spcPct val="0"/>
                </a:spcBef>
                <a:buClrTx/>
                <a:buSzTx/>
                <a:buFontTx/>
                <a:buNone/>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pPr marL="0" lvl="0" indent="0">
                <a:spcBef>
                  <a:spcPct val="0"/>
                </a:spcBef>
                <a:buClrTx/>
                <a:buSzTx/>
                <a:buFontTx/>
                <a:buNone/>
              </a:pPr>
              <a:endParaRPr lang="en-US" altLang="zh-CN" sz="4000" dirty="0">
                <a:latin typeface="Times New Roman" panose="02020603050405020304" pitchFamily="18" charset="0"/>
              </a:endParaRPr>
            </a:p>
          </p:txBody>
        </p:sp>
        <p:sp>
          <p:nvSpPr>
            <p:cNvPr id="24718" name="Rectangle 718"/>
            <p:cNvSpPr/>
            <p:nvPr/>
          </p:nvSpPr>
          <p:spPr>
            <a:xfrm>
              <a:off x="5102" y="1471"/>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a:lnSpc>
                  <a:spcPct val="96000"/>
                </a:lnSpc>
                <a:spcBef>
                  <a:spcPct val="0"/>
                </a:spcBef>
                <a:buClrTx/>
                <a:buSzTx/>
                <a:buFontTx/>
                <a:buNone/>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pPr marL="0" lvl="0" indent="0">
                <a:spcBef>
                  <a:spcPct val="0"/>
                </a:spcBef>
                <a:buClrTx/>
                <a:buSzTx/>
                <a:buFontTx/>
                <a:buNone/>
              </a:pPr>
              <a:endParaRPr lang="en-US" altLang="zh-CN" sz="4000" dirty="0">
                <a:latin typeface="Times New Roman" panose="02020603050405020304" pitchFamily="18" charset="0"/>
              </a:endParaRPr>
            </a:p>
          </p:txBody>
        </p:sp>
      </p:grpSp>
      <p:graphicFrame>
        <p:nvGraphicFramePr>
          <p:cNvPr id="24579" name="Object 721"/>
          <p:cNvGraphicFramePr>
            <a:graphicFrameLocks noChangeAspect="1"/>
          </p:cNvGraphicFramePr>
          <p:nvPr/>
        </p:nvGraphicFramePr>
        <p:xfrm>
          <a:off x="250825" y="4889500"/>
          <a:ext cx="311150" cy="358775"/>
        </p:xfrm>
        <a:graphic>
          <a:graphicData uri="http://schemas.openxmlformats.org/presentationml/2006/ole">
            <mc:AlternateContent xmlns:mc="http://schemas.openxmlformats.org/markup-compatibility/2006">
              <mc:Choice xmlns:v="urn:schemas-microsoft-com:vml" Requires="v">
                <p:oleObj spid="_x0000_s2" name="" r:id="rId1" imgW="139700" imgH="152400" progId="Equation.3">
                  <p:embed/>
                </p:oleObj>
              </mc:Choice>
              <mc:Fallback>
                <p:oleObj name="" r:id="rId1" imgW="139700" imgH="152400" progId="Equation.3">
                  <p:embed/>
                  <p:pic>
                    <p:nvPicPr>
                      <p:cNvPr id="0" name="图片 3075"/>
                      <p:cNvPicPr/>
                      <p:nvPr/>
                    </p:nvPicPr>
                    <p:blipFill>
                      <a:blip r:embed="rId2"/>
                      <a:stretch>
                        <a:fillRect/>
                      </a:stretch>
                    </p:blipFill>
                    <p:spPr>
                      <a:xfrm>
                        <a:off x="250825" y="4889500"/>
                        <a:ext cx="311150" cy="358775"/>
                      </a:xfrm>
                      <a:prstGeom prst="rect">
                        <a:avLst/>
                      </a:prstGeom>
                      <a:noFill/>
                      <a:ln w="38100">
                        <a:noFill/>
                        <a:miter/>
                      </a:ln>
                    </p:spPr>
                  </p:pic>
                </p:oleObj>
              </mc:Fallback>
            </mc:AlternateContent>
          </a:graphicData>
        </a:graphic>
      </p:graphicFrame>
      <p:sp>
        <p:nvSpPr>
          <p:cNvPr id="3" name="矩形 2"/>
          <p:cNvSpPr/>
          <p:nvPr/>
        </p:nvSpPr>
        <p:spPr>
          <a:xfrm>
            <a:off x="2932113" y="2586038"/>
            <a:ext cx="822325" cy="1049338"/>
          </a:xfrm>
          <a:prstGeom prst="rect">
            <a:avLst/>
          </a:prstGeom>
          <a:solidFill>
            <a:srgbClr val="FF0000">
              <a:alpha val="27000"/>
            </a:srgbClr>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spd="med">
    <p:zo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5100" y="1273175"/>
            <a:ext cx="6115050" cy="5135563"/>
            <a:chOff x="76" y="985"/>
            <a:chExt cx="3852" cy="3235"/>
          </a:xfrm>
        </p:grpSpPr>
        <p:sp>
          <p:nvSpPr>
            <p:cNvPr id="25623" name="圆角矩形标注 286723" descr="羊皮纸"/>
            <p:cNvSpPr/>
            <p:nvPr/>
          </p:nvSpPr>
          <p:spPr>
            <a:xfrm>
              <a:off x="3352" y="2293"/>
              <a:ext cx="576" cy="384"/>
            </a:xfrm>
            <a:prstGeom prst="wedgeRoundRectCallout">
              <a:avLst>
                <a:gd name="adj1" fmla="val -81597"/>
                <a:gd name="adj2" fmla="val -17185"/>
                <a:gd name="adj3" fmla="val 16667"/>
              </a:avLst>
            </a:prstGeom>
            <a:blipFill rotWithShape="1">
              <a:blip r:embed="rId1"/>
            </a:blipFill>
            <a:ln w="38100" cap="flat" cmpd="sng">
              <a:solidFill>
                <a:srgbClr val="FFFF00"/>
              </a:solidFill>
              <a:prstDash val="solid"/>
              <a:miter/>
              <a:headEnd type="none" w="med" len="med"/>
              <a:tailEnd type="none" w="sm" len="lg"/>
            </a:ln>
          </p:spPr>
          <p:txBody>
            <a:bodyPr lIns="90000" tIns="46800" rIns="90000" bIns="4680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1600" dirty="0">
                  <a:latin typeface="Times New Roman" panose="02020603050405020304" pitchFamily="18" charset="0"/>
                </a:rPr>
                <a:t>置”</a:t>
              </a:r>
              <a:r>
                <a:rPr lang="en-US" altLang="zh-CN" sz="1600" dirty="0">
                  <a:latin typeface="Times New Roman" panose="02020603050405020304" pitchFamily="18" charset="0"/>
                </a:rPr>
                <a:t>1”</a:t>
              </a:r>
              <a:r>
                <a:rPr lang="zh-CN" altLang="en-US" sz="1600" dirty="0">
                  <a:latin typeface="Times New Roman" panose="02020603050405020304" pitchFamily="18" charset="0"/>
                </a:rPr>
                <a:t>维持线</a:t>
              </a:r>
              <a:endParaRPr lang="zh-CN" altLang="en-US" sz="1600" dirty="0">
                <a:latin typeface="Times New Roman" panose="02020603050405020304" pitchFamily="18" charset="0"/>
              </a:endParaRPr>
            </a:p>
          </p:txBody>
        </p:sp>
        <p:sp>
          <p:nvSpPr>
            <p:cNvPr id="25624" name="圆角矩形标注 286724" descr="羊皮纸"/>
            <p:cNvSpPr/>
            <p:nvPr/>
          </p:nvSpPr>
          <p:spPr>
            <a:xfrm>
              <a:off x="1733" y="3836"/>
              <a:ext cx="576" cy="384"/>
            </a:xfrm>
            <a:prstGeom prst="wedgeRoundRectCallout">
              <a:avLst>
                <a:gd name="adj1" fmla="val -6421"/>
                <a:gd name="adj2" fmla="val -159634"/>
                <a:gd name="adj3" fmla="val 16667"/>
              </a:avLst>
            </a:prstGeom>
            <a:blipFill rotWithShape="1">
              <a:blip r:embed="rId1"/>
            </a:blipFill>
            <a:ln w="38100" cap="flat" cmpd="sng">
              <a:solidFill>
                <a:srgbClr val="FFFF00"/>
              </a:solidFill>
              <a:prstDash val="solid"/>
              <a:miter/>
              <a:headEnd type="none" w="med" len="med"/>
              <a:tailEnd type="none" w="sm" len="lg"/>
            </a:ln>
          </p:spPr>
          <p:txBody>
            <a:bodyPr lIns="90000" tIns="46800" rIns="90000" bIns="4680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1600" dirty="0">
                  <a:latin typeface="Times New Roman" panose="02020603050405020304" pitchFamily="18" charset="0"/>
                </a:rPr>
                <a:t>置”</a:t>
              </a:r>
              <a:r>
                <a:rPr lang="en-US" altLang="zh-CN" sz="1600" dirty="0">
                  <a:latin typeface="Times New Roman" panose="02020603050405020304" pitchFamily="18" charset="0"/>
                </a:rPr>
                <a:t>1”</a:t>
              </a:r>
              <a:r>
                <a:rPr lang="zh-CN" altLang="en-US" sz="1600" dirty="0">
                  <a:latin typeface="Times New Roman" panose="02020603050405020304" pitchFamily="18" charset="0"/>
                </a:rPr>
                <a:t>阻塞线</a:t>
              </a:r>
              <a:endParaRPr lang="zh-CN" altLang="en-US" sz="1600" dirty="0">
                <a:latin typeface="Times New Roman" panose="02020603050405020304" pitchFamily="18" charset="0"/>
              </a:endParaRPr>
            </a:p>
          </p:txBody>
        </p:sp>
        <p:sp>
          <p:nvSpPr>
            <p:cNvPr id="25625" name="圆角矩形标注 286725" descr="羊皮纸"/>
            <p:cNvSpPr/>
            <p:nvPr/>
          </p:nvSpPr>
          <p:spPr>
            <a:xfrm>
              <a:off x="1554" y="2090"/>
              <a:ext cx="576" cy="384"/>
            </a:xfrm>
            <a:prstGeom prst="wedgeRoundRectCallout">
              <a:avLst>
                <a:gd name="adj1" fmla="val 14236"/>
                <a:gd name="adj2" fmla="val 104167"/>
                <a:gd name="adj3" fmla="val 16667"/>
              </a:avLst>
            </a:prstGeom>
            <a:blipFill rotWithShape="1">
              <a:blip r:embed="rId1"/>
            </a:blipFill>
            <a:ln w="38100" cap="flat" cmpd="sng">
              <a:solidFill>
                <a:srgbClr val="FFFF00"/>
              </a:solidFill>
              <a:prstDash val="solid"/>
              <a:miter/>
              <a:headEnd type="none" w="med" len="med"/>
              <a:tailEnd type="none" w="sm" len="lg"/>
            </a:ln>
          </p:spPr>
          <p:txBody>
            <a:bodyPr lIns="90000" tIns="46800" rIns="90000" bIns="4680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1600" dirty="0">
                  <a:latin typeface="Times New Roman" panose="02020603050405020304" pitchFamily="18" charset="0"/>
                </a:rPr>
                <a:t>置”</a:t>
              </a:r>
              <a:r>
                <a:rPr lang="en-US" altLang="zh-CN" sz="1600" dirty="0">
                  <a:latin typeface="Times New Roman" panose="02020603050405020304" pitchFamily="18" charset="0"/>
                </a:rPr>
                <a:t>0”</a:t>
              </a:r>
              <a:r>
                <a:rPr lang="zh-CN" altLang="en-US" sz="1600" dirty="0">
                  <a:latin typeface="Times New Roman" panose="02020603050405020304" pitchFamily="18" charset="0"/>
                </a:rPr>
                <a:t>阻塞线</a:t>
              </a:r>
              <a:endParaRPr lang="zh-CN" altLang="en-US" sz="1600" dirty="0">
                <a:latin typeface="Times New Roman" panose="02020603050405020304" pitchFamily="18" charset="0"/>
              </a:endParaRPr>
            </a:p>
          </p:txBody>
        </p:sp>
        <p:sp>
          <p:nvSpPr>
            <p:cNvPr id="25626" name="圆角矩形标注 286726" descr="羊皮纸"/>
            <p:cNvSpPr/>
            <p:nvPr/>
          </p:nvSpPr>
          <p:spPr>
            <a:xfrm>
              <a:off x="76" y="2302"/>
              <a:ext cx="576" cy="384"/>
            </a:xfrm>
            <a:prstGeom prst="wedgeRoundRectCallout">
              <a:avLst>
                <a:gd name="adj1" fmla="val 82815"/>
                <a:gd name="adj2" fmla="val 4949"/>
                <a:gd name="adj3" fmla="val 16667"/>
              </a:avLst>
            </a:prstGeom>
            <a:blipFill rotWithShape="1">
              <a:blip r:embed="rId1"/>
            </a:blipFill>
            <a:ln w="38100" cap="flat" cmpd="sng">
              <a:solidFill>
                <a:srgbClr val="FFFF00"/>
              </a:solidFill>
              <a:prstDash val="solid"/>
              <a:miter/>
              <a:headEnd type="none" w="med" len="med"/>
              <a:tailEnd type="none" w="sm" len="lg"/>
            </a:ln>
          </p:spPr>
          <p:txBody>
            <a:bodyPr lIns="90000" tIns="46800" rIns="90000" bIns="4680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1600" dirty="0">
                  <a:latin typeface="Times New Roman" panose="02020603050405020304" pitchFamily="18" charset="0"/>
                </a:rPr>
                <a:t>置”</a:t>
              </a:r>
              <a:r>
                <a:rPr lang="en-US" altLang="zh-CN" sz="1600" dirty="0">
                  <a:latin typeface="Times New Roman" panose="02020603050405020304" pitchFamily="18" charset="0"/>
                </a:rPr>
                <a:t>0”</a:t>
              </a:r>
              <a:r>
                <a:rPr lang="zh-CN" altLang="en-US" sz="1600" dirty="0">
                  <a:latin typeface="Times New Roman" panose="02020603050405020304" pitchFamily="18" charset="0"/>
                </a:rPr>
                <a:t>维持线</a:t>
              </a:r>
              <a:endParaRPr lang="zh-CN" altLang="en-US" sz="1600" dirty="0">
                <a:latin typeface="Times New Roman" panose="02020603050405020304" pitchFamily="18" charset="0"/>
              </a:endParaRPr>
            </a:p>
            <a:p>
              <a:pPr marL="0" lvl="0" indent="0" algn="ctr" eaLnBrk="1" hangingPunct="1">
                <a:spcBef>
                  <a:spcPct val="0"/>
                </a:spcBef>
                <a:buClrTx/>
                <a:buSzTx/>
                <a:buFontTx/>
                <a:buNone/>
              </a:pPr>
              <a:endParaRPr lang="zh-CN" altLang="en-US" sz="1600" dirty="0">
                <a:latin typeface="Times New Roman" panose="02020603050405020304" pitchFamily="18" charset="0"/>
              </a:endParaRPr>
            </a:p>
          </p:txBody>
        </p:sp>
        <p:grpSp>
          <p:nvGrpSpPr>
            <p:cNvPr id="25627" name="组合 286727"/>
            <p:cNvGrpSpPr/>
            <p:nvPr/>
          </p:nvGrpSpPr>
          <p:grpSpPr>
            <a:xfrm>
              <a:off x="413" y="985"/>
              <a:ext cx="3321" cy="2866"/>
              <a:chOff x="413" y="985"/>
              <a:chExt cx="3321" cy="2866"/>
            </a:xfrm>
          </p:grpSpPr>
          <p:sp>
            <p:nvSpPr>
              <p:cNvPr id="25628" name="任意多边形 286728"/>
              <p:cNvSpPr/>
              <p:nvPr/>
            </p:nvSpPr>
            <p:spPr>
              <a:xfrm>
                <a:off x="1099" y="2675"/>
                <a:ext cx="1445" cy="333"/>
              </a:xfrm>
              <a:custGeom>
                <a:avLst/>
                <a:gdLst/>
                <a:ahLst/>
                <a:cxnLst>
                  <a:cxn ang="0">
                    <a:pos x="0" y="107955"/>
                  </a:cxn>
                  <a:cxn ang="0">
                    <a:pos x="0" y="1287946"/>
                  </a:cxn>
                  <a:cxn ang="0">
                    <a:pos x="9090" y="1287946"/>
                  </a:cxn>
                  <a:cxn ang="0">
                    <a:pos x="9090" y="0"/>
                  </a:cxn>
                </a:cxnLst>
                <a:rect l="0" t="0" r="0" b="0"/>
                <a:pathLst>
                  <a:path w="1178" h="133">
                    <a:moveTo>
                      <a:pt x="0" y="11"/>
                    </a:moveTo>
                    <a:lnTo>
                      <a:pt x="0" y="133"/>
                    </a:lnTo>
                    <a:lnTo>
                      <a:pt x="1178" y="133"/>
                    </a:lnTo>
                    <a:lnTo>
                      <a:pt x="1178" y="0"/>
                    </a:lnTo>
                  </a:path>
                </a:pathLst>
              </a:custGeom>
              <a:noFill/>
              <a:ln w="38100" cap="flat" cmpd="sng">
                <a:solidFill>
                  <a:srgbClr val="3333FF">
                    <a:alpha val="100000"/>
                  </a:srgbClr>
                </a:solidFill>
                <a:prstDash val="solid"/>
                <a:round/>
                <a:headEnd type="none" w="med" len="med"/>
                <a:tailEnd type="none" w="med" len="med"/>
              </a:ln>
            </p:spPr>
            <p:txBody>
              <a:bodyPr/>
              <a:lstStyle/>
              <a:p>
                <a:endParaRPr lang="zh-CN" altLang="en-US"/>
              </a:p>
            </p:txBody>
          </p:sp>
          <p:sp>
            <p:nvSpPr>
              <p:cNvPr id="25629" name="任意多边形 286729"/>
              <p:cNvSpPr/>
              <p:nvPr/>
            </p:nvSpPr>
            <p:spPr>
              <a:xfrm>
                <a:off x="1457" y="1387"/>
                <a:ext cx="1245" cy="683"/>
              </a:xfrm>
              <a:custGeom>
                <a:avLst/>
                <a:gdLst/>
                <a:ahLst/>
                <a:cxnLst>
                  <a:cxn ang="0">
                    <a:pos x="0" y="114"/>
                  </a:cxn>
                  <a:cxn ang="0">
                    <a:pos x="0" y="165"/>
                  </a:cxn>
                  <a:cxn ang="0">
                    <a:pos x="1599" y="165"/>
                  </a:cxn>
                  <a:cxn ang="0">
                    <a:pos x="3909" y="0"/>
                  </a:cxn>
                  <a:cxn ang="0">
                    <a:pos x="6020" y="0"/>
                  </a:cxn>
                </a:cxnLst>
                <a:rect l="0" t="0" r="0" b="0"/>
                <a:pathLst>
                  <a:path w="1045" h="800">
                    <a:moveTo>
                      <a:pt x="0" y="556"/>
                    </a:moveTo>
                    <a:lnTo>
                      <a:pt x="0" y="800"/>
                    </a:lnTo>
                    <a:lnTo>
                      <a:pt x="278" y="800"/>
                    </a:lnTo>
                    <a:lnTo>
                      <a:pt x="678" y="0"/>
                    </a:lnTo>
                    <a:lnTo>
                      <a:pt x="1045" y="0"/>
                    </a:lnTo>
                  </a:path>
                </a:pathLst>
              </a:custGeom>
              <a:noFill/>
              <a:ln w="38100" cap="flat" cmpd="sng">
                <a:solidFill>
                  <a:srgbClr val="3333FF">
                    <a:alpha val="100000"/>
                  </a:srgbClr>
                </a:solidFill>
                <a:prstDash val="solid"/>
                <a:round/>
                <a:headEnd type="none" w="med" len="med"/>
                <a:tailEnd type="none" w="med" len="med"/>
              </a:ln>
            </p:spPr>
            <p:txBody>
              <a:bodyPr/>
              <a:lstStyle/>
              <a:p>
                <a:endParaRPr lang="zh-CN" altLang="en-US"/>
              </a:p>
            </p:txBody>
          </p:sp>
          <p:sp>
            <p:nvSpPr>
              <p:cNvPr id="25630" name="任意多边形 286730"/>
              <p:cNvSpPr/>
              <p:nvPr/>
            </p:nvSpPr>
            <p:spPr>
              <a:xfrm flipH="1">
                <a:off x="1264" y="1394"/>
                <a:ext cx="1297" cy="689"/>
              </a:xfrm>
              <a:custGeom>
                <a:avLst/>
                <a:gdLst/>
                <a:ahLst/>
                <a:cxnLst>
                  <a:cxn ang="0">
                    <a:pos x="0" y="126"/>
                  </a:cxn>
                  <a:cxn ang="0">
                    <a:pos x="0" y="179"/>
                  </a:cxn>
                  <a:cxn ang="0">
                    <a:pos x="2409" y="179"/>
                  </a:cxn>
                  <a:cxn ang="0">
                    <a:pos x="5883" y="0"/>
                  </a:cxn>
                  <a:cxn ang="0">
                    <a:pos x="9064" y="0"/>
                  </a:cxn>
                </a:cxnLst>
                <a:rect l="0" t="0" r="0" b="0"/>
                <a:pathLst>
                  <a:path w="1045" h="800">
                    <a:moveTo>
                      <a:pt x="0" y="556"/>
                    </a:moveTo>
                    <a:lnTo>
                      <a:pt x="0" y="800"/>
                    </a:lnTo>
                    <a:lnTo>
                      <a:pt x="278" y="800"/>
                    </a:lnTo>
                    <a:lnTo>
                      <a:pt x="678" y="0"/>
                    </a:lnTo>
                    <a:lnTo>
                      <a:pt x="1045" y="0"/>
                    </a:lnTo>
                  </a:path>
                </a:pathLst>
              </a:custGeom>
              <a:noFill/>
              <a:ln w="38100" cap="flat" cmpd="sng">
                <a:solidFill>
                  <a:srgbClr val="3333FF">
                    <a:alpha val="100000"/>
                  </a:srgbClr>
                </a:solidFill>
                <a:prstDash val="solid"/>
                <a:round/>
                <a:headEnd type="none" w="med" len="med"/>
                <a:tailEnd type="none" w="med" len="med"/>
              </a:ln>
            </p:spPr>
            <p:txBody>
              <a:bodyPr/>
              <a:lstStyle/>
              <a:p>
                <a:endParaRPr lang="zh-CN" altLang="en-US"/>
              </a:p>
            </p:txBody>
          </p:sp>
          <p:sp>
            <p:nvSpPr>
              <p:cNvPr id="25631" name="矩形 286731"/>
              <p:cNvSpPr/>
              <p:nvPr/>
            </p:nvSpPr>
            <p:spPr>
              <a:xfrm>
                <a:off x="982" y="1621"/>
                <a:ext cx="589" cy="344"/>
              </a:xfrm>
              <a:prstGeom prst="rect">
                <a:avLst/>
              </a:prstGeom>
              <a:solidFill>
                <a:srgbClr val="CCFFFF"/>
              </a:solidFill>
              <a:ln w="38100" cap="flat" cmpd="sng">
                <a:solidFill>
                  <a:srgbClr val="3333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800" dirty="0">
                  <a:latin typeface="Times New Roman" panose="02020603050405020304" pitchFamily="18" charset="0"/>
                </a:endParaRPr>
              </a:p>
            </p:txBody>
          </p:sp>
          <p:sp>
            <p:nvSpPr>
              <p:cNvPr id="25632" name="矩形 286732"/>
              <p:cNvSpPr/>
              <p:nvPr/>
            </p:nvSpPr>
            <p:spPr>
              <a:xfrm>
                <a:off x="2438" y="1621"/>
                <a:ext cx="589" cy="344"/>
              </a:xfrm>
              <a:prstGeom prst="rect">
                <a:avLst/>
              </a:prstGeom>
              <a:solidFill>
                <a:srgbClr val="CCFFFF"/>
              </a:solidFill>
              <a:ln w="38100" cap="flat" cmpd="sng">
                <a:solidFill>
                  <a:srgbClr val="3333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800" dirty="0">
                  <a:latin typeface="Times New Roman" panose="02020603050405020304" pitchFamily="18" charset="0"/>
                </a:endParaRPr>
              </a:p>
            </p:txBody>
          </p:sp>
          <p:sp>
            <p:nvSpPr>
              <p:cNvPr id="25633" name="椭圆 286733"/>
              <p:cNvSpPr/>
              <p:nvPr/>
            </p:nvSpPr>
            <p:spPr>
              <a:xfrm>
                <a:off x="1232" y="1551"/>
                <a:ext cx="72" cy="72"/>
              </a:xfrm>
              <a:prstGeom prst="ellipse">
                <a:avLst/>
              </a:prstGeom>
              <a:solidFill>
                <a:schemeClr val="bg1"/>
              </a:solidFill>
              <a:ln w="19050" cap="flat" cmpd="sng">
                <a:solidFill>
                  <a:srgbClr val="3333FF"/>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800" dirty="0">
                  <a:latin typeface="Times New Roman" panose="02020603050405020304" pitchFamily="18" charset="0"/>
                </a:endParaRPr>
              </a:p>
            </p:txBody>
          </p:sp>
          <p:sp>
            <p:nvSpPr>
              <p:cNvPr id="25634" name="椭圆 286734"/>
              <p:cNvSpPr/>
              <p:nvPr/>
            </p:nvSpPr>
            <p:spPr>
              <a:xfrm>
                <a:off x="2697" y="1563"/>
                <a:ext cx="72" cy="72"/>
              </a:xfrm>
              <a:prstGeom prst="ellipse">
                <a:avLst/>
              </a:prstGeom>
              <a:solidFill>
                <a:schemeClr val="bg1"/>
              </a:solidFill>
              <a:ln w="19050" cap="flat" cmpd="sng">
                <a:solidFill>
                  <a:srgbClr val="3333FF"/>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800" dirty="0">
                  <a:latin typeface="Times New Roman" panose="02020603050405020304" pitchFamily="18" charset="0"/>
                </a:endParaRPr>
              </a:p>
            </p:txBody>
          </p:sp>
          <p:sp>
            <p:nvSpPr>
              <p:cNvPr id="25635" name="直接连接符 286735"/>
              <p:cNvSpPr/>
              <p:nvPr/>
            </p:nvSpPr>
            <p:spPr>
              <a:xfrm flipV="1">
                <a:off x="1268" y="1209"/>
                <a:ext cx="0" cy="345"/>
              </a:xfrm>
              <a:prstGeom prst="line">
                <a:avLst/>
              </a:prstGeom>
              <a:ln w="38100" cap="flat" cmpd="sng">
                <a:solidFill>
                  <a:srgbClr val="3333FF"/>
                </a:solidFill>
                <a:prstDash val="solid"/>
                <a:headEnd type="none" w="med" len="med"/>
                <a:tailEnd type="none" w="med" len="med"/>
              </a:ln>
            </p:spPr>
          </p:sp>
          <p:sp>
            <p:nvSpPr>
              <p:cNvPr id="25636" name="直接连接符 286736"/>
              <p:cNvSpPr/>
              <p:nvPr/>
            </p:nvSpPr>
            <p:spPr>
              <a:xfrm flipV="1">
                <a:off x="1277" y="1954"/>
                <a:ext cx="0" cy="401"/>
              </a:xfrm>
              <a:prstGeom prst="line">
                <a:avLst/>
              </a:prstGeom>
              <a:ln w="38100" cap="flat" cmpd="sng">
                <a:solidFill>
                  <a:srgbClr val="3333FF"/>
                </a:solidFill>
                <a:prstDash val="solid"/>
                <a:headEnd type="none" w="med" len="med"/>
                <a:tailEnd type="none" w="med" len="med"/>
              </a:ln>
            </p:spPr>
          </p:sp>
          <p:sp>
            <p:nvSpPr>
              <p:cNvPr id="25637" name="直接连接符 286737"/>
              <p:cNvSpPr/>
              <p:nvPr/>
            </p:nvSpPr>
            <p:spPr>
              <a:xfrm flipV="1">
                <a:off x="2728" y="1209"/>
                <a:ext cx="0" cy="345"/>
              </a:xfrm>
              <a:prstGeom prst="line">
                <a:avLst/>
              </a:prstGeom>
              <a:ln w="38100" cap="flat" cmpd="sng">
                <a:solidFill>
                  <a:srgbClr val="3333FF"/>
                </a:solidFill>
                <a:prstDash val="solid"/>
                <a:headEnd type="none" w="med" len="med"/>
                <a:tailEnd type="none" w="med" len="med"/>
              </a:ln>
            </p:spPr>
          </p:sp>
          <p:sp>
            <p:nvSpPr>
              <p:cNvPr id="25638" name="直接连接符 286738"/>
              <p:cNvSpPr/>
              <p:nvPr/>
            </p:nvSpPr>
            <p:spPr>
              <a:xfrm flipV="1">
                <a:off x="2733" y="1954"/>
                <a:ext cx="0" cy="390"/>
              </a:xfrm>
              <a:prstGeom prst="line">
                <a:avLst/>
              </a:prstGeom>
              <a:ln w="38100" cap="flat" cmpd="sng">
                <a:solidFill>
                  <a:srgbClr val="3333FF"/>
                </a:solidFill>
                <a:prstDash val="solid"/>
                <a:headEnd type="none" w="med" len="med"/>
                <a:tailEnd type="none" w="med" len="med"/>
              </a:ln>
            </p:spPr>
          </p:sp>
          <p:sp>
            <p:nvSpPr>
              <p:cNvPr id="25639" name="文本框 286739"/>
              <p:cNvSpPr txBox="1"/>
              <p:nvPr/>
            </p:nvSpPr>
            <p:spPr>
              <a:xfrm>
                <a:off x="1122" y="1637"/>
                <a:ext cx="290" cy="327"/>
              </a:xfrm>
              <a:prstGeom prst="rect">
                <a:avLst/>
              </a:prstGeom>
              <a:noFill/>
              <a:ln w="381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dirty="0">
                    <a:latin typeface="Times New Roman" panose="02020603050405020304" pitchFamily="18" charset="0"/>
                  </a:rPr>
                  <a:t>&amp;</a:t>
                </a:r>
                <a:endParaRPr lang="en-US" altLang="zh-CN" sz="2800" dirty="0">
                  <a:latin typeface="Times New Roman" panose="02020603050405020304" pitchFamily="18" charset="0"/>
                </a:endParaRPr>
              </a:p>
            </p:txBody>
          </p:sp>
          <p:sp>
            <p:nvSpPr>
              <p:cNvPr id="25640" name="文本框 286740"/>
              <p:cNvSpPr txBox="1"/>
              <p:nvPr/>
            </p:nvSpPr>
            <p:spPr>
              <a:xfrm>
                <a:off x="2431" y="1631"/>
                <a:ext cx="290" cy="327"/>
              </a:xfrm>
              <a:prstGeom prst="rect">
                <a:avLst/>
              </a:prstGeom>
              <a:noFill/>
              <a:ln w="381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dirty="0">
                    <a:latin typeface="Times New Roman" panose="02020603050405020304" pitchFamily="18" charset="0"/>
                  </a:rPr>
                  <a:t>&amp;</a:t>
                </a:r>
                <a:endParaRPr lang="en-US" altLang="zh-CN" sz="2800" dirty="0">
                  <a:latin typeface="Times New Roman" panose="02020603050405020304" pitchFamily="18" charset="0"/>
                </a:endParaRPr>
              </a:p>
            </p:txBody>
          </p:sp>
          <p:grpSp>
            <p:nvGrpSpPr>
              <p:cNvPr id="25641" name="组合 286741"/>
              <p:cNvGrpSpPr/>
              <p:nvPr/>
            </p:nvGrpSpPr>
            <p:grpSpPr>
              <a:xfrm>
                <a:off x="862" y="1013"/>
                <a:ext cx="278" cy="327"/>
                <a:chOff x="1086" y="2275"/>
                <a:chExt cx="278" cy="327"/>
              </a:xfrm>
            </p:grpSpPr>
            <p:sp>
              <p:nvSpPr>
                <p:cNvPr id="25695" name="文本框 286742"/>
                <p:cNvSpPr txBox="1"/>
                <p:nvPr/>
              </p:nvSpPr>
              <p:spPr>
                <a:xfrm>
                  <a:off x="1086" y="2275"/>
                  <a:ext cx="278" cy="327"/>
                </a:xfrm>
                <a:prstGeom prst="rect">
                  <a:avLst/>
                </a:prstGeom>
                <a:noFill/>
                <a:ln w="381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i="1" dirty="0">
                      <a:latin typeface="Times New Roman" panose="02020603050405020304" pitchFamily="18" charset="0"/>
                    </a:rPr>
                    <a:t>Q</a:t>
                  </a:r>
                  <a:endParaRPr lang="en-US" altLang="zh-CN" sz="2800" i="1" dirty="0">
                    <a:latin typeface="Times New Roman" panose="02020603050405020304" pitchFamily="18" charset="0"/>
                  </a:endParaRPr>
                </a:p>
              </p:txBody>
            </p:sp>
            <p:sp>
              <p:nvSpPr>
                <p:cNvPr id="25696" name="直接连接符 286743"/>
                <p:cNvSpPr/>
                <p:nvPr/>
              </p:nvSpPr>
              <p:spPr>
                <a:xfrm>
                  <a:off x="1144" y="2322"/>
                  <a:ext cx="155" cy="0"/>
                </a:xfrm>
                <a:prstGeom prst="line">
                  <a:avLst/>
                </a:prstGeom>
                <a:ln w="19050" cap="flat" cmpd="sng">
                  <a:solidFill>
                    <a:schemeClr val="tx1"/>
                  </a:solidFill>
                  <a:prstDash val="solid"/>
                  <a:headEnd type="none" w="med" len="med"/>
                  <a:tailEnd type="none" w="med" len="med"/>
                </a:ln>
              </p:spPr>
            </p:sp>
          </p:grpSp>
          <p:sp>
            <p:nvSpPr>
              <p:cNvPr id="25642" name="椭圆 286744"/>
              <p:cNvSpPr/>
              <p:nvPr/>
            </p:nvSpPr>
            <p:spPr>
              <a:xfrm>
                <a:off x="1227" y="1357"/>
                <a:ext cx="72" cy="72"/>
              </a:xfrm>
              <a:prstGeom prst="ellipse">
                <a:avLst/>
              </a:prstGeom>
              <a:solidFill>
                <a:srgbClr val="3333FF"/>
              </a:solidFill>
              <a:ln w="19050" cap="flat" cmpd="sng">
                <a:solidFill>
                  <a:srgbClr val="3333FF"/>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800" dirty="0">
                  <a:latin typeface="Times New Roman" panose="02020603050405020304" pitchFamily="18" charset="0"/>
                </a:endParaRPr>
              </a:p>
            </p:txBody>
          </p:sp>
          <p:sp>
            <p:nvSpPr>
              <p:cNvPr id="25643" name="椭圆 286745"/>
              <p:cNvSpPr/>
              <p:nvPr/>
            </p:nvSpPr>
            <p:spPr>
              <a:xfrm>
                <a:off x="2692" y="1359"/>
                <a:ext cx="72" cy="72"/>
              </a:xfrm>
              <a:prstGeom prst="ellipse">
                <a:avLst/>
              </a:prstGeom>
              <a:solidFill>
                <a:srgbClr val="3333FF"/>
              </a:solidFill>
              <a:ln w="19050" cap="flat" cmpd="sng">
                <a:solidFill>
                  <a:srgbClr val="3333FF"/>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800" dirty="0">
                  <a:latin typeface="Times New Roman" panose="02020603050405020304" pitchFamily="18" charset="0"/>
                </a:endParaRPr>
              </a:p>
            </p:txBody>
          </p:sp>
          <p:sp>
            <p:nvSpPr>
              <p:cNvPr id="25644" name="文本框 286746"/>
              <p:cNvSpPr txBox="1"/>
              <p:nvPr/>
            </p:nvSpPr>
            <p:spPr>
              <a:xfrm>
                <a:off x="3209" y="1689"/>
                <a:ext cx="338" cy="327"/>
              </a:xfrm>
              <a:prstGeom prst="rect">
                <a:avLst/>
              </a:prstGeom>
              <a:noFill/>
              <a:ln w="381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i="1" dirty="0">
                    <a:latin typeface="Times New Roman" panose="02020603050405020304" pitchFamily="18" charset="0"/>
                  </a:rPr>
                  <a:t>S</a:t>
                </a:r>
                <a:r>
                  <a:rPr lang="en-US" altLang="zh-CN" sz="2800" baseline="-25000" dirty="0">
                    <a:latin typeface="Times New Roman" panose="02020603050405020304" pitchFamily="18" charset="0"/>
                  </a:rPr>
                  <a:t>D</a:t>
                </a:r>
                <a:endParaRPr lang="en-US" altLang="zh-CN" sz="2800" i="1" dirty="0">
                  <a:latin typeface="Times New Roman" panose="02020603050405020304" pitchFamily="18" charset="0"/>
                </a:endParaRPr>
              </a:p>
            </p:txBody>
          </p:sp>
          <p:sp>
            <p:nvSpPr>
              <p:cNvPr id="25645" name="文本框 286747"/>
              <p:cNvSpPr txBox="1"/>
              <p:nvPr/>
            </p:nvSpPr>
            <p:spPr>
              <a:xfrm>
                <a:off x="2924" y="985"/>
                <a:ext cx="278" cy="327"/>
              </a:xfrm>
              <a:prstGeom prst="rect">
                <a:avLst/>
              </a:prstGeom>
              <a:noFill/>
              <a:ln w="381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i="1" dirty="0">
                    <a:latin typeface="Times New Roman" panose="02020603050405020304" pitchFamily="18" charset="0"/>
                  </a:rPr>
                  <a:t>Q</a:t>
                </a:r>
                <a:endParaRPr lang="en-US" altLang="zh-CN" sz="2800" i="1" dirty="0">
                  <a:latin typeface="Times New Roman" panose="02020603050405020304" pitchFamily="18" charset="0"/>
                </a:endParaRPr>
              </a:p>
            </p:txBody>
          </p:sp>
          <p:sp>
            <p:nvSpPr>
              <p:cNvPr id="25646" name="矩形 286748"/>
              <p:cNvSpPr/>
              <p:nvPr/>
            </p:nvSpPr>
            <p:spPr>
              <a:xfrm>
                <a:off x="989" y="2376"/>
                <a:ext cx="589" cy="344"/>
              </a:xfrm>
              <a:prstGeom prst="rect">
                <a:avLst/>
              </a:prstGeom>
              <a:solidFill>
                <a:srgbClr val="CCFFFF"/>
              </a:solidFill>
              <a:ln w="38100" cap="flat" cmpd="sng">
                <a:solidFill>
                  <a:srgbClr val="3333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800" dirty="0">
                  <a:latin typeface="Times New Roman" panose="02020603050405020304" pitchFamily="18" charset="0"/>
                </a:endParaRPr>
              </a:p>
            </p:txBody>
          </p:sp>
          <p:sp>
            <p:nvSpPr>
              <p:cNvPr id="25647" name="文本框 286749"/>
              <p:cNvSpPr txBox="1"/>
              <p:nvPr/>
            </p:nvSpPr>
            <p:spPr>
              <a:xfrm>
                <a:off x="1143" y="2386"/>
                <a:ext cx="290" cy="327"/>
              </a:xfrm>
              <a:prstGeom prst="rect">
                <a:avLst/>
              </a:prstGeom>
              <a:noFill/>
              <a:ln w="381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dirty="0">
                    <a:latin typeface="Times New Roman" panose="02020603050405020304" pitchFamily="18" charset="0"/>
                  </a:rPr>
                  <a:t>&amp;</a:t>
                </a:r>
                <a:endParaRPr lang="en-US" altLang="zh-CN" sz="2800" dirty="0">
                  <a:latin typeface="Times New Roman" panose="02020603050405020304" pitchFamily="18" charset="0"/>
                </a:endParaRPr>
              </a:p>
            </p:txBody>
          </p:sp>
          <p:sp>
            <p:nvSpPr>
              <p:cNvPr id="25648" name="椭圆 286750"/>
              <p:cNvSpPr/>
              <p:nvPr/>
            </p:nvSpPr>
            <p:spPr>
              <a:xfrm>
                <a:off x="1241" y="2317"/>
                <a:ext cx="72" cy="72"/>
              </a:xfrm>
              <a:prstGeom prst="ellipse">
                <a:avLst/>
              </a:prstGeom>
              <a:solidFill>
                <a:schemeClr val="bg1"/>
              </a:solidFill>
              <a:ln w="19050" cap="flat" cmpd="sng">
                <a:solidFill>
                  <a:srgbClr val="3333FF"/>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800" dirty="0">
                  <a:latin typeface="Times New Roman" panose="02020603050405020304" pitchFamily="18" charset="0"/>
                </a:endParaRPr>
              </a:p>
            </p:txBody>
          </p:sp>
          <p:sp>
            <p:nvSpPr>
              <p:cNvPr id="25649" name="矩形 286751"/>
              <p:cNvSpPr/>
              <p:nvPr/>
            </p:nvSpPr>
            <p:spPr>
              <a:xfrm>
                <a:off x="2438" y="2379"/>
                <a:ext cx="589" cy="344"/>
              </a:xfrm>
              <a:prstGeom prst="rect">
                <a:avLst/>
              </a:prstGeom>
              <a:solidFill>
                <a:srgbClr val="CCFFFF"/>
              </a:solidFill>
              <a:ln w="38100" cap="flat" cmpd="sng">
                <a:solidFill>
                  <a:srgbClr val="3333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800" dirty="0">
                  <a:latin typeface="Times New Roman" panose="02020603050405020304" pitchFamily="18" charset="0"/>
                </a:endParaRPr>
              </a:p>
            </p:txBody>
          </p:sp>
          <p:sp>
            <p:nvSpPr>
              <p:cNvPr id="25650" name="文本框 286752"/>
              <p:cNvSpPr txBox="1"/>
              <p:nvPr/>
            </p:nvSpPr>
            <p:spPr>
              <a:xfrm>
                <a:off x="2588" y="2386"/>
                <a:ext cx="290" cy="327"/>
              </a:xfrm>
              <a:prstGeom prst="rect">
                <a:avLst/>
              </a:prstGeom>
              <a:noFill/>
              <a:ln w="381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dirty="0">
                    <a:latin typeface="Times New Roman" panose="02020603050405020304" pitchFamily="18" charset="0"/>
                  </a:rPr>
                  <a:t>&amp;</a:t>
                </a:r>
                <a:endParaRPr lang="en-US" altLang="zh-CN" sz="2800" dirty="0">
                  <a:latin typeface="Times New Roman" panose="02020603050405020304" pitchFamily="18" charset="0"/>
                </a:endParaRPr>
              </a:p>
            </p:txBody>
          </p:sp>
          <p:sp>
            <p:nvSpPr>
              <p:cNvPr id="25651" name="椭圆 286753"/>
              <p:cNvSpPr/>
              <p:nvPr/>
            </p:nvSpPr>
            <p:spPr>
              <a:xfrm>
                <a:off x="2686" y="2317"/>
                <a:ext cx="72" cy="72"/>
              </a:xfrm>
              <a:prstGeom prst="ellipse">
                <a:avLst/>
              </a:prstGeom>
              <a:solidFill>
                <a:schemeClr val="bg1"/>
              </a:solidFill>
              <a:ln w="19050" cap="flat" cmpd="sng">
                <a:solidFill>
                  <a:srgbClr val="3333FF"/>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800" dirty="0">
                  <a:latin typeface="Times New Roman" panose="02020603050405020304" pitchFamily="18" charset="0"/>
                </a:endParaRPr>
              </a:p>
            </p:txBody>
          </p:sp>
          <p:sp>
            <p:nvSpPr>
              <p:cNvPr id="25652" name="直接连接符 286754"/>
              <p:cNvSpPr/>
              <p:nvPr/>
            </p:nvSpPr>
            <p:spPr>
              <a:xfrm rot="5400000" flipH="1" flipV="1">
                <a:off x="3074" y="2478"/>
                <a:ext cx="12" cy="1038"/>
              </a:xfrm>
              <a:prstGeom prst="line">
                <a:avLst/>
              </a:prstGeom>
              <a:ln w="38100" cap="flat" cmpd="sng">
                <a:solidFill>
                  <a:srgbClr val="3333FF"/>
                </a:solidFill>
                <a:prstDash val="solid"/>
                <a:headEnd type="none" w="med" len="med"/>
                <a:tailEnd type="none" w="med" len="med"/>
              </a:ln>
            </p:spPr>
          </p:sp>
          <p:sp>
            <p:nvSpPr>
              <p:cNvPr id="25653" name="椭圆 286755"/>
              <p:cNvSpPr/>
              <p:nvPr/>
            </p:nvSpPr>
            <p:spPr>
              <a:xfrm>
                <a:off x="2502" y="2972"/>
                <a:ext cx="72" cy="72"/>
              </a:xfrm>
              <a:prstGeom prst="ellipse">
                <a:avLst/>
              </a:prstGeom>
              <a:solidFill>
                <a:srgbClr val="3333FF"/>
              </a:solidFill>
              <a:ln w="19050" cap="flat" cmpd="sng">
                <a:solidFill>
                  <a:srgbClr val="3333FF"/>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800" dirty="0">
                  <a:latin typeface="Times New Roman" panose="02020603050405020304" pitchFamily="18" charset="0"/>
                </a:endParaRPr>
              </a:p>
            </p:txBody>
          </p:sp>
          <p:sp>
            <p:nvSpPr>
              <p:cNvPr id="25654" name="文本框 286756"/>
              <p:cNvSpPr txBox="1"/>
              <p:nvPr/>
            </p:nvSpPr>
            <p:spPr>
              <a:xfrm>
                <a:off x="3332" y="2655"/>
                <a:ext cx="402" cy="327"/>
              </a:xfrm>
              <a:prstGeom prst="rect">
                <a:avLst/>
              </a:prstGeom>
              <a:noFill/>
              <a:ln w="381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i="1" dirty="0">
                    <a:latin typeface="Times New Roman" panose="02020603050405020304" pitchFamily="18" charset="0"/>
                  </a:rPr>
                  <a:t>CP</a:t>
                </a:r>
                <a:endParaRPr lang="en-US" altLang="zh-CN" sz="2800" i="1" dirty="0">
                  <a:latin typeface="Times New Roman" panose="02020603050405020304" pitchFamily="18" charset="0"/>
                </a:endParaRPr>
              </a:p>
            </p:txBody>
          </p:sp>
          <p:sp>
            <p:nvSpPr>
              <p:cNvPr id="25655" name="文本框 286757"/>
              <p:cNvSpPr txBox="1"/>
              <p:nvPr/>
            </p:nvSpPr>
            <p:spPr>
              <a:xfrm>
                <a:off x="413" y="1696"/>
                <a:ext cx="372" cy="327"/>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i="1" dirty="0">
                    <a:latin typeface="Times New Roman" panose="02020603050405020304" pitchFamily="18" charset="0"/>
                  </a:rPr>
                  <a:t>R</a:t>
                </a:r>
                <a:r>
                  <a:rPr lang="en-US" altLang="zh-CN" sz="2800" baseline="-25000" dirty="0">
                    <a:latin typeface="Times New Roman" panose="02020603050405020304" pitchFamily="18" charset="0"/>
                  </a:rPr>
                  <a:t>D</a:t>
                </a:r>
                <a:endParaRPr lang="en-US" altLang="zh-CN" sz="2800" i="1" dirty="0">
                  <a:latin typeface="Times New Roman" panose="02020603050405020304" pitchFamily="18" charset="0"/>
                </a:endParaRPr>
              </a:p>
            </p:txBody>
          </p:sp>
          <p:sp>
            <p:nvSpPr>
              <p:cNvPr id="25656" name="任意多边形 286758"/>
              <p:cNvSpPr/>
              <p:nvPr/>
            </p:nvSpPr>
            <p:spPr>
              <a:xfrm>
                <a:off x="1443" y="2285"/>
                <a:ext cx="1289" cy="600"/>
              </a:xfrm>
              <a:custGeom>
                <a:avLst/>
                <a:gdLst/>
                <a:ahLst/>
                <a:cxnLst>
                  <a:cxn ang="0">
                    <a:pos x="0" y="370"/>
                  </a:cxn>
                  <a:cxn ang="0">
                    <a:pos x="0" y="509"/>
                  </a:cxn>
                  <a:cxn ang="0">
                    <a:pos x="345" y="509"/>
                  </a:cxn>
                  <a:cxn ang="0">
                    <a:pos x="812" y="0"/>
                  </a:cxn>
                  <a:cxn ang="0">
                    <a:pos x="1289" y="0"/>
                  </a:cxn>
                </a:cxnLst>
                <a:rect l="0" t="0" r="0" b="0"/>
                <a:pathLst>
                  <a:path w="1289" h="611">
                    <a:moveTo>
                      <a:pt x="0" y="444"/>
                    </a:moveTo>
                    <a:lnTo>
                      <a:pt x="0" y="611"/>
                    </a:lnTo>
                    <a:lnTo>
                      <a:pt x="345" y="611"/>
                    </a:lnTo>
                    <a:lnTo>
                      <a:pt x="812" y="0"/>
                    </a:lnTo>
                    <a:lnTo>
                      <a:pt x="1289" y="0"/>
                    </a:lnTo>
                  </a:path>
                </a:pathLst>
              </a:custGeom>
              <a:noFill/>
              <a:ln w="38100" cap="flat" cmpd="sng">
                <a:solidFill>
                  <a:srgbClr val="3333FF">
                    <a:alpha val="100000"/>
                  </a:srgbClr>
                </a:solidFill>
                <a:prstDash val="solid"/>
                <a:round/>
                <a:headEnd type="none" w="med" len="med"/>
                <a:tailEnd type="none" w="med" len="med"/>
              </a:ln>
            </p:spPr>
            <p:txBody>
              <a:bodyPr/>
              <a:lstStyle/>
              <a:p>
                <a:endParaRPr lang="zh-CN" altLang="en-US"/>
              </a:p>
            </p:txBody>
          </p:sp>
          <p:sp>
            <p:nvSpPr>
              <p:cNvPr id="25657" name="椭圆 286759"/>
              <p:cNvSpPr/>
              <p:nvPr/>
            </p:nvSpPr>
            <p:spPr>
              <a:xfrm>
                <a:off x="2686" y="2239"/>
                <a:ext cx="72" cy="72"/>
              </a:xfrm>
              <a:prstGeom prst="ellipse">
                <a:avLst/>
              </a:prstGeom>
              <a:solidFill>
                <a:srgbClr val="3333FF"/>
              </a:solidFill>
              <a:ln w="19050" cap="flat" cmpd="sng">
                <a:solidFill>
                  <a:srgbClr val="3333FF"/>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800" dirty="0">
                  <a:latin typeface="Times New Roman" panose="02020603050405020304" pitchFamily="18" charset="0"/>
                </a:endParaRPr>
              </a:p>
            </p:txBody>
          </p:sp>
          <p:sp>
            <p:nvSpPr>
              <p:cNvPr id="25658" name="直接连接符 286760"/>
              <p:cNvSpPr/>
              <p:nvPr/>
            </p:nvSpPr>
            <p:spPr>
              <a:xfrm flipV="1">
                <a:off x="1273" y="2722"/>
                <a:ext cx="0" cy="401"/>
              </a:xfrm>
              <a:prstGeom prst="line">
                <a:avLst/>
              </a:prstGeom>
              <a:ln w="38100" cap="flat" cmpd="sng">
                <a:solidFill>
                  <a:srgbClr val="3333FF"/>
                </a:solidFill>
                <a:prstDash val="solid"/>
                <a:headEnd type="none" w="med" len="med"/>
                <a:tailEnd type="none" w="med" len="med"/>
              </a:ln>
            </p:spPr>
          </p:sp>
          <p:sp>
            <p:nvSpPr>
              <p:cNvPr id="25659" name="直接连接符 286761"/>
              <p:cNvSpPr/>
              <p:nvPr/>
            </p:nvSpPr>
            <p:spPr>
              <a:xfrm flipV="1">
                <a:off x="2729" y="2722"/>
                <a:ext cx="0" cy="390"/>
              </a:xfrm>
              <a:prstGeom prst="line">
                <a:avLst/>
              </a:prstGeom>
              <a:ln w="38100" cap="flat" cmpd="sng">
                <a:solidFill>
                  <a:srgbClr val="3333FF"/>
                </a:solidFill>
                <a:prstDash val="solid"/>
                <a:headEnd type="none" w="med" len="med"/>
                <a:tailEnd type="none" w="med" len="med"/>
              </a:ln>
            </p:spPr>
          </p:sp>
          <p:sp>
            <p:nvSpPr>
              <p:cNvPr id="25660" name="文本框 286762"/>
              <p:cNvSpPr txBox="1"/>
              <p:nvPr/>
            </p:nvSpPr>
            <p:spPr>
              <a:xfrm>
                <a:off x="1545" y="3524"/>
                <a:ext cx="278" cy="327"/>
              </a:xfrm>
              <a:prstGeom prst="rect">
                <a:avLst/>
              </a:prstGeom>
              <a:noFill/>
              <a:ln w="381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i="1" dirty="0">
                    <a:latin typeface="Times New Roman" panose="02020603050405020304" pitchFamily="18" charset="0"/>
                  </a:rPr>
                  <a:t>D</a:t>
                </a:r>
                <a:endParaRPr lang="en-US" altLang="zh-CN" sz="2800" i="1" dirty="0">
                  <a:latin typeface="Times New Roman" panose="02020603050405020304" pitchFamily="18" charset="0"/>
                </a:endParaRPr>
              </a:p>
            </p:txBody>
          </p:sp>
          <p:sp>
            <p:nvSpPr>
              <p:cNvPr id="25661" name="矩形 286763"/>
              <p:cNvSpPr/>
              <p:nvPr/>
            </p:nvSpPr>
            <p:spPr>
              <a:xfrm>
                <a:off x="985" y="3144"/>
                <a:ext cx="589" cy="344"/>
              </a:xfrm>
              <a:prstGeom prst="rect">
                <a:avLst/>
              </a:prstGeom>
              <a:solidFill>
                <a:srgbClr val="CCFFFF"/>
              </a:solidFill>
              <a:ln w="38100" cap="flat" cmpd="sng">
                <a:solidFill>
                  <a:srgbClr val="3333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800" dirty="0">
                  <a:latin typeface="Times New Roman" panose="02020603050405020304" pitchFamily="18" charset="0"/>
                </a:endParaRPr>
              </a:p>
            </p:txBody>
          </p:sp>
          <p:sp>
            <p:nvSpPr>
              <p:cNvPr id="25662" name="文本框 286764"/>
              <p:cNvSpPr txBox="1"/>
              <p:nvPr/>
            </p:nvSpPr>
            <p:spPr>
              <a:xfrm>
                <a:off x="1139" y="3154"/>
                <a:ext cx="290" cy="327"/>
              </a:xfrm>
              <a:prstGeom prst="rect">
                <a:avLst/>
              </a:prstGeom>
              <a:noFill/>
              <a:ln w="381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dirty="0">
                    <a:latin typeface="Times New Roman" panose="02020603050405020304" pitchFamily="18" charset="0"/>
                  </a:rPr>
                  <a:t>&amp;</a:t>
                </a:r>
                <a:endParaRPr lang="en-US" altLang="zh-CN" sz="2800" dirty="0">
                  <a:latin typeface="Times New Roman" panose="02020603050405020304" pitchFamily="18" charset="0"/>
                </a:endParaRPr>
              </a:p>
            </p:txBody>
          </p:sp>
          <p:sp>
            <p:nvSpPr>
              <p:cNvPr id="25663" name="椭圆 286765"/>
              <p:cNvSpPr/>
              <p:nvPr/>
            </p:nvSpPr>
            <p:spPr>
              <a:xfrm>
                <a:off x="1237" y="3085"/>
                <a:ext cx="72" cy="72"/>
              </a:xfrm>
              <a:prstGeom prst="ellipse">
                <a:avLst/>
              </a:prstGeom>
              <a:solidFill>
                <a:schemeClr val="bg1"/>
              </a:solidFill>
              <a:ln w="19050" cap="flat" cmpd="sng">
                <a:solidFill>
                  <a:srgbClr val="3333FF"/>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800" dirty="0">
                  <a:latin typeface="Times New Roman" panose="02020603050405020304" pitchFamily="18" charset="0"/>
                </a:endParaRPr>
              </a:p>
            </p:txBody>
          </p:sp>
          <p:sp>
            <p:nvSpPr>
              <p:cNvPr id="25664" name="矩形 286766"/>
              <p:cNvSpPr/>
              <p:nvPr/>
            </p:nvSpPr>
            <p:spPr>
              <a:xfrm>
                <a:off x="2438" y="3144"/>
                <a:ext cx="589" cy="344"/>
              </a:xfrm>
              <a:prstGeom prst="rect">
                <a:avLst/>
              </a:prstGeom>
              <a:solidFill>
                <a:srgbClr val="CCFFFF"/>
              </a:solidFill>
              <a:ln w="38100" cap="flat" cmpd="sng">
                <a:solidFill>
                  <a:srgbClr val="3333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800" dirty="0">
                  <a:latin typeface="Times New Roman" panose="02020603050405020304" pitchFamily="18" charset="0"/>
                </a:endParaRPr>
              </a:p>
            </p:txBody>
          </p:sp>
          <p:sp>
            <p:nvSpPr>
              <p:cNvPr id="25665" name="文本框 286767"/>
              <p:cNvSpPr txBox="1"/>
              <p:nvPr/>
            </p:nvSpPr>
            <p:spPr>
              <a:xfrm>
                <a:off x="2584" y="3154"/>
                <a:ext cx="290" cy="327"/>
              </a:xfrm>
              <a:prstGeom prst="rect">
                <a:avLst/>
              </a:prstGeom>
              <a:noFill/>
              <a:ln w="3810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dirty="0">
                    <a:latin typeface="Times New Roman" panose="02020603050405020304" pitchFamily="18" charset="0"/>
                  </a:rPr>
                  <a:t>&amp;</a:t>
                </a:r>
                <a:endParaRPr lang="en-US" altLang="zh-CN" sz="2800" dirty="0">
                  <a:latin typeface="Times New Roman" panose="02020603050405020304" pitchFamily="18" charset="0"/>
                </a:endParaRPr>
              </a:p>
            </p:txBody>
          </p:sp>
          <p:sp>
            <p:nvSpPr>
              <p:cNvPr id="25666" name="椭圆 286768"/>
              <p:cNvSpPr/>
              <p:nvPr/>
            </p:nvSpPr>
            <p:spPr>
              <a:xfrm>
                <a:off x="2682" y="3085"/>
                <a:ext cx="72" cy="72"/>
              </a:xfrm>
              <a:prstGeom prst="ellipse">
                <a:avLst/>
              </a:prstGeom>
              <a:solidFill>
                <a:schemeClr val="bg1"/>
              </a:solidFill>
              <a:ln w="19050" cap="flat" cmpd="sng">
                <a:solidFill>
                  <a:srgbClr val="3333FF"/>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800" dirty="0">
                  <a:latin typeface="Times New Roman" panose="02020603050405020304" pitchFamily="18" charset="0"/>
                </a:endParaRPr>
              </a:p>
            </p:txBody>
          </p:sp>
          <p:sp>
            <p:nvSpPr>
              <p:cNvPr id="25667" name="直接连接符 286769"/>
              <p:cNvSpPr/>
              <p:nvPr/>
            </p:nvSpPr>
            <p:spPr>
              <a:xfrm flipV="1">
                <a:off x="1436" y="3482"/>
                <a:ext cx="0" cy="301"/>
              </a:xfrm>
              <a:prstGeom prst="line">
                <a:avLst/>
              </a:prstGeom>
              <a:ln w="38100" cap="flat" cmpd="sng">
                <a:solidFill>
                  <a:srgbClr val="3333FF"/>
                </a:solidFill>
                <a:prstDash val="solid"/>
                <a:headEnd type="none" w="med" len="med"/>
                <a:tailEnd type="none" w="med" len="med"/>
              </a:ln>
            </p:spPr>
          </p:sp>
          <p:sp>
            <p:nvSpPr>
              <p:cNvPr id="25668" name="直接连接符 286770"/>
              <p:cNvSpPr/>
              <p:nvPr/>
            </p:nvSpPr>
            <p:spPr>
              <a:xfrm flipH="1" flipV="1">
                <a:off x="2905" y="2703"/>
                <a:ext cx="7" cy="263"/>
              </a:xfrm>
              <a:prstGeom prst="line">
                <a:avLst/>
              </a:prstGeom>
              <a:ln w="38100" cap="flat" cmpd="sng">
                <a:solidFill>
                  <a:srgbClr val="3333FF"/>
                </a:solidFill>
                <a:prstDash val="solid"/>
                <a:headEnd type="none" w="med" len="med"/>
                <a:tailEnd type="none" w="med" len="med"/>
              </a:ln>
            </p:spPr>
          </p:sp>
          <p:sp>
            <p:nvSpPr>
              <p:cNvPr id="25669" name="椭圆 286771"/>
              <p:cNvSpPr/>
              <p:nvPr/>
            </p:nvSpPr>
            <p:spPr>
              <a:xfrm>
                <a:off x="1243" y="2236"/>
                <a:ext cx="72" cy="72"/>
              </a:xfrm>
              <a:prstGeom prst="ellipse">
                <a:avLst/>
              </a:prstGeom>
              <a:solidFill>
                <a:srgbClr val="3333FF"/>
              </a:solidFill>
              <a:ln w="19050" cap="flat" cmpd="sng">
                <a:solidFill>
                  <a:srgbClr val="3333FF"/>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800" dirty="0">
                  <a:latin typeface="Times New Roman" panose="02020603050405020304" pitchFamily="18" charset="0"/>
                </a:endParaRPr>
              </a:p>
            </p:txBody>
          </p:sp>
          <p:sp>
            <p:nvSpPr>
              <p:cNvPr id="25670" name="任意多边形 286772"/>
              <p:cNvSpPr/>
              <p:nvPr/>
            </p:nvSpPr>
            <p:spPr>
              <a:xfrm flipH="1">
                <a:off x="1269" y="3065"/>
                <a:ext cx="1289" cy="600"/>
              </a:xfrm>
              <a:custGeom>
                <a:avLst/>
                <a:gdLst/>
                <a:ahLst/>
                <a:cxnLst>
                  <a:cxn ang="0">
                    <a:pos x="0" y="370"/>
                  </a:cxn>
                  <a:cxn ang="0">
                    <a:pos x="0" y="509"/>
                  </a:cxn>
                  <a:cxn ang="0">
                    <a:pos x="345" y="509"/>
                  </a:cxn>
                  <a:cxn ang="0">
                    <a:pos x="812" y="0"/>
                  </a:cxn>
                  <a:cxn ang="0">
                    <a:pos x="1289" y="0"/>
                  </a:cxn>
                </a:cxnLst>
                <a:rect l="0" t="0" r="0" b="0"/>
                <a:pathLst>
                  <a:path w="1289" h="611">
                    <a:moveTo>
                      <a:pt x="0" y="444"/>
                    </a:moveTo>
                    <a:lnTo>
                      <a:pt x="0" y="611"/>
                    </a:lnTo>
                    <a:lnTo>
                      <a:pt x="345" y="611"/>
                    </a:lnTo>
                    <a:lnTo>
                      <a:pt x="812" y="0"/>
                    </a:lnTo>
                    <a:lnTo>
                      <a:pt x="1289" y="0"/>
                    </a:lnTo>
                  </a:path>
                </a:pathLst>
              </a:custGeom>
              <a:noFill/>
              <a:ln w="38100" cap="flat" cmpd="sng">
                <a:solidFill>
                  <a:srgbClr val="3333FF">
                    <a:alpha val="100000"/>
                  </a:srgbClr>
                </a:solidFill>
                <a:prstDash val="solid"/>
                <a:round/>
                <a:headEnd type="none" w="med" len="med"/>
                <a:tailEnd type="none" w="med" len="med"/>
              </a:ln>
            </p:spPr>
            <p:txBody>
              <a:bodyPr/>
              <a:lstStyle/>
              <a:p>
                <a:endParaRPr lang="zh-CN" altLang="en-US"/>
              </a:p>
            </p:txBody>
          </p:sp>
          <p:sp>
            <p:nvSpPr>
              <p:cNvPr id="25671" name="椭圆 286773"/>
              <p:cNvSpPr/>
              <p:nvPr/>
            </p:nvSpPr>
            <p:spPr>
              <a:xfrm>
                <a:off x="1233" y="3013"/>
                <a:ext cx="72" cy="72"/>
              </a:xfrm>
              <a:prstGeom prst="ellipse">
                <a:avLst/>
              </a:prstGeom>
              <a:solidFill>
                <a:srgbClr val="3333FF"/>
              </a:solidFill>
              <a:ln w="19050" cap="flat" cmpd="sng">
                <a:solidFill>
                  <a:srgbClr val="3333FF"/>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800" dirty="0">
                  <a:latin typeface="Times New Roman" panose="02020603050405020304" pitchFamily="18" charset="0"/>
                </a:endParaRPr>
              </a:p>
            </p:txBody>
          </p:sp>
          <p:sp>
            <p:nvSpPr>
              <p:cNvPr id="25672" name="直接连接符 286774"/>
              <p:cNvSpPr/>
              <p:nvPr/>
            </p:nvSpPr>
            <p:spPr>
              <a:xfrm flipV="1">
                <a:off x="709" y="2947"/>
                <a:ext cx="2197" cy="6"/>
              </a:xfrm>
              <a:prstGeom prst="line">
                <a:avLst/>
              </a:prstGeom>
              <a:ln w="38100" cap="flat" cmpd="sng">
                <a:solidFill>
                  <a:srgbClr val="3333FF"/>
                </a:solidFill>
                <a:prstDash val="solid"/>
                <a:headEnd type="none" w="med" len="med"/>
                <a:tailEnd type="none" w="sm" len="lg"/>
              </a:ln>
            </p:spPr>
          </p:sp>
          <p:sp>
            <p:nvSpPr>
              <p:cNvPr id="25673" name="直接连接符 286775"/>
              <p:cNvSpPr/>
              <p:nvPr/>
            </p:nvSpPr>
            <p:spPr>
              <a:xfrm>
                <a:off x="2741" y="2280"/>
                <a:ext cx="412" cy="0"/>
              </a:xfrm>
              <a:prstGeom prst="line">
                <a:avLst/>
              </a:prstGeom>
              <a:ln w="38100" cap="flat" cmpd="sng">
                <a:solidFill>
                  <a:srgbClr val="3333FF"/>
                </a:solidFill>
                <a:prstDash val="solid"/>
                <a:headEnd type="none" w="med" len="med"/>
                <a:tailEnd type="none" w="sm" len="lg"/>
              </a:ln>
            </p:spPr>
          </p:sp>
          <p:sp>
            <p:nvSpPr>
              <p:cNvPr id="25674" name="直接连接符 286776"/>
              <p:cNvSpPr/>
              <p:nvPr/>
            </p:nvSpPr>
            <p:spPr>
              <a:xfrm>
                <a:off x="3141" y="2274"/>
                <a:ext cx="0" cy="1364"/>
              </a:xfrm>
              <a:prstGeom prst="line">
                <a:avLst/>
              </a:prstGeom>
              <a:ln w="38100" cap="flat" cmpd="sng">
                <a:solidFill>
                  <a:srgbClr val="3333FF"/>
                </a:solidFill>
                <a:prstDash val="solid"/>
                <a:headEnd type="none" w="med" len="med"/>
                <a:tailEnd type="none" w="sm" len="lg"/>
              </a:ln>
            </p:spPr>
          </p:sp>
          <p:sp>
            <p:nvSpPr>
              <p:cNvPr id="25675" name="直接连接符 286777"/>
              <p:cNvSpPr/>
              <p:nvPr/>
            </p:nvSpPr>
            <p:spPr>
              <a:xfrm flipH="1">
                <a:off x="2924" y="3638"/>
                <a:ext cx="229" cy="0"/>
              </a:xfrm>
              <a:prstGeom prst="line">
                <a:avLst/>
              </a:prstGeom>
              <a:ln w="38100" cap="flat" cmpd="sng">
                <a:solidFill>
                  <a:srgbClr val="3333FF"/>
                </a:solidFill>
                <a:prstDash val="solid"/>
                <a:headEnd type="none" w="med" len="med"/>
                <a:tailEnd type="none" w="sm" len="lg"/>
              </a:ln>
            </p:spPr>
          </p:sp>
          <p:sp>
            <p:nvSpPr>
              <p:cNvPr id="25676" name="直接连接符 286778"/>
              <p:cNvSpPr/>
              <p:nvPr/>
            </p:nvSpPr>
            <p:spPr>
              <a:xfrm>
                <a:off x="2924" y="3486"/>
                <a:ext cx="0" cy="146"/>
              </a:xfrm>
              <a:prstGeom prst="line">
                <a:avLst/>
              </a:prstGeom>
              <a:ln w="38100" cap="flat" cmpd="sng">
                <a:solidFill>
                  <a:srgbClr val="3333FF"/>
                </a:solidFill>
                <a:prstDash val="solid"/>
                <a:headEnd type="none" w="med" len="med"/>
                <a:tailEnd type="none" w="sm" len="lg"/>
              </a:ln>
            </p:spPr>
          </p:sp>
          <p:sp>
            <p:nvSpPr>
              <p:cNvPr id="25677" name="直接连接符 286779"/>
              <p:cNvSpPr/>
              <p:nvPr/>
            </p:nvSpPr>
            <p:spPr>
              <a:xfrm flipH="1">
                <a:off x="867" y="2273"/>
                <a:ext cx="406" cy="0"/>
              </a:xfrm>
              <a:prstGeom prst="line">
                <a:avLst/>
              </a:prstGeom>
              <a:ln w="38100" cap="flat" cmpd="sng">
                <a:solidFill>
                  <a:srgbClr val="3333FF"/>
                </a:solidFill>
                <a:prstDash val="solid"/>
                <a:headEnd type="none" w="med" len="med"/>
                <a:tailEnd type="none" w="sm" len="lg"/>
              </a:ln>
            </p:spPr>
          </p:sp>
          <p:sp>
            <p:nvSpPr>
              <p:cNvPr id="25678" name="直接连接符 286780"/>
              <p:cNvSpPr/>
              <p:nvPr/>
            </p:nvSpPr>
            <p:spPr>
              <a:xfrm>
                <a:off x="867" y="2262"/>
                <a:ext cx="0" cy="1376"/>
              </a:xfrm>
              <a:prstGeom prst="line">
                <a:avLst/>
              </a:prstGeom>
              <a:ln w="38100" cap="flat" cmpd="sng">
                <a:solidFill>
                  <a:srgbClr val="3333FF"/>
                </a:solidFill>
                <a:prstDash val="solid"/>
                <a:headEnd type="none" w="med" len="med"/>
                <a:tailEnd type="none" w="sm" len="lg"/>
              </a:ln>
            </p:spPr>
          </p:sp>
          <p:sp>
            <p:nvSpPr>
              <p:cNvPr id="25679" name="直接连接符 286781"/>
              <p:cNvSpPr/>
              <p:nvPr/>
            </p:nvSpPr>
            <p:spPr>
              <a:xfrm>
                <a:off x="855" y="3626"/>
                <a:ext cx="236" cy="0"/>
              </a:xfrm>
              <a:prstGeom prst="line">
                <a:avLst/>
              </a:prstGeom>
              <a:ln w="38100" cap="flat" cmpd="sng">
                <a:solidFill>
                  <a:srgbClr val="3333FF"/>
                </a:solidFill>
                <a:prstDash val="solid"/>
                <a:headEnd type="none" w="med" len="med"/>
                <a:tailEnd type="none" w="sm" len="lg"/>
              </a:ln>
            </p:spPr>
          </p:sp>
          <p:sp>
            <p:nvSpPr>
              <p:cNvPr id="25680" name="直接连接符 286782"/>
              <p:cNvSpPr/>
              <p:nvPr/>
            </p:nvSpPr>
            <p:spPr>
              <a:xfrm>
                <a:off x="1097" y="3486"/>
                <a:ext cx="0" cy="152"/>
              </a:xfrm>
              <a:prstGeom prst="line">
                <a:avLst/>
              </a:prstGeom>
              <a:ln w="38100" cap="flat" cmpd="sng">
                <a:solidFill>
                  <a:srgbClr val="3333FF"/>
                </a:solidFill>
                <a:prstDash val="solid"/>
                <a:headEnd type="none" w="med" len="med"/>
                <a:tailEnd type="none" w="sm" len="lg"/>
              </a:ln>
            </p:spPr>
          </p:sp>
          <p:sp>
            <p:nvSpPr>
              <p:cNvPr id="25681" name="直接连接符 286783"/>
              <p:cNvSpPr/>
              <p:nvPr/>
            </p:nvSpPr>
            <p:spPr>
              <a:xfrm>
                <a:off x="733" y="2079"/>
                <a:ext cx="0" cy="1680"/>
              </a:xfrm>
              <a:prstGeom prst="line">
                <a:avLst/>
              </a:prstGeom>
              <a:ln w="38100" cap="flat" cmpd="sng">
                <a:solidFill>
                  <a:srgbClr val="3333FF"/>
                </a:solidFill>
                <a:prstDash val="solid"/>
                <a:headEnd type="none" w="med" len="med"/>
                <a:tailEnd type="none" w="sm" len="lg"/>
              </a:ln>
            </p:spPr>
          </p:sp>
          <p:sp>
            <p:nvSpPr>
              <p:cNvPr id="25682" name="直接连接符 286784"/>
              <p:cNvSpPr/>
              <p:nvPr/>
            </p:nvSpPr>
            <p:spPr>
              <a:xfrm>
                <a:off x="746" y="3747"/>
                <a:ext cx="528" cy="0"/>
              </a:xfrm>
              <a:prstGeom prst="line">
                <a:avLst/>
              </a:prstGeom>
              <a:ln w="38100" cap="flat" cmpd="sng">
                <a:solidFill>
                  <a:srgbClr val="3333FF"/>
                </a:solidFill>
                <a:prstDash val="solid"/>
                <a:headEnd type="none" w="med" len="med"/>
                <a:tailEnd type="none" w="sm" len="lg"/>
              </a:ln>
            </p:spPr>
          </p:sp>
          <p:sp>
            <p:nvSpPr>
              <p:cNvPr id="25683" name="直接连接符 286785"/>
              <p:cNvSpPr/>
              <p:nvPr/>
            </p:nvSpPr>
            <p:spPr>
              <a:xfrm>
                <a:off x="1261" y="3492"/>
                <a:ext cx="0" cy="255"/>
              </a:xfrm>
              <a:prstGeom prst="line">
                <a:avLst/>
              </a:prstGeom>
              <a:ln w="38100" cap="flat" cmpd="sng">
                <a:solidFill>
                  <a:srgbClr val="3333FF"/>
                </a:solidFill>
                <a:prstDash val="solid"/>
                <a:headEnd type="none" w="med" len="med"/>
                <a:tailEnd type="none" w="sm" len="lg"/>
              </a:ln>
            </p:spPr>
          </p:sp>
          <p:sp>
            <p:nvSpPr>
              <p:cNvPr id="25684" name="椭圆 286786"/>
              <p:cNvSpPr/>
              <p:nvPr/>
            </p:nvSpPr>
            <p:spPr>
              <a:xfrm>
                <a:off x="696" y="2918"/>
                <a:ext cx="72" cy="72"/>
              </a:xfrm>
              <a:prstGeom prst="ellipse">
                <a:avLst/>
              </a:prstGeom>
              <a:solidFill>
                <a:srgbClr val="3333FF"/>
              </a:solidFill>
              <a:ln w="19050" cap="flat" cmpd="sng">
                <a:solidFill>
                  <a:srgbClr val="3333FF"/>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800" dirty="0">
                  <a:latin typeface="Times New Roman" panose="02020603050405020304" pitchFamily="18" charset="0"/>
                </a:endParaRPr>
              </a:p>
            </p:txBody>
          </p:sp>
          <p:sp>
            <p:nvSpPr>
              <p:cNvPr id="25685" name="椭圆 286787"/>
              <p:cNvSpPr/>
              <p:nvPr/>
            </p:nvSpPr>
            <p:spPr>
              <a:xfrm>
                <a:off x="693" y="2036"/>
                <a:ext cx="72" cy="72"/>
              </a:xfrm>
              <a:prstGeom prst="ellipse">
                <a:avLst/>
              </a:prstGeom>
              <a:solidFill>
                <a:srgbClr val="3333FF"/>
              </a:solidFill>
              <a:ln w="19050" cap="flat" cmpd="sng">
                <a:solidFill>
                  <a:srgbClr val="3333FF"/>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800" dirty="0">
                  <a:latin typeface="Times New Roman" panose="02020603050405020304" pitchFamily="18" charset="0"/>
                </a:endParaRPr>
              </a:p>
            </p:txBody>
          </p:sp>
          <p:sp>
            <p:nvSpPr>
              <p:cNvPr id="25686" name="椭圆 286788"/>
              <p:cNvSpPr/>
              <p:nvPr/>
            </p:nvSpPr>
            <p:spPr>
              <a:xfrm>
                <a:off x="3248" y="2056"/>
                <a:ext cx="72" cy="72"/>
              </a:xfrm>
              <a:prstGeom prst="ellipse">
                <a:avLst/>
              </a:prstGeom>
              <a:solidFill>
                <a:srgbClr val="3333FF"/>
              </a:solidFill>
              <a:ln w="19050" cap="flat" cmpd="sng">
                <a:solidFill>
                  <a:srgbClr val="3333FF"/>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800" dirty="0">
                  <a:latin typeface="Times New Roman" panose="02020603050405020304" pitchFamily="18" charset="0"/>
                </a:endParaRPr>
              </a:p>
            </p:txBody>
          </p:sp>
          <p:sp>
            <p:nvSpPr>
              <p:cNvPr id="25687" name="直接连接符 286789"/>
              <p:cNvSpPr/>
              <p:nvPr/>
            </p:nvSpPr>
            <p:spPr>
              <a:xfrm>
                <a:off x="515" y="2068"/>
                <a:ext cx="570" cy="0"/>
              </a:xfrm>
              <a:prstGeom prst="line">
                <a:avLst/>
              </a:prstGeom>
              <a:ln w="38100" cap="flat" cmpd="sng">
                <a:solidFill>
                  <a:srgbClr val="3333FF"/>
                </a:solidFill>
                <a:prstDash val="solid"/>
                <a:headEnd type="none" w="med" len="med"/>
                <a:tailEnd type="none" w="sm" len="lg"/>
              </a:ln>
            </p:spPr>
          </p:sp>
          <p:sp>
            <p:nvSpPr>
              <p:cNvPr id="25688" name="直接连接符 286790"/>
              <p:cNvSpPr/>
              <p:nvPr/>
            </p:nvSpPr>
            <p:spPr>
              <a:xfrm flipH="1">
                <a:off x="1079" y="1976"/>
                <a:ext cx="0" cy="97"/>
              </a:xfrm>
              <a:prstGeom prst="line">
                <a:avLst/>
              </a:prstGeom>
              <a:ln w="38100" cap="flat" cmpd="sng">
                <a:solidFill>
                  <a:srgbClr val="3333FF"/>
                </a:solidFill>
                <a:prstDash val="solid"/>
                <a:headEnd type="none" w="med" len="med"/>
                <a:tailEnd type="none" w="sm" len="lg"/>
              </a:ln>
            </p:spPr>
          </p:sp>
          <p:cxnSp>
            <p:nvCxnSpPr>
              <p:cNvPr id="25689" name="肘形连接符 286791"/>
              <p:cNvCxnSpPr>
                <a:stCxn id="25632" idx="2"/>
              </p:cNvCxnSpPr>
              <p:nvPr/>
            </p:nvCxnSpPr>
            <p:spPr>
              <a:xfrm rot="-5400000" flipH="1">
                <a:off x="2959" y="1746"/>
                <a:ext cx="127" cy="584"/>
              </a:xfrm>
              <a:prstGeom prst="bentConnector2">
                <a:avLst/>
              </a:prstGeom>
              <a:ln w="38100">
                <a:noFill/>
              </a:ln>
            </p:spPr>
          </p:cxnSp>
          <p:sp>
            <p:nvSpPr>
              <p:cNvPr id="25690" name="直接连接符 286792"/>
              <p:cNvSpPr/>
              <p:nvPr/>
            </p:nvSpPr>
            <p:spPr>
              <a:xfrm>
                <a:off x="2918" y="1964"/>
                <a:ext cx="0" cy="128"/>
              </a:xfrm>
              <a:prstGeom prst="line">
                <a:avLst/>
              </a:prstGeom>
              <a:ln w="38100" cap="flat" cmpd="sng">
                <a:solidFill>
                  <a:srgbClr val="3333FF"/>
                </a:solidFill>
                <a:prstDash val="solid"/>
                <a:headEnd type="none" w="med" len="med"/>
                <a:tailEnd type="none" w="sm" len="lg"/>
              </a:ln>
            </p:spPr>
          </p:sp>
          <p:sp>
            <p:nvSpPr>
              <p:cNvPr id="25691" name="直接连接符 286793"/>
              <p:cNvSpPr/>
              <p:nvPr/>
            </p:nvSpPr>
            <p:spPr>
              <a:xfrm>
                <a:off x="2924" y="2086"/>
                <a:ext cx="562" cy="0"/>
              </a:xfrm>
              <a:prstGeom prst="line">
                <a:avLst/>
              </a:prstGeom>
              <a:ln w="38100" cap="flat" cmpd="sng">
                <a:solidFill>
                  <a:srgbClr val="3333FF"/>
                </a:solidFill>
                <a:prstDash val="solid"/>
                <a:headEnd type="none" w="med" len="med"/>
                <a:tailEnd type="none" w="sm" len="lg"/>
              </a:ln>
            </p:spPr>
          </p:sp>
          <p:sp>
            <p:nvSpPr>
              <p:cNvPr id="25692" name="直接连接符 286794"/>
              <p:cNvSpPr/>
              <p:nvPr/>
            </p:nvSpPr>
            <p:spPr>
              <a:xfrm>
                <a:off x="3286" y="2080"/>
                <a:ext cx="12" cy="1679"/>
              </a:xfrm>
              <a:prstGeom prst="line">
                <a:avLst/>
              </a:prstGeom>
              <a:ln w="38100" cap="flat" cmpd="sng">
                <a:solidFill>
                  <a:srgbClr val="3333FF"/>
                </a:solidFill>
                <a:prstDash val="solid"/>
                <a:headEnd type="none" w="med" len="med"/>
                <a:tailEnd type="none" w="sm" len="lg"/>
              </a:ln>
            </p:spPr>
          </p:sp>
          <p:sp>
            <p:nvSpPr>
              <p:cNvPr id="25693" name="直接连接符 286795"/>
              <p:cNvSpPr/>
              <p:nvPr/>
            </p:nvSpPr>
            <p:spPr>
              <a:xfrm>
                <a:off x="2741" y="3492"/>
                <a:ext cx="0" cy="255"/>
              </a:xfrm>
              <a:prstGeom prst="line">
                <a:avLst/>
              </a:prstGeom>
              <a:ln w="38100" cap="flat" cmpd="sng">
                <a:solidFill>
                  <a:srgbClr val="3333FF"/>
                </a:solidFill>
                <a:prstDash val="solid"/>
                <a:headEnd type="none" w="med" len="med"/>
                <a:tailEnd type="none" w="sm" len="lg"/>
              </a:ln>
            </p:spPr>
          </p:sp>
          <p:sp>
            <p:nvSpPr>
              <p:cNvPr id="25694" name="直接连接符 286796"/>
              <p:cNvSpPr/>
              <p:nvPr/>
            </p:nvSpPr>
            <p:spPr>
              <a:xfrm flipV="1">
                <a:off x="2734" y="3747"/>
                <a:ext cx="570" cy="6"/>
              </a:xfrm>
              <a:prstGeom prst="line">
                <a:avLst/>
              </a:prstGeom>
              <a:ln w="38100" cap="flat" cmpd="sng">
                <a:solidFill>
                  <a:srgbClr val="3333FF"/>
                </a:solidFill>
                <a:prstDash val="solid"/>
                <a:headEnd type="none" w="med" len="med"/>
                <a:tailEnd type="none" w="sm" len="lg"/>
              </a:ln>
            </p:spPr>
          </p:sp>
        </p:grpSp>
      </p:grpSp>
      <p:grpSp>
        <p:nvGrpSpPr>
          <p:cNvPr id="77" name="组合 76"/>
          <p:cNvGrpSpPr/>
          <p:nvPr/>
        </p:nvGrpSpPr>
        <p:grpSpPr>
          <a:xfrm>
            <a:off x="6329363" y="1411288"/>
            <a:ext cx="1938337" cy="2349500"/>
            <a:chOff x="4059" y="2581"/>
            <a:chExt cx="1221" cy="1480"/>
          </a:xfrm>
        </p:grpSpPr>
        <p:sp>
          <p:nvSpPr>
            <p:cNvPr id="25604" name="矩形 286798" descr="羊皮纸"/>
            <p:cNvSpPr/>
            <p:nvPr/>
          </p:nvSpPr>
          <p:spPr>
            <a:xfrm>
              <a:off x="4342" y="2908"/>
              <a:ext cx="576" cy="847"/>
            </a:xfrm>
            <a:prstGeom prst="rect">
              <a:avLst/>
            </a:prstGeom>
            <a:blipFill rotWithShape="1">
              <a:blip r:embed="rId1"/>
            </a:blipFill>
            <a:ln w="38100" cap="flat" cmpd="sng">
              <a:solidFill>
                <a:srgbClr val="3333FF"/>
              </a:solidFill>
              <a:prstDash val="solid"/>
              <a:miter/>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800" dirty="0">
                <a:latin typeface="Times New Roman" panose="02020603050405020304" pitchFamily="18" charset="0"/>
              </a:endParaRPr>
            </a:p>
          </p:txBody>
        </p:sp>
        <p:sp>
          <p:nvSpPr>
            <p:cNvPr id="25605" name="直接连接符 286799"/>
            <p:cNvSpPr/>
            <p:nvPr/>
          </p:nvSpPr>
          <p:spPr>
            <a:xfrm>
              <a:off x="4059" y="3347"/>
              <a:ext cx="288" cy="0"/>
            </a:xfrm>
            <a:prstGeom prst="line">
              <a:avLst/>
            </a:prstGeom>
            <a:ln w="38100" cap="flat" cmpd="sng">
              <a:solidFill>
                <a:srgbClr val="3333FF"/>
              </a:solidFill>
              <a:prstDash val="solid"/>
              <a:headEnd type="none" w="med" len="med"/>
              <a:tailEnd type="none" w="sm" len="lg"/>
            </a:ln>
          </p:spPr>
        </p:sp>
        <p:sp>
          <p:nvSpPr>
            <p:cNvPr id="25606" name="直接连接符 286800"/>
            <p:cNvSpPr/>
            <p:nvPr/>
          </p:nvSpPr>
          <p:spPr>
            <a:xfrm>
              <a:off x="4059" y="3086"/>
              <a:ext cx="282" cy="0"/>
            </a:xfrm>
            <a:prstGeom prst="line">
              <a:avLst/>
            </a:prstGeom>
            <a:ln w="38100" cap="flat" cmpd="sng">
              <a:solidFill>
                <a:srgbClr val="3333FF"/>
              </a:solidFill>
              <a:prstDash val="solid"/>
              <a:headEnd type="none" w="med" len="med"/>
              <a:tailEnd type="none" w="sm" len="lg"/>
            </a:ln>
          </p:spPr>
        </p:sp>
        <p:sp>
          <p:nvSpPr>
            <p:cNvPr id="25607" name="直接连接符 286801"/>
            <p:cNvSpPr/>
            <p:nvPr/>
          </p:nvSpPr>
          <p:spPr>
            <a:xfrm>
              <a:off x="4961" y="3080"/>
              <a:ext cx="277" cy="0"/>
            </a:xfrm>
            <a:prstGeom prst="line">
              <a:avLst/>
            </a:prstGeom>
            <a:ln w="38100" cap="flat" cmpd="sng">
              <a:solidFill>
                <a:srgbClr val="3333FF"/>
              </a:solidFill>
              <a:prstDash val="solid"/>
              <a:headEnd type="none" w="med" len="med"/>
              <a:tailEnd type="none" w="sm" len="lg"/>
            </a:ln>
          </p:spPr>
        </p:sp>
        <p:sp>
          <p:nvSpPr>
            <p:cNvPr id="25608" name="直接连接符 286802"/>
            <p:cNvSpPr/>
            <p:nvPr/>
          </p:nvSpPr>
          <p:spPr>
            <a:xfrm>
              <a:off x="4923" y="3559"/>
              <a:ext cx="331" cy="0"/>
            </a:xfrm>
            <a:prstGeom prst="line">
              <a:avLst/>
            </a:prstGeom>
            <a:ln w="38100" cap="flat" cmpd="sng">
              <a:solidFill>
                <a:srgbClr val="3333FF"/>
              </a:solidFill>
              <a:prstDash val="solid"/>
              <a:headEnd type="none" w="med" len="med"/>
              <a:tailEnd type="none" w="sm" len="lg"/>
            </a:ln>
          </p:spPr>
        </p:sp>
        <p:sp>
          <p:nvSpPr>
            <p:cNvPr id="25609" name="直接连接符 286803"/>
            <p:cNvSpPr/>
            <p:nvPr/>
          </p:nvSpPr>
          <p:spPr>
            <a:xfrm>
              <a:off x="4635" y="3800"/>
              <a:ext cx="0" cy="261"/>
            </a:xfrm>
            <a:prstGeom prst="line">
              <a:avLst/>
            </a:prstGeom>
            <a:ln w="38100" cap="flat" cmpd="sng">
              <a:solidFill>
                <a:srgbClr val="3333FF"/>
              </a:solidFill>
              <a:prstDash val="solid"/>
              <a:headEnd type="none" w="med" len="med"/>
              <a:tailEnd type="none" w="sm" len="lg"/>
            </a:ln>
          </p:spPr>
        </p:sp>
        <p:sp>
          <p:nvSpPr>
            <p:cNvPr id="25610" name="直接连接符 286804"/>
            <p:cNvSpPr/>
            <p:nvPr/>
          </p:nvSpPr>
          <p:spPr>
            <a:xfrm>
              <a:off x="4602" y="2581"/>
              <a:ext cx="5" cy="277"/>
            </a:xfrm>
            <a:prstGeom prst="line">
              <a:avLst/>
            </a:prstGeom>
            <a:ln w="38100" cap="flat" cmpd="sng">
              <a:solidFill>
                <a:srgbClr val="3333FF"/>
              </a:solidFill>
              <a:prstDash val="solid"/>
              <a:headEnd type="none" w="med" len="med"/>
              <a:tailEnd type="none" w="sm" len="lg"/>
            </a:ln>
          </p:spPr>
        </p:sp>
        <p:sp>
          <p:nvSpPr>
            <p:cNvPr id="25611" name="椭圆 286805" descr="羊皮纸"/>
            <p:cNvSpPr/>
            <p:nvPr/>
          </p:nvSpPr>
          <p:spPr>
            <a:xfrm>
              <a:off x="4575" y="2847"/>
              <a:ext cx="59" cy="66"/>
            </a:xfrm>
            <a:prstGeom prst="ellipse">
              <a:avLst/>
            </a:prstGeom>
            <a:blipFill rotWithShape="1">
              <a:blip r:embed="rId1"/>
            </a:blipFill>
            <a:ln w="19050" cap="flat" cmpd="sng">
              <a:solidFill>
                <a:srgbClr val="3333FF"/>
              </a:solidFill>
              <a:prstDash val="solid"/>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800" dirty="0">
                <a:latin typeface="Times New Roman" panose="02020603050405020304" pitchFamily="18" charset="0"/>
              </a:endParaRPr>
            </a:p>
          </p:txBody>
        </p:sp>
        <p:sp>
          <p:nvSpPr>
            <p:cNvPr id="25612" name="椭圆 286806" descr="羊皮纸"/>
            <p:cNvSpPr/>
            <p:nvPr/>
          </p:nvSpPr>
          <p:spPr>
            <a:xfrm>
              <a:off x="4602" y="3755"/>
              <a:ext cx="59" cy="66"/>
            </a:xfrm>
            <a:prstGeom prst="ellipse">
              <a:avLst/>
            </a:prstGeom>
            <a:blipFill rotWithShape="1">
              <a:blip r:embed="rId1"/>
            </a:blipFill>
            <a:ln w="19050" cap="flat" cmpd="sng">
              <a:solidFill>
                <a:srgbClr val="3333FF"/>
              </a:solidFill>
              <a:prstDash val="solid"/>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800" dirty="0">
                <a:latin typeface="Times New Roman" panose="02020603050405020304" pitchFamily="18" charset="0"/>
              </a:endParaRPr>
            </a:p>
          </p:txBody>
        </p:sp>
        <p:sp>
          <p:nvSpPr>
            <p:cNvPr id="25613" name="椭圆 286807" descr="羊皮纸"/>
            <p:cNvSpPr/>
            <p:nvPr/>
          </p:nvSpPr>
          <p:spPr>
            <a:xfrm>
              <a:off x="4924" y="3049"/>
              <a:ext cx="59" cy="66"/>
            </a:xfrm>
            <a:prstGeom prst="ellipse">
              <a:avLst/>
            </a:prstGeom>
            <a:blipFill rotWithShape="1">
              <a:blip r:embed="rId1"/>
            </a:blipFill>
            <a:ln w="19050" cap="flat" cmpd="sng">
              <a:solidFill>
                <a:srgbClr val="3333FF"/>
              </a:solidFill>
              <a:prstDash val="solid"/>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800" dirty="0">
                <a:latin typeface="Times New Roman" panose="02020603050405020304" pitchFamily="18" charset="0"/>
              </a:endParaRPr>
            </a:p>
          </p:txBody>
        </p:sp>
        <p:sp>
          <p:nvSpPr>
            <p:cNvPr id="25614" name="流程图: 摘录 286808" descr="羊皮纸"/>
            <p:cNvSpPr/>
            <p:nvPr/>
          </p:nvSpPr>
          <p:spPr>
            <a:xfrm rot="5400000" flipH="1">
              <a:off x="4342" y="3273"/>
              <a:ext cx="139" cy="138"/>
            </a:xfrm>
            <a:prstGeom prst="flowChartExtract">
              <a:avLst/>
            </a:prstGeom>
            <a:blipFill rotWithShape="1">
              <a:blip r:embed="rId1"/>
            </a:blipFill>
            <a:ln w="38100" cap="flat" cmpd="sng">
              <a:solidFill>
                <a:srgbClr val="3333FF"/>
              </a:solidFill>
              <a:prstDash val="solid"/>
              <a:miter/>
              <a:headEnd type="none" w="med" len="med"/>
              <a:tailEnd type="none" w="sm" len="lg"/>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800" dirty="0">
                <a:latin typeface="Times New Roman" panose="02020603050405020304" pitchFamily="18" charset="0"/>
              </a:endParaRPr>
            </a:p>
          </p:txBody>
        </p:sp>
        <p:sp>
          <p:nvSpPr>
            <p:cNvPr id="25615" name="文本框 286809"/>
            <p:cNvSpPr txBox="1"/>
            <p:nvPr/>
          </p:nvSpPr>
          <p:spPr>
            <a:xfrm>
              <a:off x="4331" y="2952"/>
              <a:ext cx="176" cy="250"/>
            </a:xfrm>
            <a:prstGeom prst="rect">
              <a:avLst/>
            </a:prstGeom>
            <a:noFill/>
            <a:ln w="38100">
              <a:noFill/>
            </a:ln>
          </p:spPr>
          <p:txBody>
            <a:bodyPr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000" dirty="0">
                  <a:latin typeface="Times New Roman" panose="02020603050405020304" pitchFamily="18" charset="0"/>
                </a:rPr>
                <a:t>D</a:t>
              </a:r>
              <a:endParaRPr lang="en-US" altLang="zh-CN" sz="2000" dirty="0">
                <a:latin typeface="Times New Roman" panose="02020603050405020304" pitchFamily="18" charset="0"/>
              </a:endParaRPr>
            </a:p>
          </p:txBody>
        </p:sp>
        <p:sp>
          <p:nvSpPr>
            <p:cNvPr id="25616" name="文本框 286810"/>
            <p:cNvSpPr txBox="1"/>
            <p:nvPr/>
          </p:nvSpPr>
          <p:spPr>
            <a:xfrm>
              <a:off x="4483" y="3220"/>
              <a:ext cx="310" cy="250"/>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000" dirty="0">
                  <a:latin typeface="Times New Roman" panose="02020603050405020304" pitchFamily="18" charset="0"/>
                </a:rPr>
                <a:t>CP</a:t>
              </a:r>
              <a:endParaRPr lang="en-US" altLang="zh-CN" sz="2000" dirty="0">
                <a:latin typeface="Times New Roman" panose="02020603050405020304" pitchFamily="18" charset="0"/>
              </a:endParaRPr>
            </a:p>
          </p:txBody>
        </p:sp>
        <p:sp>
          <p:nvSpPr>
            <p:cNvPr id="25617" name="文本框 286811"/>
            <p:cNvSpPr txBox="1"/>
            <p:nvPr/>
          </p:nvSpPr>
          <p:spPr>
            <a:xfrm>
              <a:off x="4514" y="2870"/>
              <a:ext cx="278" cy="250"/>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000" dirty="0">
                  <a:latin typeface="Times New Roman" panose="02020603050405020304" pitchFamily="18" charset="0"/>
                </a:rPr>
                <a:t>S</a:t>
              </a:r>
              <a:r>
                <a:rPr lang="en-US" altLang="zh-CN" sz="2000" baseline="-25000" dirty="0">
                  <a:latin typeface="Times New Roman" panose="02020603050405020304" pitchFamily="18" charset="0"/>
                </a:rPr>
                <a:t>D</a:t>
              </a:r>
              <a:endParaRPr lang="en-US" altLang="zh-CN" sz="2000" baseline="-25000" dirty="0">
                <a:latin typeface="Times New Roman" panose="02020603050405020304" pitchFamily="18" charset="0"/>
              </a:endParaRPr>
            </a:p>
          </p:txBody>
        </p:sp>
        <p:sp>
          <p:nvSpPr>
            <p:cNvPr id="25618" name="文本框 286812"/>
            <p:cNvSpPr txBox="1"/>
            <p:nvPr/>
          </p:nvSpPr>
          <p:spPr>
            <a:xfrm>
              <a:off x="4523" y="3510"/>
              <a:ext cx="296" cy="250"/>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000" dirty="0">
                  <a:latin typeface="Times New Roman" panose="02020603050405020304" pitchFamily="18" charset="0"/>
                </a:rPr>
                <a:t>R</a:t>
              </a:r>
              <a:r>
                <a:rPr lang="en-US" altLang="zh-CN" sz="2000" baseline="-25000" dirty="0">
                  <a:latin typeface="Times New Roman" panose="02020603050405020304" pitchFamily="18" charset="0"/>
                </a:rPr>
                <a:t>D</a:t>
              </a:r>
              <a:endParaRPr lang="en-US" altLang="zh-CN" sz="2000" baseline="-25000" dirty="0">
                <a:latin typeface="Times New Roman" panose="02020603050405020304" pitchFamily="18" charset="0"/>
              </a:endParaRPr>
            </a:p>
          </p:txBody>
        </p:sp>
        <p:grpSp>
          <p:nvGrpSpPr>
            <p:cNvPr id="25619" name="组合 286813"/>
            <p:cNvGrpSpPr/>
            <p:nvPr/>
          </p:nvGrpSpPr>
          <p:grpSpPr>
            <a:xfrm>
              <a:off x="5040" y="2834"/>
              <a:ext cx="230" cy="250"/>
              <a:chOff x="5290" y="1474"/>
              <a:chExt cx="230" cy="250"/>
            </a:xfrm>
          </p:grpSpPr>
          <p:sp>
            <p:nvSpPr>
              <p:cNvPr id="25621" name="文本框 286814"/>
              <p:cNvSpPr txBox="1"/>
              <p:nvPr/>
            </p:nvSpPr>
            <p:spPr>
              <a:xfrm>
                <a:off x="5290" y="1474"/>
                <a:ext cx="230" cy="250"/>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000" dirty="0">
                    <a:latin typeface="Times New Roman" panose="02020603050405020304" pitchFamily="18" charset="0"/>
                  </a:rPr>
                  <a:t>Q</a:t>
                </a:r>
                <a:endParaRPr lang="en-US" altLang="zh-CN" sz="2000" dirty="0">
                  <a:latin typeface="Times New Roman" panose="02020603050405020304" pitchFamily="18" charset="0"/>
                </a:endParaRPr>
              </a:p>
            </p:txBody>
          </p:sp>
          <p:sp>
            <p:nvSpPr>
              <p:cNvPr id="25622" name="直接连接符 286815"/>
              <p:cNvSpPr/>
              <p:nvPr/>
            </p:nvSpPr>
            <p:spPr>
              <a:xfrm>
                <a:off x="5352" y="1527"/>
                <a:ext cx="104" cy="0"/>
              </a:xfrm>
              <a:prstGeom prst="line">
                <a:avLst/>
              </a:prstGeom>
              <a:ln w="12700" cap="flat" cmpd="sng">
                <a:solidFill>
                  <a:schemeClr val="tx1"/>
                </a:solidFill>
                <a:prstDash val="solid"/>
                <a:headEnd type="none" w="med" len="med"/>
                <a:tailEnd type="none" w="sm" len="lg"/>
              </a:ln>
            </p:spPr>
          </p:sp>
        </p:grpSp>
        <p:sp>
          <p:nvSpPr>
            <p:cNvPr id="25620" name="文本框 286816"/>
            <p:cNvSpPr txBox="1"/>
            <p:nvPr/>
          </p:nvSpPr>
          <p:spPr>
            <a:xfrm>
              <a:off x="5050" y="3308"/>
              <a:ext cx="230" cy="250"/>
            </a:xfrm>
            <a:prstGeom prst="rect">
              <a:avLst/>
            </a:prstGeom>
            <a:noFill/>
            <a:ln w="38100">
              <a:noFill/>
            </a:ln>
          </p:spPr>
          <p:txBody>
            <a:bodyPr wrap="none" lIns="90000" tIns="46800" rIns="90000" bIns="468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000" dirty="0">
                  <a:latin typeface="Times New Roman" panose="02020603050405020304" pitchFamily="18" charset="0"/>
                </a:rPr>
                <a:t>Q</a:t>
              </a:r>
              <a:endParaRPr lang="en-US" altLang="zh-CN" sz="2000" dirty="0">
                <a:latin typeface="Times New Roman" panose="02020603050405020304" pitchFamily="18" charset="0"/>
              </a:endParaRPr>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7"/>
                                        </p:tgtEl>
                                        <p:attrNameLst>
                                          <p:attrName>style.visibility</p:attrName>
                                        </p:attrNameLst>
                                      </p:cBhvr>
                                      <p:to>
                                        <p:strVal val="visible"/>
                                      </p:to>
                                    </p:set>
                                    <p:animEffect transition="in" filter="wipe(left)">
                                      <p:cBhvr>
                                        <p:cTn id="12"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82" name="Picture 6"/>
          <p:cNvPicPr>
            <a:picLocks noChangeAspect="1"/>
          </p:cNvPicPr>
          <p:nvPr/>
        </p:nvPicPr>
        <p:blipFill>
          <a:blip r:embed="rId1"/>
          <a:srcRect b="7225"/>
          <a:stretch>
            <a:fillRect/>
          </a:stretch>
        </p:blipFill>
        <p:spPr>
          <a:xfrm>
            <a:off x="701675" y="536575"/>
            <a:ext cx="7426960" cy="5763895"/>
          </a:xfrm>
          <a:prstGeom prst="rect">
            <a:avLst/>
          </a:prstGeom>
          <a:noFill/>
          <a:ln w="9525">
            <a:noFill/>
          </a:ln>
        </p:spPr>
      </p:pic>
      <p:sp>
        <p:nvSpPr>
          <p:cNvPr id="6" name="爆炸形: 8 pt  5"/>
          <p:cNvSpPr/>
          <p:nvPr/>
        </p:nvSpPr>
        <p:spPr>
          <a:xfrm>
            <a:off x="161925" y="2309813"/>
            <a:ext cx="2776538" cy="1243013"/>
          </a:xfrm>
          <a:prstGeom prst="irregularSeal1">
            <a:avLst/>
          </a:prstGeom>
          <a:solidFill>
            <a:srgbClr val="FF0000">
              <a:alpha val="37000"/>
            </a:srgbClr>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13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50" name="Group 2"/>
          <p:cNvGrpSpPr/>
          <p:nvPr/>
        </p:nvGrpSpPr>
        <p:grpSpPr>
          <a:xfrm>
            <a:off x="57150" y="404813"/>
            <a:ext cx="8972550" cy="6491287"/>
            <a:chOff x="36" y="255"/>
            <a:chExt cx="5652" cy="4089"/>
          </a:xfrm>
        </p:grpSpPr>
        <p:sp>
          <p:nvSpPr>
            <p:cNvPr id="325635" name="Text Box 3"/>
            <p:cNvSpPr txBox="1">
              <a:spLocks noChangeArrowheads="1"/>
            </p:cNvSpPr>
            <p:nvPr/>
          </p:nvSpPr>
          <p:spPr bwMode="auto">
            <a:xfrm>
              <a:off x="924" y="4056"/>
              <a:ext cx="4104" cy="288"/>
            </a:xfrm>
            <a:prstGeom prst="rect">
              <a:avLst/>
            </a:prstGeom>
            <a:noFill/>
            <a:ln>
              <a:noFill/>
            </a:ln>
            <a:effectLst/>
          </p:spPr>
          <p:txBody>
            <a:bodyPr>
              <a:spAutoFit/>
            </a:bodyPr>
            <a:lstStyle/>
            <a:p>
              <a:pPr marR="0" algn="ctr" defTabSz="914400">
                <a:spcBef>
                  <a:spcPct val="50000"/>
                </a:spcBef>
                <a:buClrTx/>
                <a:buSzTx/>
                <a:buFontTx/>
                <a:buNone/>
                <a:defRPr/>
              </a:pPr>
              <a:r>
                <a:rPr kumimoji="1" lang="en-US" altLang="zh-CN" sz="2400" b="1" kern="1200" cap="none" spc="0" normalizeH="0" baseline="0" noProof="0" dirty="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74LS193:</a:t>
              </a:r>
              <a:r>
                <a:rPr kumimoji="1" lang="zh-CN" altLang="en-US" sz="2400" b="1" kern="1200" cap="none" spc="0" normalizeH="0" baseline="0" noProof="0" dirty="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四位二进制可逆计数器逻辑图</a:t>
              </a:r>
              <a:endParaRPr kumimoji="1" lang="zh-CN" altLang="en-US" sz="2400" b="1" kern="1200" cap="none" spc="0" normalizeH="0" baseline="0" noProof="0" dirty="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endParaRPr>
            </a:p>
          </p:txBody>
        </p:sp>
        <p:sp>
          <p:nvSpPr>
            <p:cNvPr id="27653" name="Text Box 4"/>
            <p:cNvSpPr txBox="1"/>
            <p:nvPr/>
          </p:nvSpPr>
          <p:spPr>
            <a:xfrm>
              <a:off x="1416" y="264"/>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A</a:t>
              </a:r>
              <a:endParaRPr lang="en-US" altLang="zh-CN" sz="2400" dirty="0">
                <a:latin typeface="Times New Roman" panose="02020603050405020304" pitchFamily="18" charset="0"/>
              </a:endParaRPr>
            </a:p>
          </p:txBody>
        </p:sp>
        <p:sp>
          <p:nvSpPr>
            <p:cNvPr id="27654" name="Oval 5"/>
            <p:cNvSpPr/>
            <p:nvPr/>
          </p:nvSpPr>
          <p:spPr>
            <a:xfrm>
              <a:off x="1378" y="519"/>
              <a:ext cx="63" cy="64"/>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655" name="Line 6"/>
            <p:cNvSpPr/>
            <p:nvPr/>
          </p:nvSpPr>
          <p:spPr>
            <a:xfrm flipV="1">
              <a:off x="1416" y="408"/>
              <a:ext cx="0" cy="399"/>
            </a:xfrm>
            <a:prstGeom prst="line">
              <a:avLst/>
            </a:prstGeom>
            <a:ln w="9525" cap="flat" cmpd="sng">
              <a:solidFill>
                <a:schemeClr val="tx1"/>
              </a:solidFill>
              <a:prstDash val="solid"/>
              <a:headEnd type="none" w="med" len="med"/>
              <a:tailEnd type="none" w="med" len="med"/>
            </a:ln>
          </p:spPr>
        </p:sp>
        <p:sp>
          <p:nvSpPr>
            <p:cNvPr id="27656" name="Rectangle 7"/>
            <p:cNvSpPr/>
            <p:nvPr/>
          </p:nvSpPr>
          <p:spPr>
            <a:xfrm rot="5400000">
              <a:off x="1385" y="550"/>
              <a:ext cx="362" cy="876"/>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657" name="Oval 8"/>
            <p:cNvSpPr/>
            <p:nvPr/>
          </p:nvSpPr>
          <p:spPr>
            <a:xfrm>
              <a:off x="1490" y="1169"/>
              <a:ext cx="70" cy="71"/>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658" name="Text Box 9"/>
            <p:cNvSpPr txBox="1"/>
            <p:nvPr/>
          </p:nvSpPr>
          <p:spPr>
            <a:xfrm>
              <a:off x="1402" y="883"/>
              <a:ext cx="302" cy="2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1600" dirty="0">
                  <a:latin typeface="Times New Roman" panose="02020603050405020304" pitchFamily="18" charset="0"/>
                </a:rPr>
                <a:t>T</a:t>
              </a:r>
              <a:endParaRPr lang="en-US" altLang="zh-CN" sz="1600" dirty="0">
                <a:latin typeface="Times New Roman" panose="02020603050405020304" pitchFamily="18" charset="0"/>
              </a:endParaRPr>
            </a:p>
          </p:txBody>
        </p:sp>
        <p:sp>
          <p:nvSpPr>
            <p:cNvPr id="27659" name="AutoShape 10"/>
            <p:cNvSpPr/>
            <p:nvPr/>
          </p:nvSpPr>
          <p:spPr>
            <a:xfrm>
              <a:off x="1463" y="1047"/>
              <a:ext cx="145" cy="122"/>
            </a:xfrm>
            <a:prstGeom prst="triangle">
              <a:avLst>
                <a:gd name="adj" fmla="val 50000"/>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660" name="Text Box 11"/>
            <p:cNvSpPr txBox="1"/>
            <p:nvPr/>
          </p:nvSpPr>
          <p:spPr>
            <a:xfrm>
              <a:off x="1700" y="787"/>
              <a:ext cx="259" cy="2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1600" dirty="0">
                  <a:latin typeface="Times New Roman" panose="02020603050405020304" pitchFamily="18" charset="0"/>
                </a:rPr>
                <a:t>R</a:t>
              </a:r>
              <a:endParaRPr lang="en-US" altLang="zh-CN" sz="1600" dirty="0">
                <a:latin typeface="Times New Roman" panose="02020603050405020304" pitchFamily="18" charset="0"/>
              </a:endParaRPr>
            </a:p>
          </p:txBody>
        </p:sp>
        <p:sp>
          <p:nvSpPr>
            <p:cNvPr id="27661" name="Oval 12"/>
            <p:cNvSpPr/>
            <p:nvPr/>
          </p:nvSpPr>
          <p:spPr>
            <a:xfrm>
              <a:off x="1892" y="1169"/>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662" name="Text Box 13"/>
            <p:cNvSpPr txBox="1"/>
            <p:nvPr/>
          </p:nvSpPr>
          <p:spPr>
            <a:xfrm>
              <a:off x="1164" y="931"/>
              <a:ext cx="259" cy="2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1600" dirty="0">
                  <a:latin typeface="Times New Roman" panose="02020603050405020304" pitchFamily="18" charset="0"/>
                </a:rPr>
                <a:t>S</a:t>
              </a:r>
              <a:endParaRPr lang="en-US" altLang="zh-CN" sz="1600" dirty="0">
                <a:latin typeface="Times New Roman" panose="02020603050405020304" pitchFamily="18" charset="0"/>
              </a:endParaRPr>
            </a:p>
          </p:txBody>
        </p:sp>
        <p:sp>
          <p:nvSpPr>
            <p:cNvPr id="27663" name="Oval 14"/>
            <p:cNvSpPr/>
            <p:nvPr/>
          </p:nvSpPr>
          <p:spPr>
            <a:xfrm>
              <a:off x="1176" y="1168"/>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664" name="Oval 15"/>
            <p:cNvSpPr/>
            <p:nvPr/>
          </p:nvSpPr>
          <p:spPr>
            <a:xfrm>
              <a:off x="1656" y="736"/>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665" name="Line 16"/>
            <p:cNvSpPr/>
            <p:nvPr/>
          </p:nvSpPr>
          <p:spPr>
            <a:xfrm flipV="1">
              <a:off x="1691" y="615"/>
              <a:ext cx="0" cy="118"/>
            </a:xfrm>
            <a:prstGeom prst="line">
              <a:avLst/>
            </a:prstGeom>
            <a:ln w="9525" cap="flat" cmpd="sng">
              <a:solidFill>
                <a:schemeClr val="tx1"/>
              </a:solidFill>
              <a:prstDash val="solid"/>
              <a:headEnd type="none" w="med" len="med"/>
              <a:tailEnd type="none" w="med" len="med"/>
            </a:ln>
          </p:spPr>
        </p:sp>
        <p:sp>
          <p:nvSpPr>
            <p:cNvPr id="27666" name="Oval 17"/>
            <p:cNvSpPr/>
            <p:nvPr/>
          </p:nvSpPr>
          <p:spPr>
            <a:xfrm>
              <a:off x="2546" y="519"/>
              <a:ext cx="63" cy="64"/>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667" name="Line 18"/>
            <p:cNvSpPr/>
            <p:nvPr/>
          </p:nvSpPr>
          <p:spPr>
            <a:xfrm flipV="1">
              <a:off x="2584" y="408"/>
              <a:ext cx="0" cy="399"/>
            </a:xfrm>
            <a:prstGeom prst="line">
              <a:avLst/>
            </a:prstGeom>
            <a:ln w="9525" cap="flat" cmpd="sng">
              <a:solidFill>
                <a:schemeClr val="tx1"/>
              </a:solidFill>
              <a:prstDash val="solid"/>
              <a:headEnd type="none" w="med" len="med"/>
              <a:tailEnd type="none" w="med" len="med"/>
            </a:ln>
          </p:spPr>
        </p:sp>
        <p:sp>
          <p:nvSpPr>
            <p:cNvPr id="27668" name="Rectangle 19"/>
            <p:cNvSpPr/>
            <p:nvPr/>
          </p:nvSpPr>
          <p:spPr>
            <a:xfrm rot="5400000">
              <a:off x="2553" y="550"/>
              <a:ext cx="362" cy="876"/>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669" name="Oval 20"/>
            <p:cNvSpPr/>
            <p:nvPr/>
          </p:nvSpPr>
          <p:spPr>
            <a:xfrm>
              <a:off x="2658" y="1169"/>
              <a:ext cx="70" cy="71"/>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670" name="Text Box 21"/>
            <p:cNvSpPr txBox="1"/>
            <p:nvPr/>
          </p:nvSpPr>
          <p:spPr>
            <a:xfrm>
              <a:off x="2776" y="979"/>
              <a:ext cx="302"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1800" dirty="0">
                  <a:latin typeface="Times New Roman" panose="02020603050405020304" pitchFamily="18" charset="0"/>
                  <a:sym typeface="Symbol" panose="05050102010706020507" pitchFamily="18" charset="2"/>
                </a:rPr>
                <a:t>1</a:t>
              </a:r>
              <a:endParaRPr lang="en-US" altLang="zh-CN" sz="1600" dirty="0">
                <a:latin typeface="Times New Roman" panose="02020603050405020304" pitchFamily="18" charset="0"/>
              </a:endParaRPr>
            </a:p>
          </p:txBody>
        </p:sp>
        <p:sp>
          <p:nvSpPr>
            <p:cNvPr id="27671" name="Text Box 22"/>
            <p:cNvSpPr txBox="1"/>
            <p:nvPr/>
          </p:nvSpPr>
          <p:spPr>
            <a:xfrm>
              <a:off x="2570" y="883"/>
              <a:ext cx="302" cy="2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1600" dirty="0">
                  <a:latin typeface="Times New Roman" panose="02020603050405020304" pitchFamily="18" charset="0"/>
                </a:rPr>
                <a:t>T</a:t>
              </a:r>
              <a:endParaRPr lang="en-US" altLang="zh-CN" sz="1600" dirty="0">
                <a:latin typeface="Times New Roman" panose="02020603050405020304" pitchFamily="18" charset="0"/>
              </a:endParaRPr>
            </a:p>
          </p:txBody>
        </p:sp>
        <p:sp>
          <p:nvSpPr>
            <p:cNvPr id="27672" name="AutoShape 23"/>
            <p:cNvSpPr/>
            <p:nvPr/>
          </p:nvSpPr>
          <p:spPr>
            <a:xfrm>
              <a:off x="2631" y="1047"/>
              <a:ext cx="145" cy="122"/>
            </a:xfrm>
            <a:prstGeom prst="triangle">
              <a:avLst>
                <a:gd name="adj" fmla="val 50000"/>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673" name="Text Box 24"/>
            <p:cNvSpPr txBox="1"/>
            <p:nvPr/>
          </p:nvSpPr>
          <p:spPr>
            <a:xfrm>
              <a:off x="2892" y="787"/>
              <a:ext cx="259" cy="2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1600" dirty="0">
                  <a:latin typeface="Times New Roman" panose="02020603050405020304" pitchFamily="18" charset="0"/>
                </a:rPr>
                <a:t>R</a:t>
              </a:r>
              <a:endParaRPr lang="en-US" altLang="zh-CN" sz="1600" dirty="0">
                <a:latin typeface="Times New Roman" panose="02020603050405020304" pitchFamily="18" charset="0"/>
              </a:endParaRPr>
            </a:p>
          </p:txBody>
        </p:sp>
        <p:sp>
          <p:nvSpPr>
            <p:cNvPr id="27674" name="Oval 25"/>
            <p:cNvSpPr/>
            <p:nvPr/>
          </p:nvSpPr>
          <p:spPr>
            <a:xfrm>
              <a:off x="3060" y="1169"/>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675" name="Text Box 26"/>
            <p:cNvSpPr txBox="1"/>
            <p:nvPr/>
          </p:nvSpPr>
          <p:spPr>
            <a:xfrm>
              <a:off x="2296" y="979"/>
              <a:ext cx="259" cy="2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1600" dirty="0">
                  <a:latin typeface="Times New Roman" panose="02020603050405020304" pitchFamily="18" charset="0"/>
                </a:rPr>
                <a:t>S</a:t>
              </a:r>
              <a:endParaRPr lang="en-US" altLang="zh-CN" sz="1600" dirty="0">
                <a:latin typeface="Times New Roman" panose="02020603050405020304" pitchFamily="18" charset="0"/>
              </a:endParaRPr>
            </a:p>
          </p:txBody>
        </p:sp>
        <p:sp>
          <p:nvSpPr>
            <p:cNvPr id="27676" name="Oval 27"/>
            <p:cNvSpPr/>
            <p:nvPr/>
          </p:nvSpPr>
          <p:spPr>
            <a:xfrm>
              <a:off x="2344" y="1168"/>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677" name="Oval 28"/>
            <p:cNvSpPr/>
            <p:nvPr/>
          </p:nvSpPr>
          <p:spPr>
            <a:xfrm>
              <a:off x="2824" y="736"/>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678" name="Line 29"/>
            <p:cNvSpPr/>
            <p:nvPr/>
          </p:nvSpPr>
          <p:spPr>
            <a:xfrm flipV="1">
              <a:off x="2859" y="615"/>
              <a:ext cx="0" cy="118"/>
            </a:xfrm>
            <a:prstGeom prst="line">
              <a:avLst/>
            </a:prstGeom>
            <a:ln w="9525" cap="flat" cmpd="sng">
              <a:solidFill>
                <a:schemeClr val="tx1"/>
              </a:solidFill>
              <a:prstDash val="solid"/>
              <a:headEnd type="none" w="med" len="med"/>
              <a:tailEnd type="none" w="med" len="med"/>
            </a:ln>
          </p:spPr>
        </p:sp>
        <p:sp>
          <p:nvSpPr>
            <p:cNvPr id="27679" name="Oval 30"/>
            <p:cNvSpPr/>
            <p:nvPr/>
          </p:nvSpPr>
          <p:spPr>
            <a:xfrm>
              <a:off x="3682" y="519"/>
              <a:ext cx="63" cy="64"/>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680" name="Line 31"/>
            <p:cNvSpPr/>
            <p:nvPr/>
          </p:nvSpPr>
          <p:spPr>
            <a:xfrm flipV="1">
              <a:off x="3720" y="408"/>
              <a:ext cx="0" cy="399"/>
            </a:xfrm>
            <a:prstGeom prst="line">
              <a:avLst/>
            </a:prstGeom>
            <a:ln w="9525" cap="flat" cmpd="sng">
              <a:solidFill>
                <a:schemeClr val="tx1"/>
              </a:solidFill>
              <a:prstDash val="solid"/>
              <a:headEnd type="none" w="med" len="med"/>
              <a:tailEnd type="none" w="med" len="med"/>
            </a:ln>
          </p:spPr>
        </p:sp>
        <p:sp>
          <p:nvSpPr>
            <p:cNvPr id="27681" name="Rectangle 32"/>
            <p:cNvSpPr/>
            <p:nvPr/>
          </p:nvSpPr>
          <p:spPr>
            <a:xfrm rot="5400000">
              <a:off x="3689" y="550"/>
              <a:ext cx="362" cy="876"/>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682" name="Oval 33"/>
            <p:cNvSpPr/>
            <p:nvPr/>
          </p:nvSpPr>
          <p:spPr>
            <a:xfrm>
              <a:off x="3794" y="1169"/>
              <a:ext cx="70" cy="71"/>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683" name="Text Box 34"/>
            <p:cNvSpPr txBox="1"/>
            <p:nvPr/>
          </p:nvSpPr>
          <p:spPr>
            <a:xfrm>
              <a:off x="3912" y="979"/>
              <a:ext cx="302"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1800" dirty="0">
                  <a:latin typeface="Times New Roman" panose="02020603050405020304" pitchFamily="18" charset="0"/>
                  <a:sym typeface="Symbol" panose="05050102010706020507" pitchFamily="18" charset="2"/>
                </a:rPr>
                <a:t>1</a:t>
              </a:r>
              <a:endParaRPr lang="en-US" altLang="zh-CN" sz="1600" dirty="0">
                <a:latin typeface="Times New Roman" panose="02020603050405020304" pitchFamily="18" charset="0"/>
              </a:endParaRPr>
            </a:p>
          </p:txBody>
        </p:sp>
        <p:sp>
          <p:nvSpPr>
            <p:cNvPr id="27684" name="Text Box 35"/>
            <p:cNvSpPr txBox="1"/>
            <p:nvPr/>
          </p:nvSpPr>
          <p:spPr>
            <a:xfrm>
              <a:off x="3706" y="883"/>
              <a:ext cx="302" cy="2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1600" dirty="0">
                  <a:latin typeface="Times New Roman" panose="02020603050405020304" pitchFamily="18" charset="0"/>
                </a:rPr>
                <a:t>T</a:t>
              </a:r>
              <a:endParaRPr lang="en-US" altLang="zh-CN" sz="1600" dirty="0">
                <a:latin typeface="Times New Roman" panose="02020603050405020304" pitchFamily="18" charset="0"/>
              </a:endParaRPr>
            </a:p>
          </p:txBody>
        </p:sp>
        <p:sp>
          <p:nvSpPr>
            <p:cNvPr id="27685" name="AutoShape 36"/>
            <p:cNvSpPr/>
            <p:nvPr/>
          </p:nvSpPr>
          <p:spPr>
            <a:xfrm>
              <a:off x="3767" y="1047"/>
              <a:ext cx="145" cy="122"/>
            </a:xfrm>
            <a:prstGeom prst="triangle">
              <a:avLst>
                <a:gd name="adj" fmla="val 50000"/>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686" name="Text Box 37"/>
            <p:cNvSpPr txBox="1"/>
            <p:nvPr/>
          </p:nvSpPr>
          <p:spPr>
            <a:xfrm>
              <a:off x="3980" y="799"/>
              <a:ext cx="259" cy="2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1600" dirty="0">
                  <a:latin typeface="Times New Roman" panose="02020603050405020304" pitchFamily="18" charset="0"/>
                </a:rPr>
                <a:t>R</a:t>
              </a:r>
              <a:endParaRPr lang="en-US" altLang="zh-CN" sz="1600" dirty="0">
                <a:latin typeface="Times New Roman" panose="02020603050405020304" pitchFamily="18" charset="0"/>
              </a:endParaRPr>
            </a:p>
          </p:txBody>
        </p:sp>
        <p:sp>
          <p:nvSpPr>
            <p:cNvPr id="27687" name="Oval 38"/>
            <p:cNvSpPr/>
            <p:nvPr/>
          </p:nvSpPr>
          <p:spPr>
            <a:xfrm>
              <a:off x="4196" y="1169"/>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688" name="Text Box 39"/>
            <p:cNvSpPr txBox="1"/>
            <p:nvPr/>
          </p:nvSpPr>
          <p:spPr>
            <a:xfrm>
              <a:off x="3432" y="979"/>
              <a:ext cx="259" cy="2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1600" dirty="0">
                  <a:latin typeface="Times New Roman" panose="02020603050405020304" pitchFamily="18" charset="0"/>
                </a:rPr>
                <a:t>S</a:t>
              </a:r>
              <a:endParaRPr lang="en-US" altLang="zh-CN" sz="1600" dirty="0">
                <a:latin typeface="Times New Roman" panose="02020603050405020304" pitchFamily="18" charset="0"/>
              </a:endParaRPr>
            </a:p>
          </p:txBody>
        </p:sp>
        <p:sp>
          <p:nvSpPr>
            <p:cNvPr id="27689" name="Oval 40"/>
            <p:cNvSpPr/>
            <p:nvPr/>
          </p:nvSpPr>
          <p:spPr>
            <a:xfrm>
              <a:off x="3480" y="1168"/>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690" name="Oval 41"/>
            <p:cNvSpPr/>
            <p:nvPr/>
          </p:nvSpPr>
          <p:spPr>
            <a:xfrm>
              <a:off x="3960" y="736"/>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691" name="Line 42"/>
            <p:cNvSpPr/>
            <p:nvPr/>
          </p:nvSpPr>
          <p:spPr>
            <a:xfrm flipV="1">
              <a:off x="3995" y="615"/>
              <a:ext cx="0" cy="118"/>
            </a:xfrm>
            <a:prstGeom prst="line">
              <a:avLst/>
            </a:prstGeom>
            <a:ln w="9525" cap="flat" cmpd="sng">
              <a:solidFill>
                <a:schemeClr val="tx1"/>
              </a:solidFill>
              <a:prstDash val="solid"/>
              <a:headEnd type="none" w="med" len="med"/>
              <a:tailEnd type="none" w="med" len="med"/>
            </a:ln>
          </p:spPr>
        </p:sp>
        <p:sp>
          <p:nvSpPr>
            <p:cNvPr id="27692" name="Oval 43"/>
            <p:cNvSpPr/>
            <p:nvPr/>
          </p:nvSpPr>
          <p:spPr>
            <a:xfrm>
              <a:off x="4834" y="519"/>
              <a:ext cx="63" cy="64"/>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693" name="Line 44"/>
            <p:cNvSpPr/>
            <p:nvPr/>
          </p:nvSpPr>
          <p:spPr>
            <a:xfrm flipV="1">
              <a:off x="4872" y="408"/>
              <a:ext cx="0" cy="399"/>
            </a:xfrm>
            <a:prstGeom prst="line">
              <a:avLst/>
            </a:prstGeom>
            <a:ln w="9525" cap="flat" cmpd="sng">
              <a:solidFill>
                <a:schemeClr val="tx1"/>
              </a:solidFill>
              <a:prstDash val="solid"/>
              <a:headEnd type="none" w="med" len="med"/>
              <a:tailEnd type="none" w="med" len="med"/>
            </a:ln>
          </p:spPr>
        </p:sp>
        <p:sp>
          <p:nvSpPr>
            <p:cNvPr id="27694" name="Rectangle 45"/>
            <p:cNvSpPr/>
            <p:nvPr/>
          </p:nvSpPr>
          <p:spPr>
            <a:xfrm rot="5400000">
              <a:off x="4841" y="550"/>
              <a:ext cx="362" cy="876"/>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695" name="Oval 46"/>
            <p:cNvSpPr/>
            <p:nvPr/>
          </p:nvSpPr>
          <p:spPr>
            <a:xfrm>
              <a:off x="4946" y="1169"/>
              <a:ext cx="70" cy="71"/>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696" name="Text Box 47"/>
            <p:cNvSpPr txBox="1"/>
            <p:nvPr/>
          </p:nvSpPr>
          <p:spPr>
            <a:xfrm>
              <a:off x="5064" y="979"/>
              <a:ext cx="302"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1800" dirty="0">
                  <a:latin typeface="Times New Roman" panose="02020603050405020304" pitchFamily="18" charset="0"/>
                  <a:sym typeface="Symbol" panose="05050102010706020507" pitchFamily="18" charset="2"/>
                </a:rPr>
                <a:t>1</a:t>
              </a:r>
              <a:endParaRPr lang="en-US" altLang="zh-CN" sz="1600" dirty="0">
                <a:latin typeface="Times New Roman" panose="02020603050405020304" pitchFamily="18" charset="0"/>
              </a:endParaRPr>
            </a:p>
          </p:txBody>
        </p:sp>
        <p:sp>
          <p:nvSpPr>
            <p:cNvPr id="27697" name="Text Box 48"/>
            <p:cNvSpPr txBox="1"/>
            <p:nvPr/>
          </p:nvSpPr>
          <p:spPr>
            <a:xfrm>
              <a:off x="4858" y="883"/>
              <a:ext cx="302" cy="2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1600" dirty="0">
                  <a:latin typeface="Times New Roman" panose="02020603050405020304" pitchFamily="18" charset="0"/>
                </a:rPr>
                <a:t>T</a:t>
              </a:r>
              <a:endParaRPr lang="en-US" altLang="zh-CN" sz="1600" dirty="0">
                <a:latin typeface="Times New Roman" panose="02020603050405020304" pitchFamily="18" charset="0"/>
              </a:endParaRPr>
            </a:p>
          </p:txBody>
        </p:sp>
        <p:sp>
          <p:nvSpPr>
            <p:cNvPr id="27698" name="AutoShape 49"/>
            <p:cNvSpPr/>
            <p:nvPr/>
          </p:nvSpPr>
          <p:spPr>
            <a:xfrm>
              <a:off x="4919" y="1047"/>
              <a:ext cx="145" cy="122"/>
            </a:xfrm>
            <a:prstGeom prst="triangle">
              <a:avLst>
                <a:gd name="adj" fmla="val 50000"/>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699" name="Text Box 50"/>
            <p:cNvSpPr txBox="1"/>
            <p:nvPr/>
          </p:nvSpPr>
          <p:spPr>
            <a:xfrm>
              <a:off x="5156" y="787"/>
              <a:ext cx="259" cy="2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1600" dirty="0">
                  <a:latin typeface="Times New Roman" panose="02020603050405020304" pitchFamily="18" charset="0"/>
                </a:rPr>
                <a:t>R</a:t>
              </a:r>
              <a:endParaRPr lang="en-US" altLang="zh-CN" sz="1600" dirty="0">
                <a:latin typeface="Times New Roman" panose="02020603050405020304" pitchFamily="18" charset="0"/>
              </a:endParaRPr>
            </a:p>
          </p:txBody>
        </p:sp>
        <p:sp>
          <p:nvSpPr>
            <p:cNvPr id="27700" name="Oval 51"/>
            <p:cNvSpPr/>
            <p:nvPr/>
          </p:nvSpPr>
          <p:spPr>
            <a:xfrm>
              <a:off x="5348" y="1169"/>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701" name="Text Box 52"/>
            <p:cNvSpPr txBox="1"/>
            <p:nvPr/>
          </p:nvSpPr>
          <p:spPr>
            <a:xfrm>
              <a:off x="4584" y="979"/>
              <a:ext cx="259" cy="2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1600" dirty="0">
                  <a:latin typeface="Times New Roman" panose="02020603050405020304" pitchFamily="18" charset="0"/>
                </a:rPr>
                <a:t>S</a:t>
              </a:r>
              <a:endParaRPr lang="en-US" altLang="zh-CN" sz="1600" dirty="0">
                <a:latin typeface="Times New Roman" panose="02020603050405020304" pitchFamily="18" charset="0"/>
              </a:endParaRPr>
            </a:p>
          </p:txBody>
        </p:sp>
        <p:sp>
          <p:nvSpPr>
            <p:cNvPr id="27702" name="Oval 53"/>
            <p:cNvSpPr/>
            <p:nvPr/>
          </p:nvSpPr>
          <p:spPr>
            <a:xfrm>
              <a:off x="4632" y="1168"/>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703" name="Oval 54"/>
            <p:cNvSpPr/>
            <p:nvPr/>
          </p:nvSpPr>
          <p:spPr>
            <a:xfrm>
              <a:off x="5112" y="736"/>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704" name="Line 55"/>
            <p:cNvSpPr/>
            <p:nvPr/>
          </p:nvSpPr>
          <p:spPr>
            <a:xfrm flipV="1">
              <a:off x="5147" y="615"/>
              <a:ext cx="0" cy="118"/>
            </a:xfrm>
            <a:prstGeom prst="line">
              <a:avLst/>
            </a:prstGeom>
            <a:ln w="9525" cap="flat" cmpd="sng">
              <a:solidFill>
                <a:schemeClr val="tx1"/>
              </a:solidFill>
              <a:prstDash val="solid"/>
              <a:headEnd type="none" w="med" len="med"/>
              <a:tailEnd type="none" w="med" len="med"/>
            </a:ln>
          </p:spPr>
        </p:sp>
        <p:sp>
          <p:nvSpPr>
            <p:cNvPr id="27705" name="Text Box 56"/>
            <p:cNvSpPr txBox="1"/>
            <p:nvPr/>
          </p:nvSpPr>
          <p:spPr>
            <a:xfrm>
              <a:off x="2568" y="264"/>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B</a:t>
              </a:r>
              <a:endParaRPr lang="en-US" altLang="zh-CN" sz="2400" dirty="0">
                <a:latin typeface="Times New Roman" panose="02020603050405020304" pitchFamily="18" charset="0"/>
              </a:endParaRPr>
            </a:p>
          </p:txBody>
        </p:sp>
        <p:sp>
          <p:nvSpPr>
            <p:cNvPr id="27706" name="Text Box 57"/>
            <p:cNvSpPr txBox="1"/>
            <p:nvPr/>
          </p:nvSpPr>
          <p:spPr>
            <a:xfrm>
              <a:off x="3720" y="264"/>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C</a:t>
              </a:r>
              <a:endParaRPr lang="en-US" altLang="zh-CN" sz="2400" dirty="0">
                <a:latin typeface="Times New Roman" panose="02020603050405020304" pitchFamily="18" charset="0"/>
              </a:endParaRPr>
            </a:p>
          </p:txBody>
        </p:sp>
        <p:sp>
          <p:nvSpPr>
            <p:cNvPr id="27707" name="Text Box 58"/>
            <p:cNvSpPr txBox="1"/>
            <p:nvPr/>
          </p:nvSpPr>
          <p:spPr>
            <a:xfrm>
              <a:off x="4872" y="264"/>
              <a:ext cx="48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D</a:t>
              </a:r>
              <a:endParaRPr lang="en-US" altLang="zh-CN" sz="2400" dirty="0">
                <a:latin typeface="Times New Roman" panose="02020603050405020304" pitchFamily="18" charset="0"/>
              </a:endParaRPr>
            </a:p>
          </p:txBody>
        </p:sp>
        <p:grpSp>
          <p:nvGrpSpPr>
            <p:cNvPr id="27708" name="Group 59"/>
            <p:cNvGrpSpPr/>
            <p:nvPr/>
          </p:nvGrpSpPr>
          <p:grpSpPr>
            <a:xfrm>
              <a:off x="1752" y="1464"/>
              <a:ext cx="302" cy="359"/>
              <a:chOff x="672" y="3961"/>
              <a:chExt cx="302" cy="359"/>
            </a:xfrm>
          </p:grpSpPr>
          <p:grpSp>
            <p:nvGrpSpPr>
              <p:cNvPr id="27975" name="Group 60"/>
              <p:cNvGrpSpPr/>
              <p:nvPr/>
            </p:nvGrpSpPr>
            <p:grpSpPr>
              <a:xfrm>
                <a:off x="672" y="4032"/>
                <a:ext cx="302" cy="288"/>
                <a:chOff x="1728" y="1872"/>
                <a:chExt cx="336" cy="312"/>
              </a:xfrm>
            </p:grpSpPr>
            <p:sp>
              <p:nvSpPr>
                <p:cNvPr id="27977" name="Rectangle 61"/>
                <p:cNvSpPr/>
                <p:nvPr/>
              </p:nvSpPr>
              <p:spPr>
                <a:xfrm>
                  <a:off x="1728" y="1872"/>
                  <a:ext cx="336" cy="240"/>
                </a:xfrm>
                <a:prstGeom prst="rect">
                  <a:avLst/>
                </a:prstGeom>
                <a:solidFill>
                  <a:srgbClr val="CCFFCC"/>
                </a:solidFill>
                <a:ln w="9525" cap="flat" cmpd="sng">
                  <a:solidFill>
                    <a:srgbClr val="3333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978" name="Text Box 62"/>
                <p:cNvSpPr txBox="1"/>
                <p:nvPr/>
              </p:nvSpPr>
              <p:spPr>
                <a:xfrm>
                  <a:off x="1776" y="1872"/>
                  <a:ext cx="240" cy="3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2400" dirty="0">
                      <a:latin typeface="Times New Roman" panose="02020603050405020304" pitchFamily="18" charset="0"/>
                    </a:rPr>
                    <a:t>&amp;</a:t>
                  </a:r>
                  <a:endParaRPr lang="en-US" altLang="zh-CN" sz="2400" dirty="0">
                    <a:latin typeface="Times New Roman" panose="02020603050405020304" pitchFamily="18" charset="0"/>
                  </a:endParaRPr>
                </a:p>
              </p:txBody>
            </p:sp>
          </p:grpSp>
          <p:sp>
            <p:nvSpPr>
              <p:cNvPr id="27976" name="Oval 63"/>
              <p:cNvSpPr/>
              <p:nvPr/>
            </p:nvSpPr>
            <p:spPr>
              <a:xfrm>
                <a:off x="788" y="3961"/>
                <a:ext cx="70" cy="71"/>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grpSp>
        <p:grpSp>
          <p:nvGrpSpPr>
            <p:cNvPr id="27709" name="Group 64"/>
            <p:cNvGrpSpPr/>
            <p:nvPr/>
          </p:nvGrpSpPr>
          <p:grpSpPr>
            <a:xfrm>
              <a:off x="2931" y="1464"/>
              <a:ext cx="302" cy="359"/>
              <a:chOff x="672" y="3961"/>
              <a:chExt cx="302" cy="359"/>
            </a:xfrm>
          </p:grpSpPr>
          <p:grpSp>
            <p:nvGrpSpPr>
              <p:cNvPr id="27971" name="Group 65"/>
              <p:cNvGrpSpPr/>
              <p:nvPr/>
            </p:nvGrpSpPr>
            <p:grpSpPr>
              <a:xfrm>
                <a:off x="672" y="4032"/>
                <a:ext cx="302" cy="288"/>
                <a:chOff x="1728" y="1872"/>
                <a:chExt cx="336" cy="312"/>
              </a:xfrm>
            </p:grpSpPr>
            <p:sp>
              <p:nvSpPr>
                <p:cNvPr id="27973" name="Rectangle 66"/>
                <p:cNvSpPr/>
                <p:nvPr/>
              </p:nvSpPr>
              <p:spPr>
                <a:xfrm>
                  <a:off x="1728" y="1872"/>
                  <a:ext cx="336" cy="240"/>
                </a:xfrm>
                <a:prstGeom prst="rect">
                  <a:avLst/>
                </a:prstGeom>
                <a:solidFill>
                  <a:srgbClr val="CCFFCC"/>
                </a:solidFill>
                <a:ln w="9525" cap="flat" cmpd="sng">
                  <a:solidFill>
                    <a:srgbClr val="3333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974" name="Text Box 67"/>
                <p:cNvSpPr txBox="1"/>
                <p:nvPr/>
              </p:nvSpPr>
              <p:spPr>
                <a:xfrm>
                  <a:off x="1776" y="1872"/>
                  <a:ext cx="240" cy="3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2400" dirty="0">
                      <a:latin typeface="Times New Roman" panose="02020603050405020304" pitchFamily="18" charset="0"/>
                    </a:rPr>
                    <a:t>&amp;</a:t>
                  </a:r>
                  <a:endParaRPr lang="en-US" altLang="zh-CN" sz="2400" dirty="0">
                    <a:latin typeface="Times New Roman" panose="02020603050405020304" pitchFamily="18" charset="0"/>
                  </a:endParaRPr>
                </a:p>
              </p:txBody>
            </p:sp>
          </p:grpSp>
          <p:sp>
            <p:nvSpPr>
              <p:cNvPr id="27972" name="Oval 68"/>
              <p:cNvSpPr/>
              <p:nvPr/>
            </p:nvSpPr>
            <p:spPr>
              <a:xfrm>
                <a:off x="788" y="3961"/>
                <a:ext cx="70" cy="71"/>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grpSp>
        <p:grpSp>
          <p:nvGrpSpPr>
            <p:cNvPr id="27710" name="Group 69"/>
            <p:cNvGrpSpPr/>
            <p:nvPr/>
          </p:nvGrpSpPr>
          <p:grpSpPr>
            <a:xfrm>
              <a:off x="4090" y="1464"/>
              <a:ext cx="302" cy="359"/>
              <a:chOff x="672" y="3961"/>
              <a:chExt cx="302" cy="359"/>
            </a:xfrm>
          </p:grpSpPr>
          <p:grpSp>
            <p:nvGrpSpPr>
              <p:cNvPr id="27967" name="Group 70"/>
              <p:cNvGrpSpPr/>
              <p:nvPr/>
            </p:nvGrpSpPr>
            <p:grpSpPr>
              <a:xfrm>
                <a:off x="672" y="4032"/>
                <a:ext cx="302" cy="288"/>
                <a:chOff x="1728" y="1872"/>
                <a:chExt cx="336" cy="312"/>
              </a:xfrm>
            </p:grpSpPr>
            <p:sp>
              <p:nvSpPr>
                <p:cNvPr id="27969" name="Rectangle 71"/>
                <p:cNvSpPr/>
                <p:nvPr/>
              </p:nvSpPr>
              <p:spPr>
                <a:xfrm>
                  <a:off x="1728" y="1872"/>
                  <a:ext cx="336" cy="240"/>
                </a:xfrm>
                <a:prstGeom prst="rect">
                  <a:avLst/>
                </a:prstGeom>
                <a:solidFill>
                  <a:srgbClr val="CCFFCC"/>
                </a:solidFill>
                <a:ln w="9525" cap="flat" cmpd="sng">
                  <a:solidFill>
                    <a:srgbClr val="3333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970" name="Text Box 72"/>
                <p:cNvSpPr txBox="1"/>
                <p:nvPr/>
              </p:nvSpPr>
              <p:spPr>
                <a:xfrm>
                  <a:off x="1776" y="1872"/>
                  <a:ext cx="240" cy="3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2400" dirty="0">
                      <a:latin typeface="Times New Roman" panose="02020603050405020304" pitchFamily="18" charset="0"/>
                    </a:rPr>
                    <a:t>&amp;</a:t>
                  </a:r>
                  <a:endParaRPr lang="en-US" altLang="zh-CN" sz="2400" dirty="0">
                    <a:latin typeface="Times New Roman" panose="02020603050405020304" pitchFamily="18" charset="0"/>
                  </a:endParaRPr>
                </a:p>
              </p:txBody>
            </p:sp>
          </p:grpSp>
          <p:sp>
            <p:nvSpPr>
              <p:cNvPr id="27968" name="Oval 73"/>
              <p:cNvSpPr/>
              <p:nvPr/>
            </p:nvSpPr>
            <p:spPr>
              <a:xfrm>
                <a:off x="788" y="3961"/>
                <a:ext cx="70" cy="71"/>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grpSp>
        <p:grpSp>
          <p:nvGrpSpPr>
            <p:cNvPr id="27711" name="Group 74"/>
            <p:cNvGrpSpPr/>
            <p:nvPr/>
          </p:nvGrpSpPr>
          <p:grpSpPr>
            <a:xfrm>
              <a:off x="5242" y="1464"/>
              <a:ext cx="302" cy="359"/>
              <a:chOff x="672" y="3961"/>
              <a:chExt cx="302" cy="359"/>
            </a:xfrm>
          </p:grpSpPr>
          <p:grpSp>
            <p:nvGrpSpPr>
              <p:cNvPr id="27963" name="Group 75"/>
              <p:cNvGrpSpPr/>
              <p:nvPr/>
            </p:nvGrpSpPr>
            <p:grpSpPr>
              <a:xfrm>
                <a:off x="672" y="4032"/>
                <a:ext cx="302" cy="288"/>
                <a:chOff x="1728" y="1872"/>
                <a:chExt cx="336" cy="312"/>
              </a:xfrm>
            </p:grpSpPr>
            <p:sp>
              <p:nvSpPr>
                <p:cNvPr id="27965" name="Rectangle 76"/>
                <p:cNvSpPr/>
                <p:nvPr/>
              </p:nvSpPr>
              <p:spPr>
                <a:xfrm>
                  <a:off x="1728" y="1872"/>
                  <a:ext cx="336" cy="240"/>
                </a:xfrm>
                <a:prstGeom prst="rect">
                  <a:avLst/>
                </a:prstGeom>
                <a:solidFill>
                  <a:srgbClr val="CCFFCC"/>
                </a:solidFill>
                <a:ln w="9525" cap="flat" cmpd="sng">
                  <a:solidFill>
                    <a:srgbClr val="3333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966" name="Text Box 77"/>
                <p:cNvSpPr txBox="1"/>
                <p:nvPr/>
              </p:nvSpPr>
              <p:spPr>
                <a:xfrm>
                  <a:off x="1776" y="1872"/>
                  <a:ext cx="240" cy="3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2400" dirty="0">
                      <a:latin typeface="Times New Roman" panose="02020603050405020304" pitchFamily="18" charset="0"/>
                    </a:rPr>
                    <a:t>&amp;</a:t>
                  </a:r>
                  <a:endParaRPr lang="en-US" altLang="zh-CN" sz="2400" dirty="0">
                    <a:latin typeface="Times New Roman" panose="02020603050405020304" pitchFamily="18" charset="0"/>
                  </a:endParaRPr>
                </a:p>
              </p:txBody>
            </p:sp>
          </p:grpSp>
          <p:sp>
            <p:nvSpPr>
              <p:cNvPr id="27964" name="Oval 78"/>
              <p:cNvSpPr/>
              <p:nvPr/>
            </p:nvSpPr>
            <p:spPr>
              <a:xfrm>
                <a:off x="788" y="3961"/>
                <a:ext cx="70" cy="71"/>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grpSp>
        <p:sp>
          <p:nvSpPr>
            <p:cNvPr id="27712" name="Line 79"/>
            <p:cNvSpPr/>
            <p:nvPr/>
          </p:nvSpPr>
          <p:spPr>
            <a:xfrm>
              <a:off x="1921" y="1237"/>
              <a:ext cx="0" cy="227"/>
            </a:xfrm>
            <a:prstGeom prst="line">
              <a:avLst/>
            </a:prstGeom>
            <a:ln w="9525" cap="flat" cmpd="sng">
              <a:solidFill>
                <a:schemeClr val="tx1"/>
              </a:solidFill>
              <a:prstDash val="solid"/>
              <a:headEnd type="none" w="med" len="med"/>
              <a:tailEnd type="none" w="med" len="med"/>
            </a:ln>
          </p:spPr>
        </p:sp>
        <p:sp>
          <p:nvSpPr>
            <p:cNvPr id="27713" name="Line 80"/>
            <p:cNvSpPr/>
            <p:nvPr/>
          </p:nvSpPr>
          <p:spPr>
            <a:xfrm>
              <a:off x="3096" y="1237"/>
              <a:ext cx="0" cy="227"/>
            </a:xfrm>
            <a:prstGeom prst="line">
              <a:avLst/>
            </a:prstGeom>
            <a:ln w="9525" cap="flat" cmpd="sng">
              <a:solidFill>
                <a:schemeClr val="tx1"/>
              </a:solidFill>
              <a:prstDash val="solid"/>
              <a:headEnd type="none" w="med" len="med"/>
              <a:tailEnd type="none" w="med" len="med"/>
            </a:ln>
          </p:spPr>
        </p:sp>
        <p:sp>
          <p:nvSpPr>
            <p:cNvPr id="27714" name="Line 81"/>
            <p:cNvSpPr/>
            <p:nvPr/>
          </p:nvSpPr>
          <p:spPr>
            <a:xfrm>
              <a:off x="4236" y="1237"/>
              <a:ext cx="0" cy="227"/>
            </a:xfrm>
            <a:prstGeom prst="line">
              <a:avLst/>
            </a:prstGeom>
            <a:ln w="9525" cap="flat" cmpd="sng">
              <a:solidFill>
                <a:schemeClr val="tx1"/>
              </a:solidFill>
              <a:prstDash val="solid"/>
              <a:headEnd type="none" w="med" len="med"/>
              <a:tailEnd type="none" w="med" len="med"/>
            </a:ln>
          </p:spPr>
        </p:sp>
        <p:sp>
          <p:nvSpPr>
            <p:cNvPr id="27715" name="Line 82"/>
            <p:cNvSpPr/>
            <p:nvPr/>
          </p:nvSpPr>
          <p:spPr>
            <a:xfrm>
              <a:off x="5400" y="1237"/>
              <a:ext cx="0" cy="227"/>
            </a:xfrm>
            <a:prstGeom prst="line">
              <a:avLst/>
            </a:prstGeom>
            <a:ln w="9525" cap="flat" cmpd="sng">
              <a:solidFill>
                <a:schemeClr val="tx1"/>
              </a:solidFill>
              <a:prstDash val="solid"/>
              <a:headEnd type="none" w="med" len="med"/>
              <a:tailEnd type="none" w="med" len="med"/>
            </a:ln>
          </p:spPr>
        </p:sp>
        <p:grpSp>
          <p:nvGrpSpPr>
            <p:cNvPr id="27716" name="Group 83"/>
            <p:cNvGrpSpPr/>
            <p:nvPr/>
          </p:nvGrpSpPr>
          <p:grpSpPr>
            <a:xfrm>
              <a:off x="1128" y="1921"/>
              <a:ext cx="192" cy="255"/>
              <a:chOff x="1056" y="1849"/>
              <a:chExt cx="240" cy="246"/>
            </a:xfrm>
          </p:grpSpPr>
          <p:sp>
            <p:nvSpPr>
              <p:cNvPr id="27960" name="Rectangle 84"/>
              <p:cNvSpPr/>
              <p:nvPr/>
            </p:nvSpPr>
            <p:spPr>
              <a:xfrm>
                <a:off x="1056" y="1895"/>
                <a:ext cx="240" cy="143"/>
              </a:xfrm>
              <a:prstGeom prst="rect">
                <a:avLst/>
              </a:prstGeom>
              <a:solidFill>
                <a:srgbClr val="00FFFF"/>
              </a:solidFill>
              <a:ln w="9525" cap="flat" cmpd="sng">
                <a:solidFill>
                  <a:srgbClr val="3333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961" name="Text Box 85"/>
              <p:cNvSpPr txBox="1"/>
              <p:nvPr/>
            </p:nvSpPr>
            <p:spPr>
              <a:xfrm>
                <a:off x="1056" y="1872"/>
                <a:ext cx="173" cy="22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1800" dirty="0">
                    <a:latin typeface="Times New Roman" panose="02020603050405020304" pitchFamily="18" charset="0"/>
                  </a:rPr>
                  <a:t>&amp;</a:t>
                </a:r>
                <a:endParaRPr lang="en-US" altLang="zh-CN" sz="2400" dirty="0">
                  <a:latin typeface="Times New Roman" panose="02020603050405020304" pitchFamily="18" charset="0"/>
                </a:endParaRPr>
              </a:p>
            </p:txBody>
          </p:sp>
          <p:sp>
            <p:nvSpPr>
              <p:cNvPr id="27962" name="Oval 86"/>
              <p:cNvSpPr/>
              <p:nvPr/>
            </p:nvSpPr>
            <p:spPr>
              <a:xfrm>
                <a:off x="1148" y="1849"/>
                <a:ext cx="56" cy="46"/>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grpSp>
        <p:sp>
          <p:nvSpPr>
            <p:cNvPr id="27717" name="Line 87"/>
            <p:cNvSpPr/>
            <p:nvPr/>
          </p:nvSpPr>
          <p:spPr>
            <a:xfrm>
              <a:off x="1223" y="1241"/>
              <a:ext cx="0" cy="703"/>
            </a:xfrm>
            <a:prstGeom prst="line">
              <a:avLst/>
            </a:prstGeom>
            <a:ln w="9525" cap="flat" cmpd="sng">
              <a:solidFill>
                <a:schemeClr val="tx1"/>
              </a:solidFill>
              <a:prstDash val="solid"/>
              <a:headEnd type="none" w="med" len="med"/>
              <a:tailEnd type="none" w="med" len="med"/>
            </a:ln>
          </p:spPr>
        </p:sp>
        <p:grpSp>
          <p:nvGrpSpPr>
            <p:cNvPr id="27718" name="Group 88"/>
            <p:cNvGrpSpPr/>
            <p:nvPr/>
          </p:nvGrpSpPr>
          <p:grpSpPr>
            <a:xfrm>
              <a:off x="2568" y="1896"/>
              <a:ext cx="528" cy="288"/>
              <a:chOff x="4032" y="2880"/>
              <a:chExt cx="672" cy="288"/>
            </a:xfrm>
          </p:grpSpPr>
          <p:sp>
            <p:nvSpPr>
              <p:cNvPr id="27954" name="Rectangle 89"/>
              <p:cNvSpPr/>
              <p:nvPr/>
            </p:nvSpPr>
            <p:spPr>
              <a:xfrm>
                <a:off x="4032" y="2906"/>
                <a:ext cx="672" cy="214"/>
              </a:xfrm>
              <a:prstGeom prst="rect">
                <a:avLst/>
              </a:prstGeom>
              <a:solidFill>
                <a:srgbClr val="99CCFF"/>
              </a:solidFill>
              <a:ln w="9525" cap="flat" cmpd="sng">
                <a:solidFill>
                  <a:srgbClr val="3333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955" name="Text Box 90"/>
              <p:cNvSpPr txBox="1"/>
              <p:nvPr/>
            </p:nvSpPr>
            <p:spPr>
              <a:xfrm>
                <a:off x="4128" y="2976"/>
                <a:ext cx="192" cy="19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1400" dirty="0">
                    <a:latin typeface="Times New Roman" panose="02020603050405020304" pitchFamily="18" charset="0"/>
                  </a:rPr>
                  <a:t>&amp;</a:t>
                </a:r>
                <a:endParaRPr lang="en-US" altLang="zh-CN" sz="1600" dirty="0">
                  <a:latin typeface="Times New Roman" panose="02020603050405020304" pitchFamily="18" charset="0"/>
                </a:endParaRPr>
              </a:p>
            </p:txBody>
          </p:sp>
          <p:sp>
            <p:nvSpPr>
              <p:cNvPr id="27956" name="Text Box 91"/>
              <p:cNvSpPr txBox="1"/>
              <p:nvPr/>
            </p:nvSpPr>
            <p:spPr>
              <a:xfrm>
                <a:off x="4512" y="2976"/>
                <a:ext cx="192" cy="19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1400" dirty="0">
                    <a:latin typeface="Times New Roman" panose="02020603050405020304" pitchFamily="18" charset="0"/>
                  </a:rPr>
                  <a:t>&amp;</a:t>
                </a:r>
                <a:endParaRPr lang="en-US" altLang="zh-CN" sz="1600" dirty="0">
                  <a:latin typeface="Times New Roman" panose="02020603050405020304" pitchFamily="18" charset="0"/>
                </a:endParaRPr>
              </a:p>
            </p:txBody>
          </p:sp>
          <p:sp>
            <p:nvSpPr>
              <p:cNvPr id="27957" name="Line 92"/>
              <p:cNvSpPr/>
              <p:nvPr/>
            </p:nvSpPr>
            <p:spPr>
              <a:xfrm>
                <a:off x="4032" y="3024"/>
                <a:ext cx="672" cy="0"/>
              </a:xfrm>
              <a:prstGeom prst="line">
                <a:avLst/>
              </a:prstGeom>
              <a:ln w="9525" cap="flat" cmpd="sng">
                <a:solidFill>
                  <a:schemeClr val="tx1"/>
                </a:solidFill>
                <a:prstDash val="solid"/>
                <a:headEnd type="none" w="med" len="med"/>
                <a:tailEnd type="none" w="med" len="med"/>
              </a:ln>
            </p:spPr>
          </p:sp>
          <p:sp>
            <p:nvSpPr>
              <p:cNvPr id="27958" name="Line 93"/>
              <p:cNvSpPr/>
              <p:nvPr/>
            </p:nvSpPr>
            <p:spPr>
              <a:xfrm>
                <a:off x="4416" y="3024"/>
                <a:ext cx="0" cy="96"/>
              </a:xfrm>
              <a:prstGeom prst="line">
                <a:avLst/>
              </a:prstGeom>
              <a:ln w="9525" cap="flat" cmpd="sng">
                <a:solidFill>
                  <a:schemeClr val="tx1"/>
                </a:solidFill>
                <a:prstDash val="solid"/>
                <a:headEnd type="none" w="med" len="med"/>
                <a:tailEnd type="none" w="med" len="med"/>
              </a:ln>
            </p:spPr>
          </p:sp>
          <p:sp>
            <p:nvSpPr>
              <p:cNvPr id="27959" name="Text Box 94"/>
              <p:cNvSpPr txBox="1"/>
              <p:nvPr/>
            </p:nvSpPr>
            <p:spPr>
              <a:xfrm>
                <a:off x="4176" y="2880"/>
                <a:ext cx="287" cy="17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1200" dirty="0">
                    <a:latin typeface="Times New Roman" panose="02020603050405020304" pitchFamily="18" charset="0"/>
                    <a:sym typeface="Symbol" panose="05050102010706020507" pitchFamily="18" charset="2"/>
                  </a:rPr>
                  <a:t>1</a:t>
                </a:r>
                <a:endParaRPr lang="en-US" altLang="zh-CN" sz="1400" dirty="0">
                  <a:latin typeface="Times New Roman" panose="02020603050405020304" pitchFamily="18" charset="0"/>
                  <a:sym typeface="Symbol" panose="05050102010706020507" pitchFamily="18" charset="2"/>
                </a:endParaRPr>
              </a:p>
            </p:txBody>
          </p:sp>
        </p:grpSp>
        <p:grpSp>
          <p:nvGrpSpPr>
            <p:cNvPr id="27719" name="Group 95"/>
            <p:cNvGrpSpPr/>
            <p:nvPr/>
          </p:nvGrpSpPr>
          <p:grpSpPr>
            <a:xfrm>
              <a:off x="2254" y="1944"/>
              <a:ext cx="240" cy="254"/>
              <a:chOff x="1056" y="1849"/>
              <a:chExt cx="240" cy="254"/>
            </a:xfrm>
          </p:grpSpPr>
          <p:sp>
            <p:nvSpPr>
              <p:cNvPr id="27951" name="Rectangle 96"/>
              <p:cNvSpPr/>
              <p:nvPr/>
            </p:nvSpPr>
            <p:spPr>
              <a:xfrm>
                <a:off x="1056" y="1895"/>
                <a:ext cx="240" cy="143"/>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952" name="Text Box 97"/>
              <p:cNvSpPr txBox="1"/>
              <p:nvPr/>
            </p:nvSpPr>
            <p:spPr>
              <a:xfrm>
                <a:off x="1056" y="1872"/>
                <a:ext cx="172"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1800" dirty="0">
                    <a:latin typeface="Times New Roman" panose="02020603050405020304" pitchFamily="18" charset="0"/>
                  </a:rPr>
                  <a:t>&amp;</a:t>
                </a:r>
                <a:endParaRPr lang="en-US" altLang="zh-CN" sz="2400" dirty="0">
                  <a:latin typeface="Times New Roman" panose="02020603050405020304" pitchFamily="18" charset="0"/>
                </a:endParaRPr>
              </a:p>
            </p:txBody>
          </p:sp>
          <p:sp>
            <p:nvSpPr>
              <p:cNvPr id="27953" name="Oval 98"/>
              <p:cNvSpPr/>
              <p:nvPr/>
            </p:nvSpPr>
            <p:spPr>
              <a:xfrm>
                <a:off x="1148" y="1849"/>
                <a:ext cx="56" cy="46"/>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grpSp>
        <p:sp>
          <p:nvSpPr>
            <p:cNvPr id="27720" name="Line 99"/>
            <p:cNvSpPr/>
            <p:nvPr/>
          </p:nvSpPr>
          <p:spPr>
            <a:xfrm>
              <a:off x="2376" y="1241"/>
              <a:ext cx="0" cy="703"/>
            </a:xfrm>
            <a:prstGeom prst="line">
              <a:avLst/>
            </a:prstGeom>
            <a:ln w="9525" cap="flat" cmpd="sng">
              <a:solidFill>
                <a:schemeClr val="tx1"/>
              </a:solidFill>
              <a:prstDash val="solid"/>
              <a:headEnd type="none" w="med" len="med"/>
              <a:tailEnd type="none" w="med" len="med"/>
            </a:ln>
          </p:spPr>
        </p:sp>
        <p:grpSp>
          <p:nvGrpSpPr>
            <p:cNvPr id="27721" name="Group 100"/>
            <p:cNvGrpSpPr/>
            <p:nvPr/>
          </p:nvGrpSpPr>
          <p:grpSpPr>
            <a:xfrm>
              <a:off x="3406" y="1944"/>
              <a:ext cx="240" cy="254"/>
              <a:chOff x="1056" y="1849"/>
              <a:chExt cx="240" cy="254"/>
            </a:xfrm>
          </p:grpSpPr>
          <p:sp>
            <p:nvSpPr>
              <p:cNvPr id="27948" name="Rectangle 101"/>
              <p:cNvSpPr/>
              <p:nvPr/>
            </p:nvSpPr>
            <p:spPr>
              <a:xfrm>
                <a:off x="1056" y="1895"/>
                <a:ext cx="240" cy="143"/>
              </a:xfrm>
              <a:prstGeom prst="rect">
                <a:avLst/>
              </a:prstGeom>
              <a:solidFill>
                <a:srgbClr val="00FFFF"/>
              </a:solidFill>
              <a:ln w="9525" cap="flat" cmpd="sng">
                <a:solidFill>
                  <a:srgbClr val="3333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949" name="Text Box 102"/>
              <p:cNvSpPr txBox="1"/>
              <p:nvPr/>
            </p:nvSpPr>
            <p:spPr>
              <a:xfrm>
                <a:off x="1056" y="1872"/>
                <a:ext cx="172"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1800" dirty="0">
                    <a:latin typeface="Times New Roman" panose="02020603050405020304" pitchFamily="18" charset="0"/>
                  </a:rPr>
                  <a:t>&amp;</a:t>
                </a:r>
                <a:endParaRPr lang="en-US" altLang="zh-CN" sz="2400" dirty="0">
                  <a:latin typeface="Times New Roman" panose="02020603050405020304" pitchFamily="18" charset="0"/>
                </a:endParaRPr>
              </a:p>
            </p:txBody>
          </p:sp>
          <p:sp>
            <p:nvSpPr>
              <p:cNvPr id="27950" name="Oval 103"/>
              <p:cNvSpPr/>
              <p:nvPr/>
            </p:nvSpPr>
            <p:spPr>
              <a:xfrm>
                <a:off x="1148" y="1849"/>
                <a:ext cx="56" cy="46"/>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grpSp>
        <p:sp>
          <p:nvSpPr>
            <p:cNvPr id="27722" name="Line 104"/>
            <p:cNvSpPr/>
            <p:nvPr/>
          </p:nvSpPr>
          <p:spPr>
            <a:xfrm>
              <a:off x="3516" y="1241"/>
              <a:ext cx="0" cy="703"/>
            </a:xfrm>
            <a:prstGeom prst="line">
              <a:avLst/>
            </a:prstGeom>
            <a:ln w="9525" cap="flat" cmpd="sng">
              <a:solidFill>
                <a:schemeClr val="tx1"/>
              </a:solidFill>
              <a:prstDash val="solid"/>
              <a:headEnd type="none" w="med" len="med"/>
              <a:tailEnd type="none" w="med" len="med"/>
            </a:ln>
          </p:spPr>
        </p:sp>
        <p:grpSp>
          <p:nvGrpSpPr>
            <p:cNvPr id="27723" name="Group 105"/>
            <p:cNvGrpSpPr/>
            <p:nvPr/>
          </p:nvGrpSpPr>
          <p:grpSpPr>
            <a:xfrm>
              <a:off x="4558" y="1944"/>
              <a:ext cx="240" cy="254"/>
              <a:chOff x="1056" y="1849"/>
              <a:chExt cx="240" cy="254"/>
            </a:xfrm>
          </p:grpSpPr>
          <p:sp>
            <p:nvSpPr>
              <p:cNvPr id="27945" name="Rectangle 106"/>
              <p:cNvSpPr/>
              <p:nvPr/>
            </p:nvSpPr>
            <p:spPr>
              <a:xfrm>
                <a:off x="1056" y="1895"/>
                <a:ext cx="240" cy="143"/>
              </a:xfrm>
              <a:prstGeom prst="rect">
                <a:avLst/>
              </a:prstGeom>
              <a:solidFill>
                <a:srgbClr val="00FFFF"/>
              </a:solidFill>
              <a:ln w="9525" cap="flat" cmpd="sng">
                <a:solidFill>
                  <a:srgbClr val="3333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946" name="Text Box 107"/>
              <p:cNvSpPr txBox="1"/>
              <p:nvPr/>
            </p:nvSpPr>
            <p:spPr>
              <a:xfrm>
                <a:off x="1056" y="1872"/>
                <a:ext cx="172"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1800" dirty="0">
                    <a:latin typeface="Times New Roman" panose="02020603050405020304" pitchFamily="18" charset="0"/>
                  </a:rPr>
                  <a:t>&amp;</a:t>
                </a:r>
                <a:endParaRPr lang="en-US" altLang="zh-CN" sz="2400" dirty="0">
                  <a:latin typeface="Times New Roman" panose="02020603050405020304" pitchFamily="18" charset="0"/>
                </a:endParaRPr>
              </a:p>
            </p:txBody>
          </p:sp>
          <p:sp>
            <p:nvSpPr>
              <p:cNvPr id="27947" name="Oval 108"/>
              <p:cNvSpPr/>
              <p:nvPr/>
            </p:nvSpPr>
            <p:spPr>
              <a:xfrm>
                <a:off x="1148" y="1849"/>
                <a:ext cx="56" cy="46"/>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grpSp>
        <p:sp>
          <p:nvSpPr>
            <p:cNvPr id="27724" name="Line 109"/>
            <p:cNvSpPr/>
            <p:nvPr/>
          </p:nvSpPr>
          <p:spPr>
            <a:xfrm>
              <a:off x="4680" y="1241"/>
              <a:ext cx="0" cy="703"/>
            </a:xfrm>
            <a:prstGeom prst="line">
              <a:avLst/>
            </a:prstGeom>
            <a:ln w="9525" cap="flat" cmpd="sng">
              <a:solidFill>
                <a:schemeClr val="tx1"/>
              </a:solidFill>
              <a:prstDash val="solid"/>
              <a:headEnd type="none" w="med" len="med"/>
              <a:tailEnd type="none" w="med" len="med"/>
            </a:ln>
          </p:spPr>
        </p:sp>
        <p:sp>
          <p:nvSpPr>
            <p:cNvPr id="27725" name="Line 110"/>
            <p:cNvSpPr/>
            <p:nvPr/>
          </p:nvSpPr>
          <p:spPr>
            <a:xfrm flipH="1">
              <a:off x="168" y="1320"/>
              <a:ext cx="4992" cy="0"/>
            </a:xfrm>
            <a:prstGeom prst="line">
              <a:avLst/>
            </a:prstGeom>
            <a:ln w="9525" cap="flat" cmpd="sng">
              <a:solidFill>
                <a:schemeClr val="tx1"/>
              </a:solidFill>
              <a:prstDash val="solid"/>
              <a:headEnd type="none" w="med" len="med"/>
              <a:tailEnd type="none" w="med" len="med"/>
            </a:ln>
          </p:spPr>
        </p:sp>
        <p:sp>
          <p:nvSpPr>
            <p:cNvPr id="27726" name="Line 111"/>
            <p:cNvSpPr/>
            <p:nvPr/>
          </p:nvSpPr>
          <p:spPr>
            <a:xfrm>
              <a:off x="1704" y="1224"/>
              <a:ext cx="0" cy="84"/>
            </a:xfrm>
            <a:prstGeom prst="line">
              <a:avLst/>
            </a:prstGeom>
            <a:ln w="9525" cap="flat" cmpd="sng">
              <a:solidFill>
                <a:schemeClr val="tx1"/>
              </a:solidFill>
              <a:prstDash val="solid"/>
              <a:headEnd type="none" w="med" len="med"/>
              <a:tailEnd type="none" w="med" len="med"/>
            </a:ln>
          </p:spPr>
        </p:sp>
        <p:sp>
          <p:nvSpPr>
            <p:cNvPr id="27727" name="Line 112"/>
            <p:cNvSpPr/>
            <p:nvPr/>
          </p:nvSpPr>
          <p:spPr>
            <a:xfrm flipH="1">
              <a:off x="1524" y="1236"/>
              <a:ext cx="0" cy="660"/>
            </a:xfrm>
            <a:prstGeom prst="line">
              <a:avLst/>
            </a:prstGeom>
            <a:ln w="9525" cap="flat" cmpd="sng">
              <a:solidFill>
                <a:schemeClr val="tx1"/>
              </a:solidFill>
              <a:prstDash val="solid"/>
              <a:headEnd type="none" w="med" len="med"/>
              <a:tailEnd type="none" w="med" len="med"/>
            </a:ln>
          </p:spPr>
        </p:sp>
        <p:sp>
          <p:nvSpPr>
            <p:cNvPr id="27728" name="Rectangle 113"/>
            <p:cNvSpPr/>
            <p:nvPr/>
          </p:nvSpPr>
          <p:spPr>
            <a:xfrm flipV="1">
              <a:off x="1416" y="1891"/>
              <a:ext cx="336" cy="222"/>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729" name="Rectangle 114"/>
            <p:cNvSpPr/>
            <p:nvPr/>
          </p:nvSpPr>
          <p:spPr>
            <a:xfrm flipV="1">
              <a:off x="1416" y="1891"/>
              <a:ext cx="336" cy="222"/>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730" name="Text Box 115"/>
            <p:cNvSpPr txBox="1"/>
            <p:nvPr/>
          </p:nvSpPr>
          <p:spPr>
            <a:xfrm>
              <a:off x="1404" y="1894"/>
              <a:ext cx="336"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a:spcBef>
                  <a:spcPct val="50000"/>
                </a:spcBef>
                <a:buClrTx/>
                <a:buSzTx/>
                <a:buFontTx/>
                <a:buNone/>
              </a:pPr>
              <a:r>
                <a:rPr lang="en-US" altLang="zh-CN" sz="1800" dirty="0">
                  <a:latin typeface="Times New Roman" panose="02020603050405020304" pitchFamily="18" charset="0"/>
                  <a:sym typeface="Symbol" panose="05050102010706020507" pitchFamily="18" charset="2"/>
                </a:rPr>
                <a:t>1</a:t>
              </a:r>
              <a:endParaRPr lang="en-US" altLang="zh-CN" sz="1800" dirty="0">
                <a:latin typeface="Times New Roman" panose="02020603050405020304" pitchFamily="18" charset="0"/>
                <a:sym typeface="Symbol" panose="05050102010706020507" pitchFamily="18" charset="2"/>
              </a:endParaRPr>
            </a:p>
          </p:txBody>
        </p:sp>
        <p:sp>
          <p:nvSpPr>
            <p:cNvPr id="27731" name="Line 116"/>
            <p:cNvSpPr/>
            <p:nvPr/>
          </p:nvSpPr>
          <p:spPr>
            <a:xfrm>
              <a:off x="1800" y="1752"/>
              <a:ext cx="0" cy="96"/>
            </a:xfrm>
            <a:prstGeom prst="line">
              <a:avLst/>
            </a:prstGeom>
            <a:ln w="9525" cap="flat" cmpd="sng">
              <a:solidFill>
                <a:schemeClr val="tx1"/>
              </a:solidFill>
              <a:prstDash val="solid"/>
              <a:headEnd type="none" w="med" len="med"/>
              <a:tailEnd type="none" w="med" len="med"/>
            </a:ln>
          </p:spPr>
        </p:sp>
        <p:sp>
          <p:nvSpPr>
            <p:cNvPr id="27732" name="Line 117"/>
            <p:cNvSpPr/>
            <p:nvPr/>
          </p:nvSpPr>
          <p:spPr>
            <a:xfrm flipH="1">
              <a:off x="1222" y="1848"/>
              <a:ext cx="578" cy="0"/>
            </a:xfrm>
            <a:prstGeom prst="line">
              <a:avLst/>
            </a:prstGeom>
            <a:ln w="9525" cap="flat" cmpd="sng">
              <a:solidFill>
                <a:schemeClr val="tx1"/>
              </a:solidFill>
              <a:prstDash val="solid"/>
              <a:headEnd type="none" w="med" len="med"/>
              <a:tailEnd type="none" w="med" len="med"/>
            </a:ln>
          </p:spPr>
        </p:sp>
        <p:sp>
          <p:nvSpPr>
            <p:cNvPr id="27733" name="Oval 118"/>
            <p:cNvSpPr/>
            <p:nvPr/>
          </p:nvSpPr>
          <p:spPr>
            <a:xfrm>
              <a:off x="1200" y="182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734" name="Line 119"/>
            <p:cNvSpPr/>
            <p:nvPr/>
          </p:nvSpPr>
          <p:spPr>
            <a:xfrm>
              <a:off x="3000" y="1752"/>
              <a:ext cx="0" cy="96"/>
            </a:xfrm>
            <a:prstGeom prst="line">
              <a:avLst/>
            </a:prstGeom>
            <a:ln w="9525" cap="flat" cmpd="sng">
              <a:solidFill>
                <a:schemeClr val="tx1"/>
              </a:solidFill>
              <a:prstDash val="solid"/>
              <a:headEnd type="none" w="med" len="med"/>
              <a:tailEnd type="none" w="med" len="med"/>
            </a:ln>
          </p:spPr>
        </p:sp>
        <p:sp>
          <p:nvSpPr>
            <p:cNvPr id="27735" name="Line 120"/>
            <p:cNvSpPr/>
            <p:nvPr/>
          </p:nvSpPr>
          <p:spPr>
            <a:xfrm flipH="1">
              <a:off x="2399" y="1848"/>
              <a:ext cx="601" cy="0"/>
            </a:xfrm>
            <a:prstGeom prst="line">
              <a:avLst/>
            </a:prstGeom>
            <a:ln w="9525" cap="flat" cmpd="sng">
              <a:solidFill>
                <a:schemeClr val="tx1"/>
              </a:solidFill>
              <a:prstDash val="solid"/>
              <a:headEnd type="none" w="med" len="med"/>
              <a:tailEnd type="none" w="med" len="med"/>
            </a:ln>
          </p:spPr>
        </p:sp>
        <p:sp>
          <p:nvSpPr>
            <p:cNvPr id="27736" name="Oval 121"/>
            <p:cNvSpPr/>
            <p:nvPr/>
          </p:nvSpPr>
          <p:spPr>
            <a:xfrm>
              <a:off x="2352" y="182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737" name="Line 122"/>
            <p:cNvSpPr/>
            <p:nvPr/>
          </p:nvSpPr>
          <p:spPr>
            <a:xfrm>
              <a:off x="4129" y="1752"/>
              <a:ext cx="0" cy="96"/>
            </a:xfrm>
            <a:prstGeom prst="line">
              <a:avLst/>
            </a:prstGeom>
            <a:ln w="9525" cap="flat" cmpd="sng">
              <a:solidFill>
                <a:schemeClr val="tx1"/>
              </a:solidFill>
              <a:prstDash val="solid"/>
              <a:headEnd type="none" w="med" len="med"/>
              <a:tailEnd type="none" w="med" len="med"/>
            </a:ln>
          </p:spPr>
        </p:sp>
        <p:sp>
          <p:nvSpPr>
            <p:cNvPr id="27738" name="Line 123"/>
            <p:cNvSpPr/>
            <p:nvPr/>
          </p:nvSpPr>
          <p:spPr>
            <a:xfrm flipH="1">
              <a:off x="3528" y="1848"/>
              <a:ext cx="601" cy="0"/>
            </a:xfrm>
            <a:prstGeom prst="line">
              <a:avLst/>
            </a:prstGeom>
            <a:ln w="9525" cap="flat" cmpd="sng">
              <a:solidFill>
                <a:schemeClr val="tx1"/>
              </a:solidFill>
              <a:prstDash val="solid"/>
              <a:headEnd type="none" w="med" len="med"/>
              <a:tailEnd type="none" w="med" len="med"/>
            </a:ln>
          </p:spPr>
        </p:sp>
        <p:sp>
          <p:nvSpPr>
            <p:cNvPr id="27739" name="Oval 124"/>
            <p:cNvSpPr/>
            <p:nvPr/>
          </p:nvSpPr>
          <p:spPr>
            <a:xfrm>
              <a:off x="3505" y="182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740" name="Line 125"/>
            <p:cNvSpPr/>
            <p:nvPr/>
          </p:nvSpPr>
          <p:spPr>
            <a:xfrm>
              <a:off x="5281" y="1752"/>
              <a:ext cx="0" cy="96"/>
            </a:xfrm>
            <a:prstGeom prst="line">
              <a:avLst/>
            </a:prstGeom>
            <a:ln w="9525" cap="flat" cmpd="sng">
              <a:solidFill>
                <a:schemeClr val="tx1"/>
              </a:solidFill>
              <a:prstDash val="solid"/>
              <a:headEnd type="none" w="med" len="med"/>
              <a:tailEnd type="none" w="med" len="med"/>
            </a:ln>
          </p:spPr>
        </p:sp>
        <p:sp>
          <p:nvSpPr>
            <p:cNvPr id="27741" name="Line 126"/>
            <p:cNvSpPr/>
            <p:nvPr/>
          </p:nvSpPr>
          <p:spPr>
            <a:xfrm flipH="1">
              <a:off x="4680" y="1848"/>
              <a:ext cx="601" cy="0"/>
            </a:xfrm>
            <a:prstGeom prst="line">
              <a:avLst/>
            </a:prstGeom>
            <a:ln w="9525" cap="flat" cmpd="sng">
              <a:solidFill>
                <a:schemeClr val="tx1"/>
              </a:solidFill>
              <a:prstDash val="solid"/>
              <a:headEnd type="none" w="med" len="med"/>
              <a:tailEnd type="none" w="med" len="med"/>
            </a:ln>
          </p:spPr>
        </p:sp>
        <p:sp>
          <p:nvSpPr>
            <p:cNvPr id="27742" name="Oval 127"/>
            <p:cNvSpPr/>
            <p:nvPr/>
          </p:nvSpPr>
          <p:spPr>
            <a:xfrm>
              <a:off x="4655" y="182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743" name="Line 128"/>
            <p:cNvSpPr/>
            <p:nvPr/>
          </p:nvSpPr>
          <p:spPr>
            <a:xfrm>
              <a:off x="4020" y="1248"/>
              <a:ext cx="0" cy="84"/>
            </a:xfrm>
            <a:prstGeom prst="line">
              <a:avLst/>
            </a:prstGeom>
            <a:ln w="9525" cap="flat" cmpd="sng">
              <a:solidFill>
                <a:schemeClr val="tx1"/>
              </a:solidFill>
              <a:prstDash val="solid"/>
              <a:headEnd type="none" w="med" len="med"/>
              <a:tailEnd type="none" w="med" len="med"/>
            </a:ln>
          </p:spPr>
        </p:sp>
        <p:sp>
          <p:nvSpPr>
            <p:cNvPr id="27744" name="Line 129"/>
            <p:cNvSpPr/>
            <p:nvPr/>
          </p:nvSpPr>
          <p:spPr>
            <a:xfrm>
              <a:off x="5160" y="1224"/>
              <a:ext cx="0" cy="108"/>
            </a:xfrm>
            <a:prstGeom prst="line">
              <a:avLst/>
            </a:prstGeom>
            <a:ln w="9525" cap="flat" cmpd="sng">
              <a:solidFill>
                <a:schemeClr val="tx1"/>
              </a:solidFill>
              <a:prstDash val="solid"/>
              <a:headEnd type="none" w="med" len="med"/>
              <a:tailEnd type="none" w="med" len="med"/>
            </a:ln>
          </p:spPr>
        </p:sp>
        <p:sp>
          <p:nvSpPr>
            <p:cNvPr id="27745" name="Line 130"/>
            <p:cNvSpPr/>
            <p:nvPr/>
          </p:nvSpPr>
          <p:spPr>
            <a:xfrm>
              <a:off x="2904" y="1248"/>
              <a:ext cx="0" cy="84"/>
            </a:xfrm>
            <a:prstGeom prst="line">
              <a:avLst/>
            </a:prstGeom>
            <a:ln w="9525" cap="flat" cmpd="sng">
              <a:solidFill>
                <a:schemeClr val="tx1"/>
              </a:solidFill>
              <a:prstDash val="solid"/>
              <a:headEnd type="none" w="med" len="med"/>
              <a:tailEnd type="none" w="med" len="med"/>
            </a:ln>
          </p:spPr>
        </p:sp>
        <p:sp>
          <p:nvSpPr>
            <p:cNvPr id="27746" name="Line 131"/>
            <p:cNvSpPr/>
            <p:nvPr/>
          </p:nvSpPr>
          <p:spPr>
            <a:xfrm>
              <a:off x="2688" y="1224"/>
              <a:ext cx="0" cy="696"/>
            </a:xfrm>
            <a:prstGeom prst="line">
              <a:avLst/>
            </a:prstGeom>
            <a:ln w="9525" cap="flat" cmpd="sng">
              <a:solidFill>
                <a:schemeClr val="tx1"/>
              </a:solidFill>
              <a:prstDash val="solid"/>
              <a:headEnd type="none" w="med" len="med"/>
              <a:tailEnd type="none" w="med" len="med"/>
            </a:ln>
          </p:spPr>
        </p:sp>
        <p:sp>
          <p:nvSpPr>
            <p:cNvPr id="27747" name="Line 132"/>
            <p:cNvSpPr/>
            <p:nvPr/>
          </p:nvSpPr>
          <p:spPr>
            <a:xfrm>
              <a:off x="3828" y="1248"/>
              <a:ext cx="0" cy="672"/>
            </a:xfrm>
            <a:prstGeom prst="line">
              <a:avLst/>
            </a:prstGeom>
            <a:ln w="9525" cap="flat" cmpd="sng">
              <a:solidFill>
                <a:schemeClr val="tx1"/>
              </a:solidFill>
              <a:prstDash val="solid"/>
              <a:headEnd type="none" w="med" len="med"/>
              <a:tailEnd type="none" w="med" len="med"/>
            </a:ln>
          </p:spPr>
        </p:sp>
        <p:grpSp>
          <p:nvGrpSpPr>
            <p:cNvPr id="27748" name="Group 133"/>
            <p:cNvGrpSpPr/>
            <p:nvPr/>
          </p:nvGrpSpPr>
          <p:grpSpPr>
            <a:xfrm>
              <a:off x="3684" y="1896"/>
              <a:ext cx="576" cy="288"/>
              <a:chOff x="4032" y="2880"/>
              <a:chExt cx="672" cy="288"/>
            </a:xfrm>
          </p:grpSpPr>
          <p:sp>
            <p:nvSpPr>
              <p:cNvPr id="27939" name="Rectangle 134"/>
              <p:cNvSpPr/>
              <p:nvPr/>
            </p:nvSpPr>
            <p:spPr>
              <a:xfrm>
                <a:off x="4032" y="2906"/>
                <a:ext cx="672" cy="214"/>
              </a:xfrm>
              <a:prstGeom prst="rect">
                <a:avLst/>
              </a:prstGeom>
              <a:solidFill>
                <a:srgbClr val="99CCFF"/>
              </a:solidFill>
              <a:ln w="9525" cap="flat" cmpd="sng">
                <a:solidFill>
                  <a:srgbClr val="3333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940" name="Text Box 135"/>
              <p:cNvSpPr txBox="1"/>
              <p:nvPr/>
            </p:nvSpPr>
            <p:spPr>
              <a:xfrm>
                <a:off x="4128" y="2976"/>
                <a:ext cx="192" cy="19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1400" dirty="0">
                    <a:latin typeface="Times New Roman" panose="02020603050405020304" pitchFamily="18" charset="0"/>
                  </a:rPr>
                  <a:t>&amp;</a:t>
                </a:r>
                <a:endParaRPr lang="en-US" altLang="zh-CN" sz="1600" dirty="0">
                  <a:latin typeface="Times New Roman" panose="02020603050405020304" pitchFamily="18" charset="0"/>
                </a:endParaRPr>
              </a:p>
            </p:txBody>
          </p:sp>
          <p:sp>
            <p:nvSpPr>
              <p:cNvPr id="27941" name="Text Box 136"/>
              <p:cNvSpPr txBox="1"/>
              <p:nvPr/>
            </p:nvSpPr>
            <p:spPr>
              <a:xfrm>
                <a:off x="4512" y="2976"/>
                <a:ext cx="192" cy="19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1400" dirty="0">
                    <a:latin typeface="Times New Roman" panose="02020603050405020304" pitchFamily="18" charset="0"/>
                  </a:rPr>
                  <a:t>&amp;</a:t>
                </a:r>
                <a:endParaRPr lang="en-US" altLang="zh-CN" sz="1600" dirty="0">
                  <a:latin typeface="Times New Roman" panose="02020603050405020304" pitchFamily="18" charset="0"/>
                </a:endParaRPr>
              </a:p>
            </p:txBody>
          </p:sp>
          <p:sp>
            <p:nvSpPr>
              <p:cNvPr id="27942" name="Line 137"/>
              <p:cNvSpPr/>
              <p:nvPr/>
            </p:nvSpPr>
            <p:spPr>
              <a:xfrm>
                <a:off x="4032" y="3024"/>
                <a:ext cx="672" cy="0"/>
              </a:xfrm>
              <a:prstGeom prst="line">
                <a:avLst/>
              </a:prstGeom>
              <a:ln w="9525" cap="flat" cmpd="sng">
                <a:solidFill>
                  <a:schemeClr val="tx1"/>
                </a:solidFill>
                <a:prstDash val="solid"/>
                <a:headEnd type="none" w="med" len="med"/>
                <a:tailEnd type="none" w="med" len="med"/>
              </a:ln>
            </p:spPr>
          </p:sp>
          <p:sp>
            <p:nvSpPr>
              <p:cNvPr id="27943" name="Line 138"/>
              <p:cNvSpPr/>
              <p:nvPr/>
            </p:nvSpPr>
            <p:spPr>
              <a:xfrm>
                <a:off x="4416" y="3024"/>
                <a:ext cx="0" cy="96"/>
              </a:xfrm>
              <a:prstGeom prst="line">
                <a:avLst/>
              </a:prstGeom>
              <a:ln w="9525" cap="flat" cmpd="sng">
                <a:solidFill>
                  <a:schemeClr val="tx1"/>
                </a:solidFill>
                <a:prstDash val="solid"/>
                <a:headEnd type="none" w="med" len="med"/>
                <a:tailEnd type="none" w="med" len="med"/>
              </a:ln>
            </p:spPr>
          </p:sp>
          <p:sp>
            <p:nvSpPr>
              <p:cNvPr id="27944" name="Text Box 139"/>
              <p:cNvSpPr txBox="1"/>
              <p:nvPr/>
            </p:nvSpPr>
            <p:spPr>
              <a:xfrm>
                <a:off x="4176" y="2880"/>
                <a:ext cx="287" cy="17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1200" dirty="0">
                    <a:latin typeface="Times New Roman" panose="02020603050405020304" pitchFamily="18" charset="0"/>
                    <a:sym typeface="Symbol" panose="05050102010706020507" pitchFamily="18" charset="2"/>
                  </a:rPr>
                  <a:t>1</a:t>
                </a:r>
                <a:endParaRPr lang="en-US" altLang="zh-CN" sz="1400" dirty="0">
                  <a:latin typeface="Times New Roman" panose="02020603050405020304" pitchFamily="18" charset="0"/>
                  <a:sym typeface="Symbol" panose="05050102010706020507" pitchFamily="18" charset="2"/>
                </a:endParaRPr>
              </a:p>
            </p:txBody>
          </p:sp>
        </p:grpSp>
        <p:grpSp>
          <p:nvGrpSpPr>
            <p:cNvPr id="27749" name="Group 140"/>
            <p:cNvGrpSpPr/>
            <p:nvPr/>
          </p:nvGrpSpPr>
          <p:grpSpPr>
            <a:xfrm>
              <a:off x="4872" y="1896"/>
              <a:ext cx="480" cy="288"/>
              <a:chOff x="4032" y="2880"/>
              <a:chExt cx="672" cy="288"/>
            </a:xfrm>
          </p:grpSpPr>
          <p:sp>
            <p:nvSpPr>
              <p:cNvPr id="27933" name="Rectangle 141"/>
              <p:cNvSpPr/>
              <p:nvPr/>
            </p:nvSpPr>
            <p:spPr>
              <a:xfrm>
                <a:off x="4032" y="2906"/>
                <a:ext cx="672" cy="214"/>
              </a:xfrm>
              <a:prstGeom prst="rect">
                <a:avLst/>
              </a:prstGeom>
              <a:solidFill>
                <a:srgbClr val="99CCFF"/>
              </a:solidFill>
              <a:ln w="9525" cap="flat" cmpd="sng">
                <a:solidFill>
                  <a:srgbClr val="3333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934" name="Text Box 142"/>
              <p:cNvSpPr txBox="1"/>
              <p:nvPr/>
            </p:nvSpPr>
            <p:spPr>
              <a:xfrm>
                <a:off x="4128" y="2976"/>
                <a:ext cx="192" cy="19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1400" dirty="0">
                    <a:latin typeface="Times New Roman" panose="02020603050405020304" pitchFamily="18" charset="0"/>
                  </a:rPr>
                  <a:t>&amp;</a:t>
                </a:r>
                <a:endParaRPr lang="en-US" altLang="zh-CN" sz="1600" dirty="0">
                  <a:latin typeface="Times New Roman" panose="02020603050405020304" pitchFamily="18" charset="0"/>
                </a:endParaRPr>
              </a:p>
            </p:txBody>
          </p:sp>
          <p:sp>
            <p:nvSpPr>
              <p:cNvPr id="27935" name="Text Box 143"/>
              <p:cNvSpPr txBox="1"/>
              <p:nvPr/>
            </p:nvSpPr>
            <p:spPr>
              <a:xfrm>
                <a:off x="4512" y="2976"/>
                <a:ext cx="192" cy="19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1400" dirty="0">
                    <a:latin typeface="Times New Roman" panose="02020603050405020304" pitchFamily="18" charset="0"/>
                  </a:rPr>
                  <a:t>&amp;</a:t>
                </a:r>
                <a:endParaRPr lang="en-US" altLang="zh-CN" sz="1600" dirty="0">
                  <a:latin typeface="Times New Roman" panose="02020603050405020304" pitchFamily="18" charset="0"/>
                </a:endParaRPr>
              </a:p>
            </p:txBody>
          </p:sp>
          <p:sp>
            <p:nvSpPr>
              <p:cNvPr id="27936" name="Line 144"/>
              <p:cNvSpPr/>
              <p:nvPr/>
            </p:nvSpPr>
            <p:spPr>
              <a:xfrm>
                <a:off x="4032" y="3024"/>
                <a:ext cx="672" cy="0"/>
              </a:xfrm>
              <a:prstGeom prst="line">
                <a:avLst/>
              </a:prstGeom>
              <a:ln w="9525" cap="flat" cmpd="sng">
                <a:solidFill>
                  <a:schemeClr val="tx1"/>
                </a:solidFill>
                <a:prstDash val="solid"/>
                <a:headEnd type="none" w="med" len="med"/>
                <a:tailEnd type="none" w="med" len="med"/>
              </a:ln>
            </p:spPr>
          </p:sp>
          <p:sp>
            <p:nvSpPr>
              <p:cNvPr id="27937" name="Line 145"/>
              <p:cNvSpPr/>
              <p:nvPr/>
            </p:nvSpPr>
            <p:spPr>
              <a:xfrm>
                <a:off x="4416" y="3024"/>
                <a:ext cx="0" cy="96"/>
              </a:xfrm>
              <a:prstGeom prst="line">
                <a:avLst/>
              </a:prstGeom>
              <a:ln w="9525" cap="flat" cmpd="sng">
                <a:solidFill>
                  <a:schemeClr val="tx1"/>
                </a:solidFill>
                <a:prstDash val="solid"/>
                <a:headEnd type="none" w="med" len="med"/>
                <a:tailEnd type="none" w="med" len="med"/>
              </a:ln>
            </p:spPr>
          </p:sp>
          <p:sp>
            <p:nvSpPr>
              <p:cNvPr id="27938" name="Text Box 146"/>
              <p:cNvSpPr txBox="1"/>
              <p:nvPr/>
            </p:nvSpPr>
            <p:spPr>
              <a:xfrm>
                <a:off x="4176" y="2880"/>
                <a:ext cx="287" cy="154"/>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1000" dirty="0">
                    <a:latin typeface="Times New Roman" panose="02020603050405020304" pitchFamily="18" charset="0"/>
                    <a:sym typeface="Symbol" panose="05050102010706020507" pitchFamily="18" charset="2"/>
                  </a:rPr>
                  <a:t>1</a:t>
                </a:r>
                <a:endParaRPr lang="en-US" altLang="zh-CN" sz="1400" dirty="0">
                  <a:latin typeface="Times New Roman" panose="02020603050405020304" pitchFamily="18" charset="0"/>
                  <a:sym typeface="Symbol" panose="05050102010706020507" pitchFamily="18" charset="2"/>
                </a:endParaRPr>
              </a:p>
            </p:txBody>
          </p:sp>
        </p:grpSp>
        <p:sp>
          <p:nvSpPr>
            <p:cNvPr id="27750" name="Line 147"/>
            <p:cNvSpPr/>
            <p:nvPr/>
          </p:nvSpPr>
          <p:spPr>
            <a:xfrm>
              <a:off x="4980" y="1212"/>
              <a:ext cx="0" cy="708"/>
            </a:xfrm>
            <a:prstGeom prst="line">
              <a:avLst/>
            </a:prstGeom>
            <a:ln w="9525" cap="flat" cmpd="sng">
              <a:solidFill>
                <a:schemeClr val="tx1"/>
              </a:solidFill>
              <a:prstDash val="solid"/>
              <a:headEnd type="none" w="med" len="med"/>
              <a:tailEnd type="none" w="med" len="med"/>
            </a:ln>
          </p:spPr>
        </p:sp>
        <p:sp>
          <p:nvSpPr>
            <p:cNvPr id="27751" name="Line 148"/>
            <p:cNvSpPr/>
            <p:nvPr/>
          </p:nvSpPr>
          <p:spPr>
            <a:xfrm>
              <a:off x="288" y="2232"/>
              <a:ext cx="4872" cy="0"/>
            </a:xfrm>
            <a:prstGeom prst="line">
              <a:avLst/>
            </a:prstGeom>
            <a:ln w="9525" cap="flat" cmpd="sng">
              <a:solidFill>
                <a:schemeClr val="tx1"/>
              </a:solidFill>
              <a:prstDash val="solid"/>
              <a:headEnd type="none" w="med" len="med"/>
              <a:tailEnd type="none" w="med" len="med"/>
            </a:ln>
          </p:spPr>
        </p:sp>
        <p:sp>
          <p:nvSpPr>
            <p:cNvPr id="27752" name="Line 149"/>
            <p:cNvSpPr/>
            <p:nvPr/>
          </p:nvSpPr>
          <p:spPr>
            <a:xfrm>
              <a:off x="744" y="2328"/>
              <a:ext cx="4224" cy="0"/>
            </a:xfrm>
            <a:prstGeom prst="line">
              <a:avLst/>
            </a:prstGeom>
            <a:ln w="9525" cap="flat" cmpd="sng">
              <a:solidFill>
                <a:schemeClr val="tx1"/>
              </a:solidFill>
              <a:prstDash val="solid"/>
              <a:headEnd type="none" w="med" len="med"/>
              <a:tailEnd type="none" w="med" len="med"/>
            </a:ln>
          </p:spPr>
        </p:sp>
        <p:sp>
          <p:nvSpPr>
            <p:cNvPr id="27753" name="Line 150"/>
            <p:cNvSpPr/>
            <p:nvPr/>
          </p:nvSpPr>
          <p:spPr>
            <a:xfrm>
              <a:off x="348" y="2424"/>
              <a:ext cx="4860" cy="0"/>
            </a:xfrm>
            <a:prstGeom prst="line">
              <a:avLst/>
            </a:prstGeom>
            <a:ln w="9525" cap="flat" cmpd="sng">
              <a:solidFill>
                <a:schemeClr val="tx1"/>
              </a:solidFill>
              <a:prstDash val="solid"/>
              <a:headEnd type="none" w="med" len="med"/>
              <a:tailEnd type="none" w="med" len="med"/>
            </a:ln>
          </p:spPr>
        </p:sp>
        <p:sp>
          <p:nvSpPr>
            <p:cNvPr id="27754" name="Line 151"/>
            <p:cNvSpPr/>
            <p:nvPr/>
          </p:nvSpPr>
          <p:spPr>
            <a:xfrm>
              <a:off x="816" y="2520"/>
              <a:ext cx="4200" cy="0"/>
            </a:xfrm>
            <a:prstGeom prst="line">
              <a:avLst/>
            </a:prstGeom>
            <a:ln w="9525" cap="flat" cmpd="sng">
              <a:solidFill>
                <a:schemeClr val="tx1"/>
              </a:solidFill>
              <a:prstDash val="solid"/>
              <a:headEnd type="none" w="med" len="med"/>
              <a:tailEnd type="none" w="med" len="med"/>
            </a:ln>
          </p:spPr>
        </p:sp>
        <p:sp>
          <p:nvSpPr>
            <p:cNvPr id="27755" name="Line 152"/>
            <p:cNvSpPr/>
            <p:nvPr/>
          </p:nvSpPr>
          <p:spPr>
            <a:xfrm>
              <a:off x="396" y="2616"/>
              <a:ext cx="4860" cy="0"/>
            </a:xfrm>
            <a:prstGeom prst="line">
              <a:avLst/>
            </a:prstGeom>
            <a:ln w="9525" cap="flat" cmpd="sng">
              <a:solidFill>
                <a:schemeClr val="tx1"/>
              </a:solidFill>
              <a:prstDash val="solid"/>
              <a:headEnd type="none" w="med" len="med"/>
              <a:tailEnd type="none" w="med" len="med"/>
            </a:ln>
          </p:spPr>
        </p:sp>
        <p:sp>
          <p:nvSpPr>
            <p:cNvPr id="27756" name="Line 153"/>
            <p:cNvSpPr/>
            <p:nvPr/>
          </p:nvSpPr>
          <p:spPr>
            <a:xfrm>
              <a:off x="864" y="2712"/>
              <a:ext cx="4200" cy="0"/>
            </a:xfrm>
            <a:prstGeom prst="line">
              <a:avLst/>
            </a:prstGeom>
            <a:ln w="9525" cap="flat" cmpd="sng">
              <a:solidFill>
                <a:schemeClr val="tx1"/>
              </a:solidFill>
              <a:prstDash val="solid"/>
              <a:headEnd type="none" w="med" len="med"/>
              <a:tailEnd type="none" w="med" len="med"/>
            </a:ln>
          </p:spPr>
        </p:sp>
        <p:sp>
          <p:nvSpPr>
            <p:cNvPr id="27757" name="Line 154"/>
            <p:cNvSpPr/>
            <p:nvPr/>
          </p:nvSpPr>
          <p:spPr>
            <a:xfrm>
              <a:off x="480" y="2808"/>
              <a:ext cx="5208" cy="0"/>
            </a:xfrm>
            <a:prstGeom prst="line">
              <a:avLst/>
            </a:prstGeom>
            <a:ln w="9525" cap="flat" cmpd="sng">
              <a:solidFill>
                <a:schemeClr val="tx1"/>
              </a:solidFill>
              <a:prstDash val="solid"/>
              <a:headEnd type="none" w="med" len="med"/>
              <a:tailEnd type="none" w="med" len="med"/>
            </a:ln>
          </p:spPr>
        </p:sp>
        <p:sp>
          <p:nvSpPr>
            <p:cNvPr id="27758" name="Line 155"/>
            <p:cNvSpPr/>
            <p:nvPr/>
          </p:nvSpPr>
          <p:spPr>
            <a:xfrm flipV="1">
              <a:off x="936" y="2904"/>
              <a:ext cx="4656" cy="0"/>
            </a:xfrm>
            <a:prstGeom prst="line">
              <a:avLst/>
            </a:prstGeom>
            <a:ln w="9525" cap="flat" cmpd="sng">
              <a:solidFill>
                <a:schemeClr val="tx1"/>
              </a:solidFill>
              <a:prstDash val="solid"/>
              <a:headEnd type="none" w="med" len="med"/>
              <a:tailEnd type="none" w="med" len="med"/>
            </a:ln>
          </p:spPr>
        </p:sp>
        <p:sp>
          <p:nvSpPr>
            <p:cNvPr id="27759" name="Line 156"/>
            <p:cNvSpPr/>
            <p:nvPr/>
          </p:nvSpPr>
          <p:spPr>
            <a:xfrm>
              <a:off x="708" y="3000"/>
              <a:ext cx="4212" cy="0"/>
            </a:xfrm>
            <a:prstGeom prst="line">
              <a:avLst/>
            </a:prstGeom>
            <a:ln w="9525" cap="flat" cmpd="sng">
              <a:solidFill>
                <a:schemeClr val="tx1"/>
              </a:solidFill>
              <a:prstDash val="solid"/>
              <a:headEnd type="none" w="med" len="med"/>
              <a:tailEnd type="none" w="med" len="med"/>
            </a:ln>
          </p:spPr>
        </p:sp>
        <p:sp>
          <p:nvSpPr>
            <p:cNvPr id="27760" name="Line 157"/>
            <p:cNvSpPr/>
            <p:nvPr/>
          </p:nvSpPr>
          <p:spPr>
            <a:xfrm>
              <a:off x="240" y="3096"/>
              <a:ext cx="5064" cy="0"/>
            </a:xfrm>
            <a:prstGeom prst="line">
              <a:avLst/>
            </a:prstGeom>
            <a:ln w="9525" cap="flat" cmpd="sng">
              <a:solidFill>
                <a:schemeClr val="tx1"/>
              </a:solidFill>
              <a:prstDash val="solid"/>
              <a:headEnd type="none" w="med" len="med"/>
              <a:tailEnd type="none" w="med" len="med"/>
            </a:ln>
          </p:spPr>
        </p:sp>
        <p:sp>
          <p:nvSpPr>
            <p:cNvPr id="27761" name="Line 158"/>
            <p:cNvSpPr/>
            <p:nvPr/>
          </p:nvSpPr>
          <p:spPr>
            <a:xfrm>
              <a:off x="1272" y="3192"/>
              <a:ext cx="4224" cy="0"/>
            </a:xfrm>
            <a:prstGeom prst="line">
              <a:avLst/>
            </a:prstGeom>
            <a:ln w="9525" cap="flat" cmpd="sng">
              <a:solidFill>
                <a:schemeClr val="tx1"/>
              </a:solidFill>
              <a:prstDash val="solid"/>
              <a:headEnd type="none" w="med" len="med"/>
              <a:tailEnd type="none" w="med" len="med"/>
            </a:ln>
          </p:spPr>
        </p:sp>
        <p:grpSp>
          <p:nvGrpSpPr>
            <p:cNvPr id="27762" name="Group 159"/>
            <p:cNvGrpSpPr/>
            <p:nvPr/>
          </p:nvGrpSpPr>
          <p:grpSpPr>
            <a:xfrm>
              <a:off x="36" y="3387"/>
              <a:ext cx="336" cy="321"/>
              <a:chOff x="2448" y="3859"/>
              <a:chExt cx="336" cy="348"/>
            </a:xfrm>
          </p:grpSpPr>
          <p:sp>
            <p:nvSpPr>
              <p:cNvPr id="27930" name="Rectangle 160"/>
              <p:cNvSpPr/>
              <p:nvPr/>
            </p:nvSpPr>
            <p:spPr>
              <a:xfrm>
                <a:off x="2448" y="3936"/>
                <a:ext cx="336" cy="240"/>
              </a:xfrm>
              <a:prstGeom prst="rect">
                <a:avLst/>
              </a:prstGeom>
              <a:solidFill>
                <a:srgbClr val="00FF00"/>
              </a:solidFill>
              <a:ln w="9525" cap="flat" cmpd="sng">
                <a:solidFill>
                  <a:srgbClr val="3333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931" name="Text Box 161"/>
              <p:cNvSpPr txBox="1"/>
              <p:nvPr/>
            </p:nvSpPr>
            <p:spPr>
              <a:xfrm>
                <a:off x="2496" y="3936"/>
                <a:ext cx="240" cy="27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a:spcBef>
                    <a:spcPct val="50000"/>
                  </a:spcBef>
                  <a:buClrTx/>
                  <a:buSzTx/>
                  <a:buFontTx/>
                  <a:buNone/>
                </a:pPr>
                <a:r>
                  <a:rPr lang="en-US" altLang="zh-CN" sz="2800" dirty="0">
                    <a:latin typeface="Times New Roman" panose="02020603050405020304" pitchFamily="18" charset="0"/>
                    <a:sym typeface="Symbol" panose="05050102010706020507" pitchFamily="18" charset="2"/>
                  </a:rPr>
                  <a:t>1</a:t>
                </a:r>
                <a:endParaRPr lang="en-US" altLang="zh-CN" sz="2400" dirty="0">
                  <a:latin typeface="Times New Roman" panose="02020603050405020304" pitchFamily="18" charset="0"/>
                </a:endParaRPr>
              </a:p>
            </p:txBody>
          </p:sp>
          <p:sp>
            <p:nvSpPr>
              <p:cNvPr id="27932" name="Oval 162"/>
              <p:cNvSpPr/>
              <p:nvPr/>
            </p:nvSpPr>
            <p:spPr>
              <a:xfrm>
                <a:off x="2563" y="3859"/>
                <a:ext cx="77" cy="77"/>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grpSp>
        <p:grpSp>
          <p:nvGrpSpPr>
            <p:cNvPr id="27763" name="Group 163"/>
            <p:cNvGrpSpPr/>
            <p:nvPr/>
          </p:nvGrpSpPr>
          <p:grpSpPr>
            <a:xfrm>
              <a:off x="1176" y="3351"/>
              <a:ext cx="336" cy="321"/>
              <a:chOff x="2448" y="3859"/>
              <a:chExt cx="336" cy="348"/>
            </a:xfrm>
          </p:grpSpPr>
          <p:sp>
            <p:nvSpPr>
              <p:cNvPr id="27927" name="Rectangle 164"/>
              <p:cNvSpPr/>
              <p:nvPr/>
            </p:nvSpPr>
            <p:spPr>
              <a:xfrm>
                <a:off x="2448" y="3936"/>
                <a:ext cx="336" cy="240"/>
              </a:xfrm>
              <a:prstGeom prst="rect">
                <a:avLst/>
              </a:prstGeom>
              <a:solidFill>
                <a:srgbClr val="00FF00"/>
              </a:solidFill>
              <a:ln w="9525" cap="flat" cmpd="sng">
                <a:solidFill>
                  <a:srgbClr val="3333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928" name="Text Box 165"/>
              <p:cNvSpPr txBox="1"/>
              <p:nvPr/>
            </p:nvSpPr>
            <p:spPr>
              <a:xfrm>
                <a:off x="2496" y="3936"/>
                <a:ext cx="240" cy="27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a:spcBef>
                    <a:spcPct val="50000"/>
                  </a:spcBef>
                  <a:buClrTx/>
                  <a:buSzTx/>
                  <a:buFontTx/>
                  <a:buNone/>
                </a:pPr>
                <a:r>
                  <a:rPr lang="en-US" altLang="zh-CN" sz="2800" dirty="0">
                    <a:latin typeface="Times New Roman" panose="02020603050405020304" pitchFamily="18" charset="0"/>
                    <a:sym typeface="Symbol" panose="05050102010706020507" pitchFamily="18" charset="2"/>
                  </a:rPr>
                  <a:t>1</a:t>
                </a:r>
                <a:endParaRPr lang="en-US" altLang="zh-CN" sz="2400" dirty="0">
                  <a:latin typeface="Times New Roman" panose="02020603050405020304" pitchFamily="18" charset="0"/>
                </a:endParaRPr>
              </a:p>
            </p:txBody>
          </p:sp>
          <p:sp>
            <p:nvSpPr>
              <p:cNvPr id="27929" name="Oval 166"/>
              <p:cNvSpPr/>
              <p:nvPr/>
            </p:nvSpPr>
            <p:spPr>
              <a:xfrm>
                <a:off x="2563" y="3859"/>
                <a:ext cx="77" cy="77"/>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grpSp>
        <p:grpSp>
          <p:nvGrpSpPr>
            <p:cNvPr id="27764" name="Group 167"/>
            <p:cNvGrpSpPr/>
            <p:nvPr/>
          </p:nvGrpSpPr>
          <p:grpSpPr>
            <a:xfrm>
              <a:off x="5352" y="3418"/>
              <a:ext cx="336" cy="302"/>
              <a:chOff x="0" y="3349"/>
              <a:chExt cx="336" cy="302"/>
            </a:xfrm>
          </p:grpSpPr>
          <p:sp>
            <p:nvSpPr>
              <p:cNvPr id="27921" name="Rectangle 168"/>
              <p:cNvSpPr/>
              <p:nvPr/>
            </p:nvSpPr>
            <p:spPr>
              <a:xfrm flipV="1">
                <a:off x="0" y="3358"/>
                <a:ext cx="336" cy="222"/>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922" name="Text Box 169"/>
              <p:cNvSpPr txBox="1"/>
              <p:nvPr/>
            </p:nvSpPr>
            <p:spPr>
              <a:xfrm>
                <a:off x="48" y="3349"/>
                <a:ext cx="24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a:spcBef>
                    <a:spcPct val="50000"/>
                  </a:spcBef>
                  <a:buClrTx/>
                  <a:buSzTx/>
                  <a:buFontTx/>
                  <a:buNone/>
                </a:pPr>
                <a:r>
                  <a:rPr lang="en-US" altLang="zh-CN" sz="2800" dirty="0">
                    <a:latin typeface="Times New Roman" panose="02020603050405020304" pitchFamily="18" charset="0"/>
                    <a:sym typeface="Symbol" panose="05050102010706020507" pitchFamily="18" charset="2"/>
                  </a:rPr>
                  <a:t>1</a:t>
                </a:r>
                <a:endParaRPr lang="en-US" altLang="zh-CN" sz="2400" dirty="0">
                  <a:latin typeface="Times New Roman" panose="02020603050405020304" pitchFamily="18" charset="0"/>
                </a:endParaRPr>
              </a:p>
            </p:txBody>
          </p:sp>
          <p:sp>
            <p:nvSpPr>
              <p:cNvPr id="27923" name="Oval 170"/>
              <p:cNvSpPr/>
              <p:nvPr/>
            </p:nvSpPr>
            <p:spPr>
              <a:xfrm flipV="1">
                <a:off x="129" y="3580"/>
                <a:ext cx="77" cy="71"/>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924" name="Rectangle 171"/>
              <p:cNvSpPr/>
              <p:nvPr/>
            </p:nvSpPr>
            <p:spPr>
              <a:xfrm flipV="1">
                <a:off x="0" y="3358"/>
                <a:ext cx="336" cy="222"/>
              </a:xfrm>
              <a:prstGeom prst="rect">
                <a:avLst/>
              </a:prstGeom>
              <a:solidFill>
                <a:srgbClr val="00FF00"/>
              </a:solidFill>
              <a:ln w="9525" cap="flat" cmpd="sng">
                <a:solidFill>
                  <a:srgbClr val="3333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925" name="Text Box 172"/>
              <p:cNvSpPr txBox="1"/>
              <p:nvPr/>
            </p:nvSpPr>
            <p:spPr>
              <a:xfrm>
                <a:off x="48" y="3349"/>
                <a:ext cx="240"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a:spcBef>
                    <a:spcPct val="50000"/>
                  </a:spcBef>
                  <a:buClrTx/>
                  <a:buSzTx/>
                  <a:buFontTx/>
                  <a:buNone/>
                </a:pPr>
                <a:r>
                  <a:rPr lang="en-US" altLang="zh-CN" sz="2800" dirty="0">
                    <a:latin typeface="Times New Roman" panose="02020603050405020304" pitchFamily="18" charset="0"/>
                    <a:sym typeface="Symbol" panose="05050102010706020507" pitchFamily="18" charset="2"/>
                  </a:rPr>
                  <a:t>1</a:t>
                </a:r>
                <a:endParaRPr lang="en-US" altLang="zh-CN" sz="2400" dirty="0">
                  <a:latin typeface="Times New Roman" panose="02020603050405020304" pitchFamily="18" charset="0"/>
                </a:endParaRPr>
              </a:p>
            </p:txBody>
          </p:sp>
          <p:sp>
            <p:nvSpPr>
              <p:cNvPr id="27926" name="Oval 173"/>
              <p:cNvSpPr/>
              <p:nvPr/>
            </p:nvSpPr>
            <p:spPr>
              <a:xfrm flipV="1">
                <a:off x="129" y="3580"/>
                <a:ext cx="77" cy="71"/>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grpSp>
        <p:sp>
          <p:nvSpPr>
            <p:cNvPr id="27765" name="Line 174"/>
            <p:cNvSpPr/>
            <p:nvPr/>
          </p:nvSpPr>
          <p:spPr>
            <a:xfrm>
              <a:off x="5160" y="625"/>
              <a:ext cx="428" cy="0"/>
            </a:xfrm>
            <a:prstGeom prst="line">
              <a:avLst/>
            </a:prstGeom>
            <a:ln w="9525" cap="flat" cmpd="sng">
              <a:solidFill>
                <a:schemeClr val="tx1"/>
              </a:solidFill>
              <a:prstDash val="solid"/>
              <a:headEnd type="none" w="med" len="med"/>
              <a:tailEnd type="none" w="med" len="med"/>
            </a:ln>
          </p:spPr>
        </p:sp>
        <p:sp>
          <p:nvSpPr>
            <p:cNvPr id="27766" name="Line 175"/>
            <p:cNvSpPr/>
            <p:nvPr/>
          </p:nvSpPr>
          <p:spPr>
            <a:xfrm>
              <a:off x="5592" y="623"/>
              <a:ext cx="0" cy="2281"/>
            </a:xfrm>
            <a:prstGeom prst="line">
              <a:avLst/>
            </a:prstGeom>
            <a:ln w="9525" cap="flat" cmpd="sng">
              <a:solidFill>
                <a:schemeClr val="tx1"/>
              </a:solidFill>
              <a:prstDash val="solid"/>
              <a:headEnd type="none" w="med" len="med"/>
              <a:tailEnd type="none" w="med" len="med"/>
            </a:ln>
          </p:spPr>
        </p:sp>
        <p:sp>
          <p:nvSpPr>
            <p:cNvPr id="27767" name="Line 176"/>
            <p:cNvSpPr/>
            <p:nvPr/>
          </p:nvSpPr>
          <p:spPr>
            <a:xfrm>
              <a:off x="5688" y="550"/>
              <a:ext cx="0" cy="2258"/>
            </a:xfrm>
            <a:prstGeom prst="line">
              <a:avLst/>
            </a:prstGeom>
            <a:ln w="9525" cap="flat" cmpd="sng">
              <a:solidFill>
                <a:schemeClr val="tx1"/>
              </a:solidFill>
              <a:prstDash val="solid"/>
              <a:headEnd type="none" w="med" len="med"/>
              <a:tailEnd type="none" w="med" len="med"/>
            </a:ln>
          </p:spPr>
        </p:sp>
        <p:sp>
          <p:nvSpPr>
            <p:cNvPr id="27768" name="Line 177"/>
            <p:cNvSpPr/>
            <p:nvPr/>
          </p:nvSpPr>
          <p:spPr>
            <a:xfrm>
              <a:off x="4890" y="552"/>
              <a:ext cx="798" cy="0"/>
            </a:xfrm>
            <a:prstGeom prst="line">
              <a:avLst/>
            </a:prstGeom>
            <a:ln w="9525" cap="flat" cmpd="sng">
              <a:solidFill>
                <a:schemeClr val="tx1"/>
              </a:solidFill>
              <a:prstDash val="solid"/>
              <a:headEnd type="none" w="med" len="med"/>
              <a:tailEnd type="none" w="med" len="med"/>
            </a:ln>
          </p:spPr>
        </p:sp>
        <p:sp>
          <p:nvSpPr>
            <p:cNvPr id="27769" name="Line 178"/>
            <p:cNvSpPr/>
            <p:nvPr/>
          </p:nvSpPr>
          <p:spPr>
            <a:xfrm>
              <a:off x="5496" y="1752"/>
              <a:ext cx="0" cy="1656"/>
            </a:xfrm>
            <a:prstGeom prst="line">
              <a:avLst/>
            </a:prstGeom>
            <a:ln w="9525" cap="flat" cmpd="sng">
              <a:solidFill>
                <a:schemeClr val="tx1"/>
              </a:solidFill>
              <a:prstDash val="solid"/>
              <a:headEnd type="none" w="med" len="med"/>
              <a:tailEnd type="none" w="med" len="med"/>
            </a:ln>
          </p:spPr>
        </p:sp>
        <p:sp>
          <p:nvSpPr>
            <p:cNvPr id="27770" name="Line 179"/>
            <p:cNvSpPr/>
            <p:nvPr/>
          </p:nvSpPr>
          <p:spPr>
            <a:xfrm>
              <a:off x="5160" y="2136"/>
              <a:ext cx="0" cy="96"/>
            </a:xfrm>
            <a:prstGeom prst="line">
              <a:avLst/>
            </a:prstGeom>
            <a:ln w="9525" cap="flat" cmpd="sng">
              <a:solidFill>
                <a:schemeClr val="tx1"/>
              </a:solidFill>
              <a:prstDash val="solid"/>
              <a:headEnd type="none" w="med" len="med"/>
              <a:tailEnd type="none" w="med" len="med"/>
            </a:ln>
          </p:spPr>
        </p:sp>
        <p:sp>
          <p:nvSpPr>
            <p:cNvPr id="27771" name="Line 180"/>
            <p:cNvSpPr/>
            <p:nvPr/>
          </p:nvSpPr>
          <p:spPr>
            <a:xfrm>
              <a:off x="5208" y="2136"/>
              <a:ext cx="0" cy="288"/>
            </a:xfrm>
            <a:prstGeom prst="line">
              <a:avLst/>
            </a:prstGeom>
            <a:ln w="9525" cap="flat" cmpd="sng">
              <a:solidFill>
                <a:schemeClr val="tx1"/>
              </a:solidFill>
              <a:prstDash val="solid"/>
              <a:headEnd type="none" w="med" len="med"/>
              <a:tailEnd type="none" w="med" len="med"/>
            </a:ln>
          </p:spPr>
        </p:sp>
        <p:sp>
          <p:nvSpPr>
            <p:cNvPr id="27772" name="Line 181"/>
            <p:cNvSpPr/>
            <p:nvPr/>
          </p:nvSpPr>
          <p:spPr>
            <a:xfrm>
              <a:off x="5256" y="2136"/>
              <a:ext cx="0" cy="480"/>
            </a:xfrm>
            <a:prstGeom prst="line">
              <a:avLst/>
            </a:prstGeom>
            <a:ln w="9525" cap="flat" cmpd="sng">
              <a:solidFill>
                <a:schemeClr val="tx1"/>
              </a:solidFill>
              <a:prstDash val="solid"/>
              <a:headEnd type="none" w="med" len="med"/>
              <a:tailEnd type="none" w="med" len="med"/>
            </a:ln>
          </p:spPr>
        </p:sp>
        <p:sp>
          <p:nvSpPr>
            <p:cNvPr id="27773" name="Line 182"/>
            <p:cNvSpPr/>
            <p:nvPr/>
          </p:nvSpPr>
          <p:spPr>
            <a:xfrm>
              <a:off x="5304" y="2136"/>
              <a:ext cx="0" cy="960"/>
            </a:xfrm>
            <a:prstGeom prst="line">
              <a:avLst/>
            </a:prstGeom>
            <a:ln w="9525" cap="flat" cmpd="sng">
              <a:solidFill>
                <a:schemeClr val="tx1"/>
              </a:solidFill>
              <a:prstDash val="solid"/>
              <a:headEnd type="none" w="med" len="med"/>
              <a:tailEnd type="none" w="med" len="med"/>
            </a:ln>
          </p:spPr>
        </p:sp>
        <p:sp>
          <p:nvSpPr>
            <p:cNvPr id="27774" name="Line 183"/>
            <p:cNvSpPr/>
            <p:nvPr/>
          </p:nvSpPr>
          <p:spPr>
            <a:xfrm>
              <a:off x="4920" y="2136"/>
              <a:ext cx="0" cy="864"/>
            </a:xfrm>
            <a:prstGeom prst="line">
              <a:avLst/>
            </a:prstGeom>
            <a:ln w="9525" cap="flat" cmpd="sng">
              <a:solidFill>
                <a:schemeClr val="tx1"/>
              </a:solidFill>
              <a:prstDash val="solid"/>
              <a:headEnd type="none" w="med" len="med"/>
              <a:tailEnd type="none" w="med" len="med"/>
            </a:ln>
          </p:spPr>
        </p:sp>
        <p:sp>
          <p:nvSpPr>
            <p:cNvPr id="27775" name="Line 184"/>
            <p:cNvSpPr/>
            <p:nvPr/>
          </p:nvSpPr>
          <p:spPr>
            <a:xfrm>
              <a:off x="4968" y="2136"/>
              <a:ext cx="0" cy="192"/>
            </a:xfrm>
            <a:prstGeom prst="line">
              <a:avLst/>
            </a:prstGeom>
            <a:ln w="9525" cap="flat" cmpd="sng">
              <a:solidFill>
                <a:schemeClr val="tx1"/>
              </a:solidFill>
              <a:prstDash val="solid"/>
              <a:headEnd type="none" w="med" len="med"/>
              <a:tailEnd type="none" w="med" len="med"/>
            </a:ln>
          </p:spPr>
        </p:sp>
        <p:sp>
          <p:nvSpPr>
            <p:cNvPr id="27776" name="Line 185"/>
            <p:cNvSpPr/>
            <p:nvPr/>
          </p:nvSpPr>
          <p:spPr>
            <a:xfrm>
              <a:off x="5016" y="2136"/>
              <a:ext cx="0" cy="384"/>
            </a:xfrm>
            <a:prstGeom prst="line">
              <a:avLst/>
            </a:prstGeom>
            <a:ln w="9525" cap="flat" cmpd="sng">
              <a:solidFill>
                <a:schemeClr val="tx1"/>
              </a:solidFill>
              <a:prstDash val="solid"/>
              <a:headEnd type="none" w="med" len="med"/>
              <a:tailEnd type="none" w="med" len="med"/>
            </a:ln>
          </p:spPr>
        </p:sp>
        <p:sp>
          <p:nvSpPr>
            <p:cNvPr id="27777" name="Line 186"/>
            <p:cNvSpPr/>
            <p:nvPr/>
          </p:nvSpPr>
          <p:spPr>
            <a:xfrm>
              <a:off x="5064" y="2136"/>
              <a:ext cx="0" cy="576"/>
            </a:xfrm>
            <a:prstGeom prst="line">
              <a:avLst/>
            </a:prstGeom>
            <a:ln w="9525" cap="flat" cmpd="sng">
              <a:solidFill>
                <a:schemeClr val="tx1"/>
              </a:solidFill>
              <a:prstDash val="solid"/>
              <a:headEnd type="none" w="med" len="med"/>
              <a:tailEnd type="none" w="med" len="med"/>
            </a:ln>
          </p:spPr>
        </p:sp>
        <p:sp>
          <p:nvSpPr>
            <p:cNvPr id="27778" name="Line 187"/>
            <p:cNvSpPr/>
            <p:nvPr/>
          </p:nvSpPr>
          <p:spPr>
            <a:xfrm>
              <a:off x="4008" y="625"/>
              <a:ext cx="428" cy="0"/>
            </a:xfrm>
            <a:prstGeom prst="line">
              <a:avLst/>
            </a:prstGeom>
            <a:ln w="9525" cap="flat" cmpd="sng">
              <a:solidFill>
                <a:schemeClr val="tx1"/>
              </a:solidFill>
              <a:prstDash val="solid"/>
              <a:headEnd type="none" w="med" len="med"/>
              <a:tailEnd type="none" w="med" len="med"/>
            </a:ln>
          </p:spPr>
        </p:sp>
        <p:sp>
          <p:nvSpPr>
            <p:cNvPr id="27779" name="Line 188"/>
            <p:cNvSpPr/>
            <p:nvPr/>
          </p:nvSpPr>
          <p:spPr>
            <a:xfrm>
              <a:off x="3738" y="552"/>
              <a:ext cx="798" cy="0"/>
            </a:xfrm>
            <a:prstGeom prst="line">
              <a:avLst/>
            </a:prstGeom>
            <a:ln w="9525" cap="flat" cmpd="sng">
              <a:solidFill>
                <a:schemeClr val="tx1"/>
              </a:solidFill>
              <a:prstDash val="solid"/>
              <a:headEnd type="none" w="med" len="med"/>
              <a:tailEnd type="none" w="med" len="med"/>
            </a:ln>
          </p:spPr>
        </p:sp>
        <p:sp>
          <p:nvSpPr>
            <p:cNvPr id="27780" name="Line 189"/>
            <p:cNvSpPr/>
            <p:nvPr/>
          </p:nvSpPr>
          <p:spPr>
            <a:xfrm>
              <a:off x="2856" y="625"/>
              <a:ext cx="428" cy="0"/>
            </a:xfrm>
            <a:prstGeom prst="line">
              <a:avLst/>
            </a:prstGeom>
            <a:ln w="9525" cap="flat" cmpd="sng">
              <a:solidFill>
                <a:schemeClr val="tx1"/>
              </a:solidFill>
              <a:prstDash val="solid"/>
              <a:headEnd type="none" w="med" len="med"/>
              <a:tailEnd type="none" w="med" len="med"/>
            </a:ln>
          </p:spPr>
        </p:sp>
        <p:sp>
          <p:nvSpPr>
            <p:cNvPr id="27781" name="Line 190"/>
            <p:cNvSpPr/>
            <p:nvPr/>
          </p:nvSpPr>
          <p:spPr>
            <a:xfrm>
              <a:off x="2586" y="552"/>
              <a:ext cx="798" cy="0"/>
            </a:xfrm>
            <a:prstGeom prst="line">
              <a:avLst/>
            </a:prstGeom>
            <a:ln w="9525" cap="flat" cmpd="sng">
              <a:solidFill>
                <a:schemeClr val="tx1"/>
              </a:solidFill>
              <a:prstDash val="solid"/>
              <a:headEnd type="none" w="med" len="med"/>
              <a:tailEnd type="none" w="med" len="med"/>
            </a:ln>
          </p:spPr>
        </p:sp>
        <p:sp>
          <p:nvSpPr>
            <p:cNvPr id="27782" name="Line 191"/>
            <p:cNvSpPr/>
            <p:nvPr/>
          </p:nvSpPr>
          <p:spPr>
            <a:xfrm>
              <a:off x="1681" y="625"/>
              <a:ext cx="455" cy="0"/>
            </a:xfrm>
            <a:prstGeom prst="line">
              <a:avLst/>
            </a:prstGeom>
            <a:ln w="9525" cap="flat" cmpd="sng">
              <a:solidFill>
                <a:schemeClr val="tx1"/>
              </a:solidFill>
              <a:prstDash val="solid"/>
              <a:headEnd type="none" w="med" len="med"/>
              <a:tailEnd type="none" w="med" len="med"/>
            </a:ln>
          </p:spPr>
        </p:sp>
        <p:sp>
          <p:nvSpPr>
            <p:cNvPr id="27783" name="Line 192"/>
            <p:cNvSpPr/>
            <p:nvPr/>
          </p:nvSpPr>
          <p:spPr>
            <a:xfrm>
              <a:off x="1434" y="552"/>
              <a:ext cx="798" cy="0"/>
            </a:xfrm>
            <a:prstGeom prst="line">
              <a:avLst/>
            </a:prstGeom>
            <a:ln w="9525" cap="flat" cmpd="sng">
              <a:solidFill>
                <a:schemeClr val="tx1"/>
              </a:solidFill>
              <a:prstDash val="solid"/>
              <a:headEnd type="none" w="med" len="med"/>
              <a:tailEnd type="none" w="med" len="med"/>
            </a:ln>
          </p:spPr>
        </p:sp>
        <p:sp>
          <p:nvSpPr>
            <p:cNvPr id="27784" name="Line 193"/>
            <p:cNvSpPr/>
            <p:nvPr/>
          </p:nvSpPr>
          <p:spPr>
            <a:xfrm>
              <a:off x="4440" y="625"/>
              <a:ext cx="0" cy="2099"/>
            </a:xfrm>
            <a:prstGeom prst="line">
              <a:avLst/>
            </a:prstGeom>
            <a:ln w="9525" cap="flat" cmpd="sng">
              <a:solidFill>
                <a:schemeClr val="tx1"/>
              </a:solidFill>
              <a:prstDash val="solid"/>
              <a:headEnd type="none" w="med" len="med"/>
              <a:tailEnd type="none" w="med" len="med"/>
            </a:ln>
          </p:spPr>
        </p:sp>
        <p:sp>
          <p:nvSpPr>
            <p:cNvPr id="27785" name="Line 194"/>
            <p:cNvSpPr/>
            <p:nvPr/>
          </p:nvSpPr>
          <p:spPr>
            <a:xfrm>
              <a:off x="4536" y="552"/>
              <a:ext cx="0" cy="2077"/>
            </a:xfrm>
            <a:prstGeom prst="line">
              <a:avLst/>
            </a:prstGeom>
            <a:ln w="9525" cap="flat" cmpd="sng">
              <a:solidFill>
                <a:schemeClr val="tx1"/>
              </a:solidFill>
              <a:prstDash val="solid"/>
              <a:headEnd type="none" w="med" len="med"/>
              <a:tailEnd type="none" w="med" len="med"/>
            </a:ln>
          </p:spPr>
        </p:sp>
        <p:sp>
          <p:nvSpPr>
            <p:cNvPr id="27786" name="Line 195"/>
            <p:cNvSpPr/>
            <p:nvPr/>
          </p:nvSpPr>
          <p:spPr>
            <a:xfrm>
              <a:off x="3288" y="625"/>
              <a:ext cx="0" cy="1895"/>
            </a:xfrm>
            <a:prstGeom prst="line">
              <a:avLst/>
            </a:prstGeom>
            <a:ln w="9525" cap="flat" cmpd="sng">
              <a:solidFill>
                <a:schemeClr val="tx1"/>
              </a:solidFill>
              <a:prstDash val="solid"/>
              <a:headEnd type="none" w="med" len="med"/>
              <a:tailEnd type="none" w="med" len="med"/>
            </a:ln>
          </p:spPr>
        </p:sp>
        <p:sp>
          <p:nvSpPr>
            <p:cNvPr id="27787" name="Line 196"/>
            <p:cNvSpPr/>
            <p:nvPr/>
          </p:nvSpPr>
          <p:spPr>
            <a:xfrm>
              <a:off x="3384" y="552"/>
              <a:ext cx="0" cy="1895"/>
            </a:xfrm>
            <a:prstGeom prst="line">
              <a:avLst/>
            </a:prstGeom>
            <a:ln w="9525" cap="flat" cmpd="sng">
              <a:solidFill>
                <a:schemeClr val="tx1"/>
              </a:solidFill>
              <a:prstDash val="solid"/>
              <a:headEnd type="none" w="med" len="med"/>
              <a:tailEnd type="none" w="med" len="med"/>
            </a:ln>
          </p:spPr>
        </p:sp>
        <p:sp>
          <p:nvSpPr>
            <p:cNvPr id="27788" name="Line 197"/>
            <p:cNvSpPr/>
            <p:nvPr/>
          </p:nvSpPr>
          <p:spPr>
            <a:xfrm>
              <a:off x="2136" y="625"/>
              <a:ext cx="0" cy="1709"/>
            </a:xfrm>
            <a:prstGeom prst="line">
              <a:avLst/>
            </a:prstGeom>
            <a:ln w="9525" cap="flat" cmpd="sng">
              <a:solidFill>
                <a:schemeClr val="tx1"/>
              </a:solidFill>
              <a:prstDash val="solid"/>
              <a:headEnd type="none" w="med" len="med"/>
              <a:tailEnd type="none" w="med" len="med"/>
            </a:ln>
          </p:spPr>
        </p:sp>
        <p:sp>
          <p:nvSpPr>
            <p:cNvPr id="27789" name="Line 198"/>
            <p:cNvSpPr/>
            <p:nvPr/>
          </p:nvSpPr>
          <p:spPr>
            <a:xfrm>
              <a:off x="2232" y="552"/>
              <a:ext cx="0" cy="1680"/>
            </a:xfrm>
            <a:prstGeom prst="line">
              <a:avLst/>
            </a:prstGeom>
            <a:ln w="9525" cap="flat" cmpd="sng">
              <a:solidFill>
                <a:schemeClr val="tx1"/>
              </a:solidFill>
              <a:prstDash val="solid"/>
              <a:headEnd type="none" w="med" len="med"/>
              <a:tailEnd type="none" w="med" len="med"/>
            </a:ln>
          </p:spPr>
        </p:sp>
        <p:sp>
          <p:nvSpPr>
            <p:cNvPr id="27790" name="Line 199"/>
            <p:cNvSpPr/>
            <p:nvPr/>
          </p:nvSpPr>
          <p:spPr>
            <a:xfrm>
              <a:off x="1272" y="2111"/>
              <a:ext cx="0" cy="1081"/>
            </a:xfrm>
            <a:prstGeom prst="line">
              <a:avLst/>
            </a:prstGeom>
            <a:ln w="9525" cap="flat" cmpd="sng">
              <a:solidFill>
                <a:schemeClr val="tx1"/>
              </a:solidFill>
              <a:prstDash val="solid"/>
              <a:headEnd type="none" w="med" len="med"/>
              <a:tailEnd type="none" w="med" len="med"/>
            </a:ln>
          </p:spPr>
        </p:sp>
        <p:sp>
          <p:nvSpPr>
            <p:cNvPr id="27791" name="Line 200"/>
            <p:cNvSpPr/>
            <p:nvPr/>
          </p:nvSpPr>
          <p:spPr>
            <a:xfrm>
              <a:off x="2424" y="2136"/>
              <a:ext cx="0" cy="1065"/>
            </a:xfrm>
            <a:prstGeom prst="line">
              <a:avLst/>
            </a:prstGeom>
            <a:ln w="9525" cap="flat" cmpd="sng">
              <a:solidFill>
                <a:schemeClr val="tx1"/>
              </a:solidFill>
              <a:prstDash val="solid"/>
              <a:headEnd type="none" w="med" len="med"/>
              <a:tailEnd type="none" w="med" len="med"/>
            </a:ln>
          </p:spPr>
        </p:sp>
        <p:sp>
          <p:nvSpPr>
            <p:cNvPr id="27792" name="Line 201"/>
            <p:cNvSpPr/>
            <p:nvPr/>
          </p:nvSpPr>
          <p:spPr>
            <a:xfrm>
              <a:off x="3576" y="2136"/>
              <a:ext cx="0" cy="1065"/>
            </a:xfrm>
            <a:prstGeom prst="line">
              <a:avLst/>
            </a:prstGeom>
            <a:ln w="9525" cap="flat" cmpd="sng">
              <a:solidFill>
                <a:schemeClr val="tx1"/>
              </a:solidFill>
              <a:prstDash val="solid"/>
              <a:headEnd type="none" w="med" len="med"/>
              <a:tailEnd type="none" w="med" len="med"/>
            </a:ln>
          </p:spPr>
        </p:sp>
        <p:sp>
          <p:nvSpPr>
            <p:cNvPr id="27793" name="Line 202"/>
            <p:cNvSpPr/>
            <p:nvPr/>
          </p:nvSpPr>
          <p:spPr>
            <a:xfrm>
              <a:off x="4728" y="2136"/>
              <a:ext cx="0" cy="1065"/>
            </a:xfrm>
            <a:prstGeom prst="line">
              <a:avLst/>
            </a:prstGeom>
            <a:ln w="9525" cap="flat" cmpd="sng">
              <a:solidFill>
                <a:schemeClr val="tx1"/>
              </a:solidFill>
              <a:prstDash val="solid"/>
              <a:headEnd type="none" w="med" len="med"/>
              <a:tailEnd type="none" w="med" len="med"/>
            </a:ln>
          </p:spPr>
        </p:sp>
        <p:sp>
          <p:nvSpPr>
            <p:cNvPr id="27794" name="Line 203"/>
            <p:cNvSpPr/>
            <p:nvPr/>
          </p:nvSpPr>
          <p:spPr>
            <a:xfrm>
              <a:off x="288" y="2028"/>
              <a:ext cx="0" cy="192"/>
            </a:xfrm>
            <a:prstGeom prst="line">
              <a:avLst/>
            </a:prstGeom>
            <a:ln w="9525" cap="flat" cmpd="sng">
              <a:solidFill>
                <a:schemeClr val="tx1"/>
              </a:solidFill>
              <a:prstDash val="solid"/>
              <a:headEnd type="none" w="med" len="med"/>
              <a:tailEnd type="none" w="med" len="med"/>
            </a:ln>
          </p:spPr>
        </p:sp>
        <p:sp>
          <p:nvSpPr>
            <p:cNvPr id="27795" name="Line 204"/>
            <p:cNvSpPr/>
            <p:nvPr/>
          </p:nvSpPr>
          <p:spPr>
            <a:xfrm>
              <a:off x="348" y="2028"/>
              <a:ext cx="0" cy="396"/>
            </a:xfrm>
            <a:prstGeom prst="line">
              <a:avLst/>
            </a:prstGeom>
            <a:ln w="9525" cap="flat" cmpd="sng">
              <a:solidFill>
                <a:schemeClr val="tx1"/>
              </a:solidFill>
              <a:prstDash val="solid"/>
              <a:headEnd type="none" w="med" len="med"/>
              <a:tailEnd type="none" w="med" len="med"/>
            </a:ln>
          </p:spPr>
        </p:sp>
        <p:sp>
          <p:nvSpPr>
            <p:cNvPr id="27796" name="Line 205"/>
            <p:cNvSpPr/>
            <p:nvPr/>
          </p:nvSpPr>
          <p:spPr>
            <a:xfrm>
              <a:off x="408" y="2028"/>
              <a:ext cx="0" cy="576"/>
            </a:xfrm>
            <a:prstGeom prst="line">
              <a:avLst/>
            </a:prstGeom>
            <a:ln w="9525" cap="flat" cmpd="sng">
              <a:solidFill>
                <a:schemeClr val="tx1"/>
              </a:solidFill>
              <a:prstDash val="solid"/>
              <a:headEnd type="none" w="med" len="med"/>
              <a:tailEnd type="none" w="med" len="med"/>
            </a:ln>
          </p:spPr>
        </p:sp>
        <p:sp>
          <p:nvSpPr>
            <p:cNvPr id="27797" name="Line 206"/>
            <p:cNvSpPr/>
            <p:nvPr/>
          </p:nvSpPr>
          <p:spPr>
            <a:xfrm>
              <a:off x="480" y="2028"/>
              <a:ext cx="0" cy="780"/>
            </a:xfrm>
            <a:prstGeom prst="line">
              <a:avLst/>
            </a:prstGeom>
            <a:ln w="9525" cap="flat" cmpd="sng">
              <a:solidFill>
                <a:schemeClr val="tx1"/>
              </a:solidFill>
              <a:prstDash val="solid"/>
              <a:headEnd type="none" w="med" len="med"/>
              <a:tailEnd type="none" w="med" len="med"/>
            </a:ln>
          </p:spPr>
        </p:sp>
        <p:sp>
          <p:nvSpPr>
            <p:cNvPr id="27798" name="Line 207"/>
            <p:cNvSpPr/>
            <p:nvPr/>
          </p:nvSpPr>
          <p:spPr>
            <a:xfrm>
              <a:off x="744" y="2016"/>
              <a:ext cx="0" cy="312"/>
            </a:xfrm>
            <a:prstGeom prst="line">
              <a:avLst/>
            </a:prstGeom>
            <a:ln w="9525" cap="flat" cmpd="sng">
              <a:solidFill>
                <a:schemeClr val="tx1"/>
              </a:solidFill>
              <a:prstDash val="solid"/>
              <a:headEnd type="none" w="med" len="med"/>
              <a:tailEnd type="none" w="med" len="med"/>
            </a:ln>
          </p:spPr>
        </p:sp>
        <p:sp>
          <p:nvSpPr>
            <p:cNvPr id="27799" name="Line 208"/>
            <p:cNvSpPr/>
            <p:nvPr/>
          </p:nvSpPr>
          <p:spPr>
            <a:xfrm>
              <a:off x="804" y="2004"/>
              <a:ext cx="0" cy="516"/>
            </a:xfrm>
            <a:prstGeom prst="line">
              <a:avLst/>
            </a:prstGeom>
            <a:ln w="9525" cap="flat" cmpd="sng">
              <a:solidFill>
                <a:schemeClr val="tx1"/>
              </a:solidFill>
              <a:prstDash val="solid"/>
              <a:headEnd type="none" w="med" len="med"/>
              <a:tailEnd type="none" w="med" len="med"/>
            </a:ln>
          </p:spPr>
        </p:sp>
        <p:sp>
          <p:nvSpPr>
            <p:cNvPr id="27800" name="Line 209"/>
            <p:cNvSpPr/>
            <p:nvPr/>
          </p:nvSpPr>
          <p:spPr>
            <a:xfrm>
              <a:off x="864" y="2004"/>
              <a:ext cx="0" cy="708"/>
            </a:xfrm>
            <a:prstGeom prst="line">
              <a:avLst/>
            </a:prstGeom>
            <a:ln w="9525" cap="flat" cmpd="sng">
              <a:solidFill>
                <a:schemeClr val="tx1"/>
              </a:solidFill>
              <a:prstDash val="solid"/>
              <a:headEnd type="none" w="med" len="med"/>
              <a:tailEnd type="none" w="med" len="med"/>
            </a:ln>
          </p:spPr>
        </p:sp>
        <p:sp>
          <p:nvSpPr>
            <p:cNvPr id="27801" name="Line 210"/>
            <p:cNvSpPr/>
            <p:nvPr/>
          </p:nvSpPr>
          <p:spPr>
            <a:xfrm>
              <a:off x="924" y="2016"/>
              <a:ext cx="0" cy="888"/>
            </a:xfrm>
            <a:prstGeom prst="line">
              <a:avLst/>
            </a:prstGeom>
            <a:ln w="9525" cap="flat" cmpd="sng">
              <a:solidFill>
                <a:schemeClr val="tx1"/>
              </a:solidFill>
              <a:prstDash val="solid"/>
              <a:headEnd type="none" w="med" len="med"/>
              <a:tailEnd type="none" w="med" len="med"/>
            </a:ln>
          </p:spPr>
        </p:sp>
        <p:sp>
          <p:nvSpPr>
            <p:cNvPr id="27802" name="Line 211"/>
            <p:cNvSpPr/>
            <p:nvPr/>
          </p:nvSpPr>
          <p:spPr>
            <a:xfrm flipV="1">
              <a:off x="180" y="1320"/>
              <a:ext cx="0" cy="2064"/>
            </a:xfrm>
            <a:prstGeom prst="line">
              <a:avLst/>
            </a:prstGeom>
            <a:ln w="9525" cap="flat" cmpd="sng">
              <a:solidFill>
                <a:schemeClr val="tx1"/>
              </a:solidFill>
              <a:prstDash val="solid"/>
              <a:headEnd type="none" w="med" len="med"/>
              <a:tailEnd type="none" w="med" len="med"/>
            </a:ln>
          </p:spPr>
        </p:sp>
        <p:sp>
          <p:nvSpPr>
            <p:cNvPr id="27803" name="Line 212"/>
            <p:cNvSpPr/>
            <p:nvPr/>
          </p:nvSpPr>
          <p:spPr>
            <a:xfrm>
              <a:off x="1860" y="3624"/>
              <a:ext cx="0" cy="202"/>
            </a:xfrm>
            <a:prstGeom prst="line">
              <a:avLst/>
            </a:prstGeom>
            <a:ln w="9525" cap="flat" cmpd="sng">
              <a:solidFill>
                <a:schemeClr val="tx1"/>
              </a:solidFill>
              <a:prstDash val="solid"/>
              <a:headEnd type="none" w="med" len="med"/>
              <a:tailEnd type="none" w="med" len="med"/>
            </a:ln>
          </p:spPr>
        </p:sp>
        <p:sp>
          <p:nvSpPr>
            <p:cNvPr id="27804" name="Line 213"/>
            <p:cNvSpPr/>
            <p:nvPr/>
          </p:nvSpPr>
          <p:spPr>
            <a:xfrm flipH="1">
              <a:off x="1332" y="3627"/>
              <a:ext cx="0" cy="225"/>
            </a:xfrm>
            <a:prstGeom prst="line">
              <a:avLst/>
            </a:prstGeom>
            <a:ln w="9525" cap="flat" cmpd="sng">
              <a:solidFill>
                <a:schemeClr val="tx1"/>
              </a:solidFill>
              <a:prstDash val="solid"/>
              <a:headEnd type="none" w="med" len="med"/>
              <a:tailEnd type="none" w="med" len="med"/>
            </a:ln>
          </p:spPr>
        </p:sp>
        <p:sp>
          <p:nvSpPr>
            <p:cNvPr id="27805" name="Line 214"/>
            <p:cNvSpPr/>
            <p:nvPr/>
          </p:nvSpPr>
          <p:spPr>
            <a:xfrm>
              <a:off x="1848" y="3000"/>
              <a:ext cx="0" cy="336"/>
            </a:xfrm>
            <a:prstGeom prst="line">
              <a:avLst/>
            </a:prstGeom>
            <a:ln w="9525" cap="flat" cmpd="sng">
              <a:solidFill>
                <a:schemeClr val="tx1"/>
              </a:solidFill>
              <a:prstDash val="solid"/>
              <a:headEnd type="none" w="med" len="med"/>
              <a:tailEnd type="none" w="med" len="med"/>
            </a:ln>
          </p:spPr>
        </p:sp>
        <p:sp>
          <p:nvSpPr>
            <p:cNvPr id="27806" name="Line 215"/>
            <p:cNvSpPr/>
            <p:nvPr/>
          </p:nvSpPr>
          <p:spPr>
            <a:xfrm flipV="1">
              <a:off x="1320" y="3096"/>
              <a:ext cx="0" cy="240"/>
            </a:xfrm>
            <a:prstGeom prst="line">
              <a:avLst/>
            </a:prstGeom>
            <a:ln w="9525" cap="flat" cmpd="sng">
              <a:solidFill>
                <a:schemeClr val="tx1"/>
              </a:solidFill>
              <a:prstDash val="solid"/>
              <a:headEnd type="none" w="med" len="med"/>
              <a:tailEnd type="none" w="med" len="med"/>
            </a:ln>
          </p:spPr>
        </p:sp>
        <p:sp>
          <p:nvSpPr>
            <p:cNvPr id="27807" name="Line 216"/>
            <p:cNvSpPr/>
            <p:nvPr/>
          </p:nvSpPr>
          <p:spPr>
            <a:xfrm>
              <a:off x="204" y="3683"/>
              <a:ext cx="0" cy="227"/>
            </a:xfrm>
            <a:prstGeom prst="line">
              <a:avLst/>
            </a:prstGeom>
            <a:ln w="9525" cap="flat" cmpd="sng">
              <a:solidFill>
                <a:schemeClr val="tx1"/>
              </a:solidFill>
              <a:prstDash val="solid"/>
              <a:headEnd type="none" w="med" len="med"/>
              <a:tailEnd type="none" w="med" len="med"/>
            </a:ln>
          </p:spPr>
        </p:sp>
        <p:sp>
          <p:nvSpPr>
            <p:cNvPr id="27808" name="Line 217"/>
            <p:cNvSpPr/>
            <p:nvPr/>
          </p:nvSpPr>
          <p:spPr>
            <a:xfrm>
              <a:off x="5521" y="3708"/>
              <a:ext cx="0" cy="321"/>
            </a:xfrm>
            <a:prstGeom prst="line">
              <a:avLst/>
            </a:prstGeom>
            <a:ln w="9525" cap="flat" cmpd="sng">
              <a:solidFill>
                <a:schemeClr val="tx1"/>
              </a:solidFill>
              <a:prstDash val="solid"/>
              <a:headEnd type="none" w="med" len="med"/>
              <a:tailEnd type="none" w="med" len="med"/>
            </a:ln>
          </p:spPr>
        </p:sp>
        <p:sp>
          <p:nvSpPr>
            <p:cNvPr id="27809" name="Text Box 218"/>
            <p:cNvSpPr txBox="1"/>
            <p:nvPr/>
          </p:nvSpPr>
          <p:spPr>
            <a:xfrm>
              <a:off x="1212" y="3806"/>
              <a:ext cx="576" cy="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2800" dirty="0">
                  <a:latin typeface="Times New Roman" panose="02020603050405020304" pitchFamily="18" charset="0"/>
                </a:rPr>
                <a:t>CP</a:t>
              </a:r>
              <a:r>
                <a:rPr lang="en-US" altLang="zh-CN" sz="2800" baseline="-25000" dirty="0">
                  <a:latin typeface="Times New Roman" panose="02020603050405020304" pitchFamily="18" charset="0"/>
                </a:rPr>
                <a:t>U</a:t>
              </a:r>
              <a:endParaRPr lang="en-US" altLang="zh-CN" sz="2800" dirty="0">
                <a:latin typeface="Times New Roman" panose="02020603050405020304" pitchFamily="18" charset="0"/>
              </a:endParaRPr>
            </a:p>
          </p:txBody>
        </p:sp>
        <p:sp>
          <p:nvSpPr>
            <p:cNvPr id="27810" name="Text Box 219"/>
            <p:cNvSpPr txBox="1"/>
            <p:nvPr/>
          </p:nvSpPr>
          <p:spPr>
            <a:xfrm>
              <a:off x="1716" y="3792"/>
              <a:ext cx="612" cy="33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2800" dirty="0">
                  <a:latin typeface="Times New Roman" panose="02020603050405020304" pitchFamily="18" charset="0"/>
                </a:rPr>
                <a:t>CP</a:t>
              </a:r>
              <a:r>
                <a:rPr lang="en-US" altLang="zh-CN" sz="2800" baseline="-250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27811" name="Text Box 220"/>
            <p:cNvSpPr txBox="1"/>
            <p:nvPr/>
          </p:nvSpPr>
          <p:spPr>
            <a:xfrm>
              <a:off x="204" y="3708"/>
              <a:ext cx="45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2400" dirty="0">
                  <a:latin typeface="Times New Roman" panose="02020603050405020304" pitchFamily="18" charset="0"/>
                </a:rPr>
                <a:t>Cr</a:t>
              </a:r>
              <a:endParaRPr lang="en-US" altLang="zh-CN" sz="2400" dirty="0">
                <a:latin typeface="Times New Roman" panose="02020603050405020304" pitchFamily="18" charset="0"/>
              </a:endParaRPr>
            </a:p>
          </p:txBody>
        </p:sp>
        <p:sp>
          <p:nvSpPr>
            <p:cNvPr id="27812" name="Text Box 221"/>
            <p:cNvSpPr txBox="1"/>
            <p:nvPr/>
          </p:nvSpPr>
          <p:spPr>
            <a:xfrm>
              <a:off x="5112" y="3816"/>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2400" dirty="0">
                  <a:latin typeface="Times New Roman" panose="02020603050405020304" pitchFamily="18" charset="0"/>
                </a:rPr>
                <a:t>LD</a:t>
              </a:r>
              <a:endParaRPr lang="en-US" altLang="zh-CN" sz="2400" dirty="0">
                <a:latin typeface="Times New Roman" panose="02020603050405020304" pitchFamily="18" charset="0"/>
              </a:endParaRPr>
            </a:p>
          </p:txBody>
        </p:sp>
        <p:sp>
          <p:nvSpPr>
            <p:cNvPr id="27813" name="Text Box 222"/>
            <p:cNvSpPr txBox="1"/>
            <p:nvPr/>
          </p:nvSpPr>
          <p:spPr>
            <a:xfrm>
              <a:off x="888" y="3864"/>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2400" dirty="0">
                  <a:latin typeface="Times New Roman" panose="02020603050405020304" pitchFamily="18" charset="0"/>
                </a:rPr>
                <a:t>A</a:t>
              </a:r>
              <a:endParaRPr lang="en-US" altLang="zh-CN" sz="2400" dirty="0">
                <a:latin typeface="Times New Roman" panose="02020603050405020304" pitchFamily="18" charset="0"/>
              </a:endParaRPr>
            </a:p>
          </p:txBody>
        </p:sp>
        <p:sp>
          <p:nvSpPr>
            <p:cNvPr id="27814" name="Text Box 223"/>
            <p:cNvSpPr txBox="1"/>
            <p:nvPr/>
          </p:nvSpPr>
          <p:spPr>
            <a:xfrm>
              <a:off x="2088" y="3768"/>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2400" dirty="0">
                  <a:latin typeface="Times New Roman" panose="02020603050405020304" pitchFamily="18" charset="0"/>
                </a:rPr>
                <a:t>B</a:t>
              </a:r>
              <a:endParaRPr lang="en-US" altLang="zh-CN" sz="2400" dirty="0">
                <a:latin typeface="Times New Roman" panose="02020603050405020304" pitchFamily="18" charset="0"/>
              </a:endParaRPr>
            </a:p>
          </p:txBody>
        </p:sp>
        <p:sp>
          <p:nvSpPr>
            <p:cNvPr id="27815" name="Text Box 224"/>
            <p:cNvSpPr txBox="1"/>
            <p:nvPr/>
          </p:nvSpPr>
          <p:spPr>
            <a:xfrm>
              <a:off x="3240" y="3768"/>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2400" dirty="0">
                  <a:latin typeface="Times New Roman" panose="02020603050405020304" pitchFamily="18" charset="0"/>
                </a:rPr>
                <a:t>C</a:t>
              </a:r>
              <a:endParaRPr lang="en-US" altLang="zh-CN" sz="2400" dirty="0">
                <a:latin typeface="Times New Roman" panose="02020603050405020304" pitchFamily="18" charset="0"/>
              </a:endParaRPr>
            </a:p>
          </p:txBody>
        </p:sp>
        <p:sp>
          <p:nvSpPr>
            <p:cNvPr id="27816" name="Line 225"/>
            <p:cNvSpPr/>
            <p:nvPr/>
          </p:nvSpPr>
          <p:spPr>
            <a:xfrm>
              <a:off x="1152" y="2112"/>
              <a:ext cx="0" cy="1904"/>
            </a:xfrm>
            <a:prstGeom prst="line">
              <a:avLst/>
            </a:prstGeom>
            <a:ln w="9525" cap="flat" cmpd="sng">
              <a:solidFill>
                <a:schemeClr val="tx1"/>
              </a:solidFill>
              <a:prstDash val="solid"/>
              <a:headEnd type="none" w="med" len="med"/>
              <a:tailEnd type="none" w="med" len="med"/>
            </a:ln>
          </p:spPr>
        </p:sp>
        <p:sp>
          <p:nvSpPr>
            <p:cNvPr id="27817" name="Line 226"/>
            <p:cNvSpPr/>
            <p:nvPr/>
          </p:nvSpPr>
          <p:spPr>
            <a:xfrm>
              <a:off x="2328" y="2136"/>
              <a:ext cx="0" cy="1859"/>
            </a:xfrm>
            <a:prstGeom prst="line">
              <a:avLst/>
            </a:prstGeom>
            <a:ln w="9525" cap="flat" cmpd="sng">
              <a:solidFill>
                <a:schemeClr val="tx1"/>
              </a:solidFill>
              <a:prstDash val="solid"/>
              <a:headEnd type="none" w="med" len="med"/>
              <a:tailEnd type="none" w="med" len="med"/>
            </a:ln>
          </p:spPr>
        </p:sp>
        <p:sp>
          <p:nvSpPr>
            <p:cNvPr id="27818" name="Line 227"/>
            <p:cNvSpPr/>
            <p:nvPr/>
          </p:nvSpPr>
          <p:spPr>
            <a:xfrm>
              <a:off x="3480" y="2136"/>
              <a:ext cx="0" cy="1859"/>
            </a:xfrm>
            <a:prstGeom prst="line">
              <a:avLst/>
            </a:prstGeom>
            <a:ln w="9525" cap="flat" cmpd="sng">
              <a:solidFill>
                <a:schemeClr val="tx1"/>
              </a:solidFill>
              <a:prstDash val="solid"/>
              <a:headEnd type="none" w="med" len="med"/>
              <a:tailEnd type="none" w="med" len="med"/>
            </a:ln>
          </p:spPr>
        </p:sp>
        <p:sp>
          <p:nvSpPr>
            <p:cNvPr id="27819" name="Line 228"/>
            <p:cNvSpPr/>
            <p:nvPr/>
          </p:nvSpPr>
          <p:spPr>
            <a:xfrm>
              <a:off x="4632" y="2136"/>
              <a:ext cx="0" cy="1882"/>
            </a:xfrm>
            <a:prstGeom prst="line">
              <a:avLst/>
            </a:prstGeom>
            <a:ln w="9525" cap="flat" cmpd="sng">
              <a:solidFill>
                <a:schemeClr val="tx1"/>
              </a:solidFill>
              <a:prstDash val="solid"/>
              <a:headEnd type="none" w="med" len="med"/>
              <a:tailEnd type="none" w="med" len="med"/>
            </a:ln>
          </p:spPr>
        </p:sp>
        <p:sp>
          <p:nvSpPr>
            <p:cNvPr id="27820" name="Text Box 229"/>
            <p:cNvSpPr txBox="1"/>
            <p:nvPr/>
          </p:nvSpPr>
          <p:spPr>
            <a:xfrm>
              <a:off x="4392" y="3768"/>
              <a:ext cx="3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2400" dirty="0">
                  <a:latin typeface="Times New Roman" panose="02020603050405020304" pitchFamily="18" charset="0"/>
                </a:rPr>
                <a:t>D</a:t>
              </a:r>
              <a:endParaRPr lang="en-US" altLang="zh-CN" sz="2400" dirty="0">
                <a:latin typeface="Times New Roman" panose="02020603050405020304" pitchFamily="18" charset="0"/>
              </a:endParaRPr>
            </a:p>
          </p:txBody>
        </p:sp>
        <p:sp>
          <p:nvSpPr>
            <p:cNvPr id="27821" name="Oval 230"/>
            <p:cNvSpPr/>
            <p:nvPr/>
          </p:nvSpPr>
          <p:spPr>
            <a:xfrm>
              <a:off x="1678" y="1305"/>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22" name="Oval 231"/>
            <p:cNvSpPr/>
            <p:nvPr/>
          </p:nvSpPr>
          <p:spPr>
            <a:xfrm>
              <a:off x="2881" y="1295"/>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23" name="Oval 232"/>
            <p:cNvSpPr/>
            <p:nvPr/>
          </p:nvSpPr>
          <p:spPr>
            <a:xfrm>
              <a:off x="3998" y="1305"/>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24" name="Oval 233"/>
            <p:cNvSpPr/>
            <p:nvPr/>
          </p:nvSpPr>
          <p:spPr>
            <a:xfrm>
              <a:off x="5147" y="129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25" name="Oval 234"/>
            <p:cNvSpPr/>
            <p:nvPr/>
          </p:nvSpPr>
          <p:spPr>
            <a:xfrm>
              <a:off x="4512" y="2590"/>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26" name="Oval 235"/>
            <p:cNvSpPr/>
            <p:nvPr/>
          </p:nvSpPr>
          <p:spPr>
            <a:xfrm>
              <a:off x="4417" y="2685"/>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27" name="Oval 236"/>
            <p:cNvSpPr/>
            <p:nvPr/>
          </p:nvSpPr>
          <p:spPr>
            <a:xfrm>
              <a:off x="3361" y="239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28" name="Oval 237"/>
            <p:cNvSpPr/>
            <p:nvPr/>
          </p:nvSpPr>
          <p:spPr>
            <a:xfrm>
              <a:off x="3265" y="2495"/>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29" name="Oval 238"/>
            <p:cNvSpPr/>
            <p:nvPr/>
          </p:nvSpPr>
          <p:spPr>
            <a:xfrm>
              <a:off x="2209" y="220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30" name="Oval 239"/>
            <p:cNvSpPr/>
            <p:nvPr/>
          </p:nvSpPr>
          <p:spPr>
            <a:xfrm>
              <a:off x="2114" y="230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31" name="Oval 240"/>
            <p:cNvSpPr/>
            <p:nvPr/>
          </p:nvSpPr>
          <p:spPr>
            <a:xfrm>
              <a:off x="2402" y="3166"/>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32" name="Oval 241"/>
            <p:cNvSpPr/>
            <p:nvPr/>
          </p:nvSpPr>
          <p:spPr>
            <a:xfrm>
              <a:off x="3553" y="3166"/>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33" name="Oval 242"/>
            <p:cNvSpPr/>
            <p:nvPr/>
          </p:nvSpPr>
          <p:spPr>
            <a:xfrm>
              <a:off x="4705" y="3166"/>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34" name="Oval 243"/>
            <p:cNvSpPr/>
            <p:nvPr/>
          </p:nvSpPr>
          <p:spPr>
            <a:xfrm>
              <a:off x="5471" y="3168"/>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35" name="Line 244"/>
            <p:cNvSpPr/>
            <p:nvPr/>
          </p:nvSpPr>
          <p:spPr>
            <a:xfrm>
              <a:off x="1992" y="1752"/>
              <a:ext cx="0" cy="1440"/>
            </a:xfrm>
            <a:prstGeom prst="line">
              <a:avLst/>
            </a:prstGeom>
            <a:ln w="9525" cap="flat" cmpd="sng">
              <a:solidFill>
                <a:schemeClr val="tx1"/>
              </a:solidFill>
              <a:prstDash val="solid"/>
              <a:headEnd type="none" w="med" len="med"/>
              <a:tailEnd type="none" w="med" len="med"/>
            </a:ln>
          </p:spPr>
        </p:sp>
        <p:sp>
          <p:nvSpPr>
            <p:cNvPr id="27836" name="Line 245"/>
            <p:cNvSpPr/>
            <p:nvPr/>
          </p:nvSpPr>
          <p:spPr>
            <a:xfrm>
              <a:off x="3144" y="1752"/>
              <a:ext cx="0" cy="1440"/>
            </a:xfrm>
            <a:prstGeom prst="line">
              <a:avLst/>
            </a:prstGeom>
            <a:ln w="9525" cap="flat" cmpd="sng">
              <a:solidFill>
                <a:schemeClr val="tx1"/>
              </a:solidFill>
              <a:prstDash val="solid"/>
              <a:headEnd type="none" w="med" len="med"/>
              <a:tailEnd type="none" w="med" len="med"/>
            </a:ln>
          </p:spPr>
        </p:sp>
        <p:sp>
          <p:nvSpPr>
            <p:cNvPr id="27837" name="Line 246"/>
            <p:cNvSpPr/>
            <p:nvPr/>
          </p:nvSpPr>
          <p:spPr>
            <a:xfrm>
              <a:off x="4296" y="1752"/>
              <a:ext cx="0" cy="1440"/>
            </a:xfrm>
            <a:prstGeom prst="line">
              <a:avLst/>
            </a:prstGeom>
            <a:ln w="9525" cap="flat" cmpd="sng">
              <a:solidFill>
                <a:schemeClr val="tx1"/>
              </a:solidFill>
              <a:prstDash val="solid"/>
              <a:headEnd type="none" w="med" len="med"/>
              <a:tailEnd type="none" w="med" len="med"/>
            </a:ln>
          </p:spPr>
        </p:sp>
        <p:sp>
          <p:nvSpPr>
            <p:cNvPr id="27838" name="Oval 247"/>
            <p:cNvSpPr/>
            <p:nvPr/>
          </p:nvSpPr>
          <p:spPr>
            <a:xfrm>
              <a:off x="4272" y="3166"/>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39" name="Oval 248"/>
            <p:cNvSpPr/>
            <p:nvPr/>
          </p:nvSpPr>
          <p:spPr>
            <a:xfrm>
              <a:off x="3120" y="3166"/>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40" name="Oval 249"/>
            <p:cNvSpPr/>
            <p:nvPr/>
          </p:nvSpPr>
          <p:spPr>
            <a:xfrm>
              <a:off x="1969" y="3166"/>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41" name="Line 250"/>
            <p:cNvSpPr/>
            <p:nvPr/>
          </p:nvSpPr>
          <p:spPr>
            <a:xfrm>
              <a:off x="2904" y="2136"/>
              <a:ext cx="0" cy="96"/>
            </a:xfrm>
            <a:prstGeom prst="line">
              <a:avLst/>
            </a:prstGeom>
            <a:ln w="9525" cap="flat" cmpd="sng">
              <a:solidFill>
                <a:schemeClr val="tx1"/>
              </a:solidFill>
              <a:prstDash val="solid"/>
              <a:headEnd type="none" w="med" len="med"/>
              <a:tailEnd type="none" w="med" len="med"/>
            </a:ln>
          </p:spPr>
        </p:sp>
        <p:sp>
          <p:nvSpPr>
            <p:cNvPr id="27842" name="Line 251"/>
            <p:cNvSpPr/>
            <p:nvPr/>
          </p:nvSpPr>
          <p:spPr>
            <a:xfrm>
              <a:off x="3000" y="2136"/>
              <a:ext cx="0" cy="960"/>
            </a:xfrm>
            <a:prstGeom prst="line">
              <a:avLst/>
            </a:prstGeom>
            <a:ln w="9525" cap="flat" cmpd="sng">
              <a:solidFill>
                <a:schemeClr val="tx1"/>
              </a:solidFill>
              <a:prstDash val="solid"/>
              <a:headEnd type="none" w="med" len="med"/>
              <a:tailEnd type="none" w="med" len="med"/>
            </a:ln>
          </p:spPr>
        </p:sp>
        <p:sp>
          <p:nvSpPr>
            <p:cNvPr id="27843" name="Line 252"/>
            <p:cNvSpPr/>
            <p:nvPr/>
          </p:nvSpPr>
          <p:spPr>
            <a:xfrm>
              <a:off x="2760" y="2136"/>
              <a:ext cx="0" cy="192"/>
            </a:xfrm>
            <a:prstGeom prst="line">
              <a:avLst/>
            </a:prstGeom>
            <a:ln w="9525" cap="flat" cmpd="sng">
              <a:solidFill>
                <a:schemeClr val="tx1"/>
              </a:solidFill>
              <a:prstDash val="solid"/>
              <a:headEnd type="none" w="med" len="med"/>
              <a:tailEnd type="none" w="med" len="med"/>
            </a:ln>
          </p:spPr>
        </p:sp>
        <p:sp>
          <p:nvSpPr>
            <p:cNvPr id="27844" name="Line 253"/>
            <p:cNvSpPr/>
            <p:nvPr/>
          </p:nvSpPr>
          <p:spPr>
            <a:xfrm>
              <a:off x="2664" y="2136"/>
              <a:ext cx="0" cy="864"/>
            </a:xfrm>
            <a:prstGeom prst="line">
              <a:avLst/>
            </a:prstGeom>
            <a:ln w="9525" cap="flat" cmpd="sng">
              <a:solidFill>
                <a:schemeClr val="tx1"/>
              </a:solidFill>
              <a:prstDash val="solid"/>
              <a:headEnd type="none" w="med" len="med"/>
              <a:tailEnd type="none" w="med" len="med"/>
            </a:ln>
          </p:spPr>
        </p:sp>
        <p:sp>
          <p:nvSpPr>
            <p:cNvPr id="27845" name="Oval 254"/>
            <p:cNvSpPr/>
            <p:nvPr/>
          </p:nvSpPr>
          <p:spPr>
            <a:xfrm>
              <a:off x="2737" y="230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46" name="Oval 255"/>
            <p:cNvSpPr/>
            <p:nvPr/>
          </p:nvSpPr>
          <p:spPr>
            <a:xfrm>
              <a:off x="2880" y="220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47" name="Oval 256"/>
            <p:cNvSpPr/>
            <p:nvPr/>
          </p:nvSpPr>
          <p:spPr>
            <a:xfrm>
              <a:off x="2642" y="2973"/>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48" name="Oval 257"/>
            <p:cNvSpPr/>
            <p:nvPr/>
          </p:nvSpPr>
          <p:spPr>
            <a:xfrm>
              <a:off x="2977" y="3071"/>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49" name="Line 258"/>
            <p:cNvSpPr/>
            <p:nvPr/>
          </p:nvSpPr>
          <p:spPr>
            <a:xfrm>
              <a:off x="3720" y="2136"/>
              <a:ext cx="0" cy="864"/>
            </a:xfrm>
            <a:prstGeom prst="line">
              <a:avLst/>
            </a:prstGeom>
            <a:ln w="9525" cap="flat" cmpd="sng">
              <a:solidFill>
                <a:schemeClr val="tx1"/>
              </a:solidFill>
              <a:prstDash val="solid"/>
              <a:headEnd type="none" w="med" len="med"/>
              <a:tailEnd type="none" w="med" len="med"/>
            </a:ln>
          </p:spPr>
        </p:sp>
        <p:sp>
          <p:nvSpPr>
            <p:cNvPr id="27850" name="Line 259"/>
            <p:cNvSpPr/>
            <p:nvPr/>
          </p:nvSpPr>
          <p:spPr>
            <a:xfrm>
              <a:off x="3816" y="2136"/>
              <a:ext cx="0" cy="192"/>
            </a:xfrm>
            <a:prstGeom prst="line">
              <a:avLst/>
            </a:prstGeom>
            <a:ln w="9525" cap="flat" cmpd="sng">
              <a:solidFill>
                <a:schemeClr val="tx1"/>
              </a:solidFill>
              <a:prstDash val="solid"/>
              <a:headEnd type="none" w="med" len="med"/>
              <a:tailEnd type="none" w="med" len="med"/>
            </a:ln>
          </p:spPr>
        </p:sp>
        <p:sp>
          <p:nvSpPr>
            <p:cNvPr id="27851" name="Line 260"/>
            <p:cNvSpPr/>
            <p:nvPr/>
          </p:nvSpPr>
          <p:spPr>
            <a:xfrm>
              <a:off x="3912" y="2136"/>
              <a:ext cx="0" cy="384"/>
            </a:xfrm>
            <a:prstGeom prst="line">
              <a:avLst/>
            </a:prstGeom>
            <a:ln w="9525" cap="flat" cmpd="sng">
              <a:solidFill>
                <a:schemeClr val="tx1"/>
              </a:solidFill>
              <a:prstDash val="solid"/>
              <a:headEnd type="none" w="med" len="med"/>
              <a:tailEnd type="none" w="med" len="med"/>
            </a:ln>
          </p:spPr>
        </p:sp>
        <p:sp>
          <p:nvSpPr>
            <p:cNvPr id="27852" name="Oval 261"/>
            <p:cNvSpPr/>
            <p:nvPr/>
          </p:nvSpPr>
          <p:spPr>
            <a:xfrm>
              <a:off x="3794" y="230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53" name="Oval 262"/>
            <p:cNvSpPr/>
            <p:nvPr/>
          </p:nvSpPr>
          <p:spPr>
            <a:xfrm>
              <a:off x="3889" y="2495"/>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54" name="Oval 263"/>
            <p:cNvSpPr/>
            <p:nvPr/>
          </p:nvSpPr>
          <p:spPr>
            <a:xfrm>
              <a:off x="3696" y="2973"/>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55" name="Line 264"/>
            <p:cNvSpPr/>
            <p:nvPr/>
          </p:nvSpPr>
          <p:spPr>
            <a:xfrm>
              <a:off x="4032" y="2136"/>
              <a:ext cx="0" cy="96"/>
            </a:xfrm>
            <a:prstGeom prst="line">
              <a:avLst/>
            </a:prstGeom>
            <a:ln w="9525" cap="flat" cmpd="sng">
              <a:solidFill>
                <a:schemeClr val="tx1"/>
              </a:solidFill>
              <a:prstDash val="solid"/>
              <a:headEnd type="none" w="med" len="med"/>
              <a:tailEnd type="none" w="med" len="med"/>
            </a:ln>
          </p:spPr>
        </p:sp>
        <p:sp>
          <p:nvSpPr>
            <p:cNvPr id="27856" name="Line 265"/>
            <p:cNvSpPr/>
            <p:nvPr/>
          </p:nvSpPr>
          <p:spPr>
            <a:xfrm>
              <a:off x="4104" y="2136"/>
              <a:ext cx="0" cy="288"/>
            </a:xfrm>
            <a:prstGeom prst="line">
              <a:avLst/>
            </a:prstGeom>
            <a:ln w="9525" cap="flat" cmpd="sng">
              <a:solidFill>
                <a:schemeClr val="tx1"/>
              </a:solidFill>
              <a:prstDash val="solid"/>
              <a:headEnd type="none" w="med" len="med"/>
              <a:tailEnd type="none" w="med" len="med"/>
            </a:ln>
          </p:spPr>
        </p:sp>
        <p:sp>
          <p:nvSpPr>
            <p:cNvPr id="27857" name="Line 266"/>
            <p:cNvSpPr/>
            <p:nvPr/>
          </p:nvSpPr>
          <p:spPr>
            <a:xfrm>
              <a:off x="4200" y="2136"/>
              <a:ext cx="0" cy="960"/>
            </a:xfrm>
            <a:prstGeom prst="line">
              <a:avLst/>
            </a:prstGeom>
            <a:ln w="9525" cap="flat" cmpd="sng">
              <a:solidFill>
                <a:schemeClr val="tx1"/>
              </a:solidFill>
              <a:prstDash val="solid"/>
              <a:headEnd type="none" w="med" len="med"/>
              <a:tailEnd type="none" w="med" len="med"/>
            </a:ln>
          </p:spPr>
        </p:sp>
        <p:sp>
          <p:nvSpPr>
            <p:cNvPr id="27858" name="Oval 267"/>
            <p:cNvSpPr/>
            <p:nvPr/>
          </p:nvSpPr>
          <p:spPr>
            <a:xfrm>
              <a:off x="4008" y="220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59" name="Oval 268"/>
            <p:cNvSpPr/>
            <p:nvPr/>
          </p:nvSpPr>
          <p:spPr>
            <a:xfrm>
              <a:off x="4081" y="239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60" name="Oval 269"/>
            <p:cNvSpPr/>
            <p:nvPr/>
          </p:nvSpPr>
          <p:spPr>
            <a:xfrm>
              <a:off x="4174" y="3071"/>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61" name="Line 270"/>
            <p:cNvSpPr/>
            <p:nvPr/>
          </p:nvSpPr>
          <p:spPr>
            <a:xfrm>
              <a:off x="5160" y="3852"/>
              <a:ext cx="228" cy="0"/>
            </a:xfrm>
            <a:prstGeom prst="line">
              <a:avLst/>
            </a:prstGeom>
            <a:ln w="19050" cap="flat" cmpd="sng">
              <a:solidFill>
                <a:schemeClr val="tx1"/>
              </a:solidFill>
              <a:prstDash val="solid"/>
              <a:headEnd type="none" w="med" len="med"/>
              <a:tailEnd type="none" w="sm" len="lg"/>
            </a:ln>
          </p:spPr>
        </p:sp>
        <p:grpSp>
          <p:nvGrpSpPr>
            <p:cNvPr id="27862" name="Group 271"/>
            <p:cNvGrpSpPr/>
            <p:nvPr/>
          </p:nvGrpSpPr>
          <p:grpSpPr>
            <a:xfrm>
              <a:off x="232" y="1744"/>
              <a:ext cx="302" cy="359"/>
              <a:chOff x="672" y="3961"/>
              <a:chExt cx="302" cy="359"/>
            </a:xfrm>
          </p:grpSpPr>
          <p:grpSp>
            <p:nvGrpSpPr>
              <p:cNvPr id="27917" name="Group 272"/>
              <p:cNvGrpSpPr/>
              <p:nvPr/>
            </p:nvGrpSpPr>
            <p:grpSpPr>
              <a:xfrm>
                <a:off x="672" y="4032"/>
                <a:ext cx="302" cy="288"/>
                <a:chOff x="1728" y="1872"/>
                <a:chExt cx="336" cy="312"/>
              </a:xfrm>
            </p:grpSpPr>
            <p:sp>
              <p:nvSpPr>
                <p:cNvPr id="27919" name="Rectangle 273"/>
                <p:cNvSpPr/>
                <p:nvPr/>
              </p:nvSpPr>
              <p:spPr>
                <a:xfrm>
                  <a:off x="1728" y="1872"/>
                  <a:ext cx="336" cy="240"/>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920" name="Text Box 274"/>
                <p:cNvSpPr txBox="1"/>
                <p:nvPr/>
              </p:nvSpPr>
              <p:spPr>
                <a:xfrm>
                  <a:off x="1776" y="1872"/>
                  <a:ext cx="240" cy="3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2400" dirty="0">
                      <a:latin typeface="Times New Roman" panose="02020603050405020304" pitchFamily="18" charset="0"/>
                    </a:rPr>
                    <a:t>&amp;</a:t>
                  </a:r>
                  <a:endParaRPr lang="en-US" altLang="zh-CN" sz="2400" dirty="0">
                    <a:latin typeface="Times New Roman" panose="02020603050405020304" pitchFamily="18" charset="0"/>
                  </a:endParaRPr>
                </a:p>
              </p:txBody>
            </p:sp>
          </p:grpSp>
          <p:sp>
            <p:nvSpPr>
              <p:cNvPr id="27918" name="Oval 275"/>
              <p:cNvSpPr/>
              <p:nvPr/>
            </p:nvSpPr>
            <p:spPr>
              <a:xfrm>
                <a:off x="788" y="3961"/>
                <a:ext cx="70" cy="71"/>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grpSp>
        <p:grpSp>
          <p:nvGrpSpPr>
            <p:cNvPr id="27863" name="Group 276"/>
            <p:cNvGrpSpPr/>
            <p:nvPr/>
          </p:nvGrpSpPr>
          <p:grpSpPr>
            <a:xfrm>
              <a:off x="676" y="1732"/>
              <a:ext cx="302" cy="359"/>
              <a:chOff x="672" y="3961"/>
              <a:chExt cx="302" cy="359"/>
            </a:xfrm>
          </p:grpSpPr>
          <p:grpSp>
            <p:nvGrpSpPr>
              <p:cNvPr id="27913" name="Group 277"/>
              <p:cNvGrpSpPr/>
              <p:nvPr/>
            </p:nvGrpSpPr>
            <p:grpSpPr>
              <a:xfrm>
                <a:off x="672" y="4032"/>
                <a:ext cx="302" cy="288"/>
                <a:chOff x="1728" y="1872"/>
                <a:chExt cx="336" cy="312"/>
              </a:xfrm>
            </p:grpSpPr>
            <p:sp>
              <p:nvSpPr>
                <p:cNvPr id="27915" name="Rectangle 278"/>
                <p:cNvSpPr/>
                <p:nvPr/>
              </p:nvSpPr>
              <p:spPr>
                <a:xfrm>
                  <a:off x="1728" y="1872"/>
                  <a:ext cx="336" cy="240"/>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916" name="Text Box 279"/>
                <p:cNvSpPr txBox="1"/>
                <p:nvPr/>
              </p:nvSpPr>
              <p:spPr>
                <a:xfrm>
                  <a:off x="1776" y="1872"/>
                  <a:ext cx="240" cy="3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2400" dirty="0">
                      <a:latin typeface="Times New Roman" panose="02020603050405020304" pitchFamily="18" charset="0"/>
                    </a:rPr>
                    <a:t>&amp;</a:t>
                  </a:r>
                  <a:endParaRPr lang="en-US" altLang="zh-CN" sz="2400" dirty="0">
                    <a:latin typeface="Times New Roman" panose="02020603050405020304" pitchFamily="18" charset="0"/>
                  </a:endParaRPr>
                </a:p>
              </p:txBody>
            </p:sp>
          </p:grpSp>
          <p:sp>
            <p:nvSpPr>
              <p:cNvPr id="27914" name="Oval 280"/>
              <p:cNvSpPr/>
              <p:nvPr/>
            </p:nvSpPr>
            <p:spPr>
              <a:xfrm>
                <a:off x="788" y="3961"/>
                <a:ext cx="70" cy="71"/>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grpSp>
        <p:sp>
          <p:nvSpPr>
            <p:cNvPr id="27864" name="Line 281"/>
            <p:cNvSpPr/>
            <p:nvPr/>
          </p:nvSpPr>
          <p:spPr>
            <a:xfrm flipV="1">
              <a:off x="372" y="444"/>
              <a:ext cx="0" cy="1296"/>
            </a:xfrm>
            <a:prstGeom prst="line">
              <a:avLst/>
            </a:prstGeom>
            <a:ln w="9525" cap="flat" cmpd="sng">
              <a:solidFill>
                <a:schemeClr val="tx1"/>
              </a:solidFill>
              <a:prstDash val="solid"/>
              <a:headEnd type="none" w="med" len="med"/>
              <a:tailEnd type="none" w="sm" len="lg"/>
            </a:ln>
          </p:spPr>
        </p:sp>
        <p:sp>
          <p:nvSpPr>
            <p:cNvPr id="27865" name="Line 282"/>
            <p:cNvSpPr/>
            <p:nvPr/>
          </p:nvSpPr>
          <p:spPr>
            <a:xfrm flipV="1">
              <a:off x="828" y="456"/>
              <a:ext cx="0" cy="1260"/>
            </a:xfrm>
            <a:prstGeom prst="line">
              <a:avLst/>
            </a:prstGeom>
            <a:ln w="9525" cap="flat" cmpd="sng">
              <a:solidFill>
                <a:schemeClr val="tx1"/>
              </a:solidFill>
              <a:prstDash val="solid"/>
              <a:headEnd type="none" w="med" len="med"/>
              <a:tailEnd type="none" w="sm" len="lg"/>
            </a:ln>
          </p:spPr>
        </p:sp>
        <p:sp>
          <p:nvSpPr>
            <p:cNvPr id="27866" name="Line 283"/>
            <p:cNvSpPr/>
            <p:nvPr/>
          </p:nvSpPr>
          <p:spPr>
            <a:xfrm>
              <a:off x="1344" y="1308"/>
              <a:ext cx="0" cy="864"/>
            </a:xfrm>
            <a:prstGeom prst="line">
              <a:avLst/>
            </a:prstGeom>
            <a:ln w="9525" cap="flat" cmpd="sng">
              <a:solidFill>
                <a:schemeClr val="tx1"/>
              </a:solidFill>
              <a:prstDash val="solid"/>
              <a:headEnd type="none" w="med" len="med"/>
              <a:tailEnd type="none" w="sm" len="lg"/>
            </a:ln>
          </p:spPr>
        </p:sp>
        <p:sp>
          <p:nvSpPr>
            <p:cNvPr id="27867" name="Line 284"/>
            <p:cNvSpPr/>
            <p:nvPr/>
          </p:nvSpPr>
          <p:spPr>
            <a:xfrm>
              <a:off x="1212" y="2172"/>
              <a:ext cx="132" cy="0"/>
            </a:xfrm>
            <a:prstGeom prst="line">
              <a:avLst/>
            </a:prstGeom>
            <a:ln w="9525" cap="flat" cmpd="sng">
              <a:solidFill>
                <a:schemeClr val="tx1"/>
              </a:solidFill>
              <a:prstDash val="solid"/>
              <a:headEnd type="none" w="med" len="med"/>
              <a:tailEnd type="none" w="sm" len="lg"/>
            </a:ln>
          </p:spPr>
        </p:sp>
        <p:sp>
          <p:nvSpPr>
            <p:cNvPr id="27868" name="Line 285"/>
            <p:cNvSpPr/>
            <p:nvPr/>
          </p:nvSpPr>
          <p:spPr>
            <a:xfrm flipH="1">
              <a:off x="1212" y="2112"/>
              <a:ext cx="0" cy="72"/>
            </a:xfrm>
            <a:prstGeom prst="line">
              <a:avLst/>
            </a:prstGeom>
            <a:ln w="9525" cap="flat" cmpd="sng">
              <a:solidFill>
                <a:schemeClr val="tx1"/>
              </a:solidFill>
              <a:prstDash val="solid"/>
              <a:headEnd type="none" w="med" len="med"/>
              <a:tailEnd type="none" w="sm" len="lg"/>
            </a:ln>
          </p:spPr>
        </p:sp>
        <p:sp>
          <p:nvSpPr>
            <p:cNvPr id="27869" name="Line 286"/>
            <p:cNvSpPr/>
            <p:nvPr/>
          </p:nvSpPr>
          <p:spPr>
            <a:xfrm>
              <a:off x="2532" y="1320"/>
              <a:ext cx="0" cy="864"/>
            </a:xfrm>
            <a:prstGeom prst="line">
              <a:avLst/>
            </a:prstGeom>
            <a:ln w="9525" cap="flat" cmpd="sng">
              <a:solidFill>
                <a:schemeClr val="tx1"/>
              </a:solidFill>
              <a:prstDash val="solid"/>
              <a:headEnd type="none" w="med" len="med"/>
              <a:tailEnd type="none" w="sm" len="lg"/>
            </a:ln>
          </p:spPr>
        </p:sp>
        <p:sp>
          <p:nvSpPr>
            <p:cNvPr id="27870" name="Line 287"/>
            <p:cNvSpPr/>
            <p:nvPr/>
          </p:nvSpPr>
          <p:spPr>
            <a:xfrm>
              <a:off x="2376" y="2184"/>
              <a:ext cx="156" cy="0"/>
            </a:xfrm>
            <a:prstGeom prst="line">
              <a:avLst/>
            </a:prstGeom>
            <a:ln w="9525" cap="flat" cmpd="sng">
              <a:solidFill>
                <a:schemeClr val="tx1"/>
              </a:solidFill>
              <a:prstDash val="solid"/>
              <a:headEnd type="none" w="med" len="med"/>
              <a:tailEnd type="none" w="sm" len="lg"/>
            </a:ln>
          </p:spPr>
        </p:sp>
        <p:sp>
          <p:nvSpPr>
            <p:cNvPr id="27871" name="Line 288"/>
            <p:cNvSpPr/>
            <p:nvPr/>
          </p:nvSpPr>
          <p:spPr>
            <a:xfrm>
              <a:off x="2376" y="2124"/>
              <a:ext cx="0" cy="72"/>
            </a:xfrm>
            <a:prstGeom prst="line">
              <a:avLst/>
            </a:prstGeom>
            <a:ln w="9525" cap="flat" cmpd="sng">
              <a:solidFill>
                <a:schemeClr val="tx1"/>
              </a:solidFill>
              <a:prstDash val="solid"/>
              <a:headEnd type="none" w="med" len="med"/>
              <a:tailEnd type="none" w="sm" len="lg"/>
            </a:ln>
          </p:spPr>
        </p:sp>
        <p:sp>
          <p:nvSpPr>
            <p:cNvPr id="27872" name="Line 289"/>
            <p:cNvSpPr/>
            <p:nvPr/>
          </p:nvSpPr>
          <p:spPr>
            <a:xfrm flipH="1">
              <a:off x="3660" y="1320"/>
              <a:ext cx="0" cy="876"/>
            </a:xfrm>
            <a:prstGeom prst="line">
              <a:avLst/>
            </a:prstGeom>
            <a:ln w="9525" cap="flat" cmpd="sng">
              <a:solidFill>
                <a:schemeClr val="tx1"/>
              </a:solidFill>
              <a:prstDash val="solid"/>
              <a:headEnd type="none" w="med" len="med"/>
              <a:tailEnd type="none" w="sm" len="lg"/>
            </a:ln>
          </p:spPr>
        </p:sp>
        <p:sp>
          <p:nvSpPr>
            <p:cNvPr id="27873" name="Line 290"/>
            <p:cNvSpPr/>
            <p:nvPr/>
          </p:nvSpPr>
          <p:spPr>
            <a:xfrm>
              <a:off x="3528" y="2196"/>
              <a:ext cx="144" cy="0"/>
            </a:xfrm>
            <a:prstGeom prst="line">
              <a:avLst/>
            </a:prstGeom>
            <a:ln w="9525" cap="flat" cmpd="sng">
              <a:solidFill>
                <a:schemeClr val="tx1"/>
              </a:solidFill>
              <a:prstDash val="solid"/>
              <a:headEnd type="none" w="med" len="med"/>
              <a:tailEnd type="none" w="sm" len="lg"/>
            </a:ln>
          </p:spPr>
        </p:sp>
        <p:sp>
          <p:nvSpPr>
            <p:cNvPr id="27874" name="Line 291"/>
            <p:cNvSpPr/>
            <p:nvPr/>
          </p:nvSpPr>
          <p:spPr>
            <a:xfrm>
              <a:off x="3528" y="2124"/>
              <a:ext cx="0" cy="84"/>
            </a:xfrm>
            <a:prstGeom prst="line">
              <a:avLst/>
            </a:prstGeom>
            <a:ln w="9525" cap="flat" cmpd="sng">
              <a:solidFill>
                <a:schemeClr val="tx1"/>
              </a:solidFill>
              <a:prstDash val="solid"/>
              <a:headEnd type="none" w="med" len="med"/>
              <a:tailEnd type="none" w="sm" len="lg"/>
            </a:ln>
          </p:spPr>
        </p:sp>
        <p:sp>
          <p:nvSpPr>
            <p:cNvPr id="27875" name="Oval 292"/>
            <p:cNvSpPr/>
            <p:nvPr/>
          </p:nvSpPr>
          <p:spPr>
            <a:xfrm>
              <a:off x="1314" y="129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76" name="Oval 293"/>
            <p:cNvSpPr/>
            <p:nvPr/>
          </p:nvSpPr>
          <p:spPr>
            <a:xfrm>
              <a:off x="2502" y="1309"/>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77" name="Oval 294"/>
            <p:cNvSpPr/>
            <p:nvPr/>
          </p:nvSpPr>
          <p:spPr>
            <a:xfrm>
              <a:off x="3642" y="129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78" name="Oval 295"/>
            <p:cNvSpPr/>
            <p:nvPr/>
          </p:nvSpPr>
          <p:spPr>
            <a:xfrm>
              <a:off x="4806" y="1309"/>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79" name="Line 296"/>
            <p:cNvSpPr/>
            <p:nvPr/>
          </p:nvSpPr>
          <p:spPr>
            <a:xfrm>
              <a:off x="4824" y="1320"/>
              <a:ext cx="0" cy="852"/>
            </a:xfrm>
            <a:prstGeom prst="line">
              <a:avLst/>
            </a:prstGeom>
            <a:ln w="9525" cap="flat" cmpd="sng">
              <a:solidFill>
                <a:schemeClr val="tx1"/>
              </a:solidFill>
              <a:prstDash val="solid"/>
              <a:headEnd type="none" w="med" len="med"/>
              <a:tailEnd type="none" w="sm" len="lg"/>
            </a:ln>
          </p:spPr>
        </p:sp>
        <p:sp>
          <p:nvSpPr>
            <p:cNvPr id="27880" name="Line 297"/>
            <p:cNvSpPr/>
            <p:nvPr/>
          </p:nvSpPr>
          <p:spPr>
            <a:xfrm>
              <a:off x="4680" y="2184"/>
              <a:ext cx="144" cy="0"/>
            </a:xfrm>
            <a:prstGeom prst="line">
              <a:avLst/>
            </a:prstGeom>
            <a:ln w="9525" cap="flat" cmpd="sng">
              <a:solidFill>
                <a:schemeClr val="tx1"/>
              </a:solidFill>
              <a:prstDash val="solid"/>
              <a:headEnd type="none" w="med" len="med"/>
              <a:tailEnd type="none" w="sm" len="lg"/>
            </a:ln>
          </p:spPr>
        </p:sp>
        <p:sp>
          <p:nvSpPr>
            <p:cNvPr id="27881" name="Line 298"/>
            <p:cNvSpPr/>
            <p:nvPr/>
          </p:nvSpPr>
          <p:spPr>
            <a:xfrm>
              <a:off x="4680" y="2136"/>
              <a:ext cx="0" cy="60"/>
            </a:xfrm>
            <a:prstGeom prst="line">
              <a:avLst/>
            </a:prstGeom>
            <a:ln w="9525" cap="flat" cmpd="sng">
              <a:solidFill>
                <a:schemeClr val="tx1"/>
              </a:solidFill>
              <a:prstDash val="solid"/>
              <a:headEnd type="none" w="med" len="med"/>
              <a:tailEnd type="none" w="sm" len="lg"/>
            </a:ln>
          </p:spPr>
        </p:sp>
        <p:sp>
          <p:nvSpPr>
            <p:cNvPr id="27882" name="Line 299"/>
            <p:cNvSpPr/>
            <p:nvPr/>
          </p:nvSpPr>
          <p:spPr>
            <a:xfrm>
              <a:off x="1632" y="972"/>
              <a:ext cx="0" cy="180"/>
            </a:xfrm>
            <a:prstGeom prst="line">
              <a:avLst/>
            </a:prstGeom>
            <a:ln w="9525" cap="flat" cmpd="sng">
              <a:solidFill>
                <a:schemeClr val="tx1"/>
              </a:solidFill>
              <a:prstDash val="solid"/>
              <a:headEnd type="none" w="med" len="med"/>
              <a:tailEnd type="none" w="sm" len="lg"/>
            </a:ln>
          </p:spPr>
        </p:sp>
        <p:sp>
          <p:nvSpPr>
            <p:cNvPr id="27883" name="Line 300"/>
            <p:cNvSpPr/>
            <p:nvPr/>
          </p:nvSpPr>
          <p:spPr>
            <a:xfrm>
              <a:off x="1632" y="960"/>
              <a:ext cx="372" cy="0"/>
            </a:xfrm>
            <a:prstGeom prst="line">
              <a:avLst/>
            </a:prstGeom>
            <a:ln w="9525" cap="flat" cmpd="sng">
              <a:solidFill>
                <a:schemeClr val="tx1"/>
              </a:solidFill>
              <a:prstDash val="solid"/>
              <a:headEnd type="none" w="med" len="med"/>
              <a:tailEnd type="none" w="sm" len="lg"/>
            </a:ln>
          </p:spPr>
        </p:sp>
        <p:sp>
          <p:nvSpPr>
            <p:cNvPr id="27884" name="Line 301"/>
            <p:cNvSpPr/>
            <p:nvPr/>
          </p:nvSpPr>
          <p:spPr>
            <a:xfrm>
              <a:off x="2808" y="960"/>
              <a:ext cx="0" cy="216"/>
            </a:xfrm>
            <a:prstGeom prst="line">
              <a:avLst/>
            </a:prstGeom>
            <a:ln w="9525" cap="flat" cmpd="sng">
              <a:solidFill>
                <a:schemeClr val="tx1"/>
              </a:solidFill>
              <a:prstDash val="solid"/>
              <a:headEnd type="none" w="med" len="med"/>
              <a:tailEnd type="none" w="sm" len="lg"/>
            </a:ln>
          </p:spPr>
        </p:sp>
        <p:sp>
          <p:nvSpPr>
            <p:cNvPr id="27885" name="Line 302"/>
            <p:cNvSpPr/>
            <p:nvPr/>
          </p:nvSpPr>
          <p:spPr>
            <a:xfrm>
              <a:off x="2808" y="960"/>
              <a:ext cx="360" cy="0"/>
            </a:xfrm>
            <a:prstGeom prst="line">
              <a:avLst/>
            </a:prstGeom>
            <a:ln w="9525" cap="flat" cmpd="sng">
              <a:solidFill>
                <a:schemeClr val="tx1"/>
              </a:solidFill>
              <a:prstDash val="solid"/>
              <a:headEnd type="none" w="med" len="med"/>
              <a:tailEnd type="none" w="sm" len="lg"/>
            </a:ln>
          </p:spPr>
        </p:sp>
        <p:sp>
          <p:nvSpPr>
            <p:cNvPr id="27886" name="Line 303"/>
            <p:cNvSpPr/>
            <p:nvPr/>
          </p:nvSpPr>
          <p:spPr>
            <a:xfrm>
              <a:off x="3948" y="972"/>
              <a:ext cx="0" cy="192"/>
            </a:xfrm>
            <a:prstGeom prst="line">
              <a:avLst/>
            </a:prstGeom>
            <a:ln w="9525" cap="flat" cmpd="sng">
              <a:solidFill>
                <a:schemeClr val="tx1"/>
              </a:solidFill>
              <a:prstDash val="solid"/>
              <a:headEnd type="none" w="med" len="med"/>
              <a:tailEnd type="none" w="sm" len="lg"/>
            </a:ln>
          </p:spPr>
        </p:sp>
        <p:sp>
          <p:nvSpPr>
            <p:cNvPr id="27887" name="Line 304"/>
            <p:cNvSpPr/>
            <p:nvPr/>
          </p:nvSpPr>
          <p:spPr>
            <a:xfrm>
              <a:off x="3960" y="960"/>
              <a:ext cx="336" cy="0"/>
            </a:xfrm>
            <a:prstGeom prst="line">
              <a:avLst/>
            </a:prstGeom>
            <a:ln w="9525" cap="flat" cmpd="sng">
              <a:solidFill>
                <a:schemeClr val="tx1"/>
              </a:solidFill>
              <a:prstDash val="solid"/>
              <a:headEnd type="none" w="med" len="med"/>
              <a:tailEnd type="none" w="sm" len="lg"/>
            </a:ln>
          </p:spPr>
        </p:sp>
        <p:sp>
          <p:nvSpPr>
            <p:cNvPr id="27888" name="Line 305"/>
            <p:cNvSpPr/>
            <p:nvPr/>
          </p:nvSpPr>
          <p:spPr>
            <a:xfrm>
              <a:off x="5100" y="972"/>
              <a:ext cx="0" cy="192"/>
            </a:xfrm>
            <a:prstGeom prst="line">
              <a:avLst/>
            </a:prstGeom>
            <a:ln w="9525" cap="flat" cmpd="sng">
              <a:solidFill>
                <a:schemeClr val="tx1"/>
              </a:solidFill>
              <a:prstDash val="solid"/>
              <a:headEnd type="none" w="med" len="med"/>
              <a:tailEnd type="none" w="sm" len="lg"/>
            </a:ln>
          </p:spPr>
        </p:sp>
        <p:sp>
          <p:nvSpPr>
            <p:cNvPr id="27889" name="Line 306"/>
            <p:cNvSpPr/>
            <p:nvPr/>
          </p:nvSpPr>
          <p:spPr>
            <a:xfrm>
              <a:off x="5100" y="960"/>
              <a:ext cx="360" cy="0"/>
            </a:xfrm>
            <a:prstGeom prst="line">
              <a:avLst/>
            </a:prstGeom>
            <a:ln w="9525" cap="flat" cmpd="sng">
              <a:solidFill>
                <a:schemeClr val="tx1"/>
              </a:solidFill>
              <a:prstDash val="solid"/>
              <a:headEnd type="none" w="med" len="med"/>
              <a:tailEnd type="none" w="sm" len="lg"/>
            </a:ln>
          </p:spPr>
        </p:sp>
        <p:sp>
          <p:nvSpPr>
            <p:cNvPr id="27890" name="Text Box 307"/>
            <p:cNvSpPr txBox="1"/>
            <p:nvPr/>
          </p:nvSpPr>
          <p:spPr>
            <a:xfrm>
              <a:off x="1610" y="981"/>
              <a:ext cx="275" cy="231"/>
            </a:xfrm>
            <a:prstGeom prst="rect">
              <a:avLst/>
            </a:prstGeom>
            <a:noFill/>
            <a:ln w="1905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1800" dirty="0">
                  <a:latin typeface="Times New Roman" panose="02020603050405020304" pitchFamily="18" charset="0"/>
                  <a:sym typeface="Symbol" panose="05050102010706020507" pitchFamily="18" charset="2"/>
                </a:rPr>
                <a:t>1</a:t>
              </a:r>
              <a:endParaRPr lang="en-US" altLang="zh-CN" sz="1800" dirty="0">
                <a:latin typeface="Times New Roman" panose="02020603050405020304" pitchFamily="18" charset="0"/>
              </a:endParaRPr>
            </a:p>
          </p:txBody>
        </p:sp>
        <p:sp>
          <p:nvSpPr>
            <p:cNvPr id="27891" name="Oval 308"/>
            <p:cNvSpPr/>
            <p:nvPr/>
          </p:nvSpPr>
          <p:spPr>
            <a:xfrm>
              <a:off x="5136" y="1173"/>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92" name="Oval 309"/>
            <p:cNvSpPr/>
            <p:nvPr/>
          </p:nvSpPr>
          <p:spPr>
            <a:xfrm>
              <a:off x="3988" y="1165"/>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93" name="Oval 310"/>
            <p:cNvSpPr/>
            <p:nvPr/>
          </p:nvSpPr>
          <p:spPr>
            <a:xfrm>
              <a:off x="2876" y="1169"/>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94" name="Oval 311"/>
            <p:cNvSpPr/>
            <p:nvPr/>
          </p:nvSpPr>
          <p:spPr>
            <a:xfrm>
              <a:off x="1680" y="1161"/>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grpSp>
          <p:nvGrpSpPr>
            <p:cNvPr id="27895" name="Group 312"/>
            <p:cNvGrpSpPr/>
            <p:nvPr/>
          </p:nvGrpSpPr>
          <p:grpSpPr>
            <a:xfrm>
              <a:off x="1704" y="3339"/>
              <a:ext cx="336" cy="321"/>
              <a:chOff x="2448" y="3859"/>
              <a:chExt cx="336" cy="348"/>
            </a:xfrm>
          </p:grpSpPr>
          <p:sp>
            <p:nvSpPr>
              <p:cNvPr id="27910" name="Rectangle 313"/>
              <p:cNvSpPr/>
              <p:nvPr/>
            </p:nvSpPr>
            <p:spPr>
              <a:xfrm>
                <a:off x="2448" y="3936"/>
                <a:ext cx="336" cy="240"/>
              </a:xfrm>
              <a:prstGeom prst="rect">
                <a:avLst/>
              </a:prstGeom>
              <a:solidFill>
                <a:srgbClr val="00FF00"/>
              </a:solidFill>
              <a:ln w="9525" cap="flat" cmpd="sng">
                <a:solidFill>
                  <a:srgbClr val="3333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911" name="Text Box 314"/>
              <p:cNvSpPr txBox="1"/>
              <p:nvPr/>
            </p:nvSpPr>
            <p:spPr>
              <a:xfrm>
                <a:off x="2496" y="3936"/>
                <a:ext cx="240" cy="27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a:spcBef>
                    <a:spcPct val="50000"/>
                  </a:spcBef>
                  <a:buClrTx/>
                  <a:buSzTx/>
                  <a:buFontTx/>
                  <a:buNone/>
                </a:pPr>
                <a:r>
                  <a:rPr lang="en-US" altLang="zh-CN" sz="2800" dirty="0">
                    <a:latin typeface="Times New Roman" panose="02020603050405020304" pitchFamily="18" charset="0"/>
                    <a:sym typeface="Symbol" panose="05050102010706020507" pitchFamily="18" charset="2"/>
                  </a:rPr>
                  <a:t>1</a:t>
                </a:r>
                <a:endParaRPr lang="en-US" altLang="zh-CN" sz="2400" dirty="0">
                  <a:latin typeface="Times New Roman" panose="02020603050405020304" pitchFamily="18" charset="0"/>
                </a:endParaRPr>
              </a:p>
            </p:txBody>
          </p:sp>
          <p:sp>
            <p:nvSpPr>
              <p:cNvPr id="27912" name="Oval 315"/>
              <p:cNvSpPr/>
              <p:nvPr/>
            </p:nvSpPr>
            <p:spPr>
              <a:xfrm>
                <a:off x="2563" y="3859"/>
                <a:ext cx="77" cy="77"/>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grpSp>
        <p:sp>
          <p:nvSpPr>
            <p:cNvPr id="27896" name="Line 316"/>
            <p:cNvSpPr/>
            <p:nvPr/>
          </p:nvSpPr>
          <p:spPr>
            <a:xfrm>
              <a:off x="1500" y="2124"/>
              <a:ext cx="0" cy="972"/>
            </a:xfrm>
            <a:prstGeom prst="line">
              <a:avLst/>
            </a:prstGeom>
            <a:ln w="9525" cap="flat" cmpd="sng">
              <a:solidFill>
                <a:schemeClr val="tx1"/>
              </a:solidFill>
              <a:prstDash val="solid"/>
              <a:headEnd type="none" w="med" len="med"/>
              <a:tailEnd type="none" w="sm" len="lg"/>
            </a:ln>
          </p:spPr>
        </p:sp>
        <p:sp>
          <p:nvSpPr>
            <p:cNvPr id="27897" name="Line 317"/>
            <p:cNvSpPr/>
            <p:nvPr/>
          </p:nvSpPr>
          <p:spPr>
            <a:xfrm>
              <a:off x="1620" y="2112"/>
              <a:ext cx="0" cy="900"/>
            </a:xfrm>
            <a:prstGeom prst="line">
              <a:avLst/>
            </a:prstGeom>
            <a:ln w="9525" cap="flat" cmpd="sng">
              <a:solidFill>
                <a:schemeClr val="tx1"/>
              </a:solidFill>
              <a:prstDash val="solid"/>
              <a:headEnd type="none" w="med" len="med"/>
              <a:tailEnd type="none" w="sm" len="lg"/>
            </a:ln>
          </p:spPr>
        </p:sp>
        <p:sp>
          <p:nvSpPr>
            <p:cNvPr id="27898" name="Oval 318"/>
            <p:cNvSpPr/>
            <p:nvPr/>
          </p:nvSpPr>
          <p:spPr>
            <a:xfrm>
              <a:off x="1818" y="2990"/>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899" name="Oval 319"/>
            <p:cNvSpPr/>
            <p:nvPr/>
          </p:nvSpPr>
          <p:spPr>
            <a:xfrm>
              <a:off x="1482" y="3074"/>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900" name="Line 320"/>
            <p:cNvSpPr/>
            <p:nvPr/>
          </p:nvSpPr>
          <p:spPr>
            <a:xfrm>
              <a:off x="696" y="2016"/>
              <a:ext cx="0" cy="996"/>
            </a:xfrm>
            <a:prstGeom prst="line">
              <a:avLst/>
            </a:prstGeom>
            <a:ln w="9525" cap="flat" cmpd="sng">
              <a:solidFill>
                <a:schemeClr val="tx1"/>
              </a:solidFill>
              <a:prstDash val="solid"/>
              <a:headEnd type="none" w="med" len="med"/>
              <a:tailEnd type="none" w="sm" len="lg"/>
            </a:ln>
          </p:spPr>
        </p:sp>
        <p:sp>
          <p:nvSpPr>
            <p:cNvPr id="27901" name="Oval 321"/>
            <p:cNvSpPr/>
            <p:nvPr/>
          </p:nvSpPr>
          <p:spPr>
            <a:xfrm>
              <a:off x="1302" y="3074"/>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902" name="Oval 322"/>
            <p:cNvSpPr/>
            <p:nvPr/>
          </p:nvSpPr>
          <p:spPr>
            <a:xfrm>
              <a:off x="1594" y="298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27903" name="Line 323"/>
            <p:cNvSpPr/>
            <p:nvPr/>
          </p:nvSpPr>
          <p:spPr>
            <a:xfrm>
              <a:off x="240" y="2040"/>
              <a:ext cx="0" cy="1056"/>
            </a:xfrm>
            <a:prstGeom prst="line">
              <a:avLst/>
            </a:prstGeom>
            <a:ln w="9525" cap="flat" cmpd="sng">
              <a:solidFill>
                <a:schemeClr val="tx1"/>
              </a:solidFill>
              <a:prstDash val="solid"/>
              <a:headEnd type="none" w="med" len="med"/>
              <a:tailEnd type="none" w="sm" len="lg"/>
            </a:ln>
          </p:spPr>
        </p:sp>
        <p:grpSp>
          <p:nvGrpSpPr>
            <p:cNvPr id="27904" name="Group 324"/>
            <p:cNvGrpSpPr/>
            <p:nvPr/>
          </p:nvGrpSpPr>
          <p:grpSpPr>
            <a:xfrm>
              <a:off x="748" y="255"/>
              <a:ext cx="425" cy="288"/>
              <a:chOff x="338" y="314"/>
              <a:chExt cx="425" cy="288"/>
            </a:xfrm>
          </p:grpSpPr>
          <p:sp>
            <p:nvSpPr>
              <p:cNvPr id="27908" name="Text Box 325"/>
              <p:cNvSpPr txBox="1"/>
              <p:nvPr/>
            </p:nvSpPr>
            <p:spPr>
              <a:xfrm>
                <a:off x="338" y="314"/>
                <a:ext cx="425" cy="288"/>
              </a:xfrm>
              <a:prstGeom prst="rect">
                <a:avLst/>
              </a:prstGeom>
              <a:noFill/>
              <a:ln w="1905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CB</a:t>
                </a:r>
                <a:endParaRPr lang="en-US" altLang="zh-CN" sz="2400" baseline="-25000" dirty="0">
                  <a:latin typeface="Times New Roman" panose="02020603050405020304" pitchFamily="18" charset="0"/>
                </a:endParaRPr>
              </a:p>
            </p:txBody>
          </p:sp>
          <p:sp>
            <p:nvSpPr>
              <p:cNvPr id="27909" name="Line 326"/>
              <p:cNvSpPr/>
              <p:nvPr/>
            </p:nvSpPr>
            <p:spPr>
              <a:xfrm>
                <a:off x="396" y="360"/>
                <a:ext cx="132" cy="0"/>
              </a:xfrm>
              <a:prstGeom prst="line">
                <a:avLst/>
              </a:prstGeom>
              <a:ln w="19050" cap="flat" cmpd="sng">
                <a:solidFill>
                  <a:schemeClr val="tx1"/>
                </a:solidFill>
                <a:prstDash val="solid"/>
                <a:headEnd type="none" w="med" len="med"/>
                <a:tailEnd type="none" w="sm" len="lg"/>
              </a:ln>
            </p:spPr>
          </p:sp>
        </p:grpSp>
        <p:grpSp>
          <p:nvGrpSpPr>
            <p:cNvPr id="27905" name="Group 327"/>
            <p:cNvGrpSpPr/>
            <p:nvPr/>
          </p:nvGrpSpPr>
          <p:grpSpPr>
            <a:xfrm>
              <a:off x="340" y="255"/>
              <a:ext cx="425" cy="288"/>
              <a:chOff x="794" y="302"/>
              <a:chExt cx="425" cy="288"/>
            </a:xfrm>
          </p:grpSpPr>
          <p:sp>
            <p:nvSpPr>
              <p:cNvPr id="27906" name="Text Box 328"/>
              <p:cNvSpPr txBox="1"/>
              <p:nvPr/>
            </p:nvSpPr>
            <p:spPr>
              <a:xfrm>
                <a:off x="794" y="302"/>
                <a:ext cx="425" cy="288"/>
              </a:xfrm>
              <a:prstGeom prst="rect">
                <a:avLst/>
              </a:prstGeom>
              <a:noFill/>
              <a:ln w="19050">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CC</a:t>
                </a:r>
                <a:endParaRPr lang="en-US" altLang="zh-CN" sz="2400" baseline="-25000" dirty="0">
                  <a:latin typeface="Times New Roman" panose="02020603050405020304" pitchFamily="18" charset="0"/>
                </a:endParaRPr>
              </a:p>
            </p:txBody>
          </p:sp>
          <p:sp>
            <p:nvSpPr>
              <p:cNvPr id="27907" name="Line 329"/>
              <p:cNvSpPr/>
              <p:nvPr/>
            </p:nvSpPr>
            <p:spPr>
              <a:xfrm>
                <a:off x="840" y="348"/>
                <a:ext cx="156" cy="0"/>
              </a:xfrm>
              <a:prstGeom prst="line">
                <a:avLst/>
              </a:prstGeom>
              <a:ln w="19050" cap="flat" cmpd="sng">
                <a:solidFill>
                  <a:schemeClr val="tx1"/>
                </a:solidFill>
                <a:prstDash val="solid"/>
                <a:headEnd type="none" w="med" len="med"/>
                <a:tailEnd type="none" w="sm" len="lg"/>
              </a:ln>
            </p:spPr>
          </p:sp>
        </p:grpSp>
      </p:grpSp>
      <p:sp>
        <p:nvSpPr>
          <p:cNvPr id="2" name="矩形 1"/>
          <p:cNvSpPr/>
          <p:nvPr/>
        </p:nvSpPr>
        <p:spPr>
          <a:xfrm>
            <a:off x="2605088" y="2292350"/>
            <a:ext cx="746125" cy="609600"/>
          </a:xfrm>
          <a:prstGeom prst="rect">
            <a:avLst/>
          </a:prstGeom>
          <a:solidFill>
            <a:srgbClr val="FF0000">
              <a:alpha val="27000"/>
            </a:srgbClr>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4" name="组合 14"/>
          <p:cNvGrpSpPr/>
          <p:nvPr/>
        </p:nvGrpSpPr>
        <p:grpSpPr>
          <a:xfrm>
            <a:off x="2128838" y="889000"/>
            <a:ext cx="4368800" cy="1736725"/>
            <a:chOff x="1965325" y="518785"/>
            <a:chExt cx="4368799" cy="1736725"/>
          </a:xfrm>
        </p:grpSpPr>
        <p:grpSp>
          <p:nvGrpSpPr>
            <p:cNvPr id="28685" name="Group 42"/>
            <p:cNvGrpSpPr/>
            <p:nvPr/>
          </p:nvGrpSpPr>
          <p:grpSpPr>
            <a:xfrm>
              <a:off x="1965325" y="518785"/>
              <a:ext cx="1441450" cy="1736725"/>
              <a:chOff x="966" y="1726"/>
              <a:chExt cx="908" cy="1094"/>
            </a:xfrm>
          </p:grpSpPr>
          <p:sp>
            <p:nvSpPr>
              <p:cNvPr id="28688" name="Rectangle 5"/>
              <p:cNvSpPr/>
              <p:nvPr/>
            </p:nvSpPr>
            <p:spPr>
              <a:xfrm>
                <a:off x="1061" y="2112"/>
                <a:ext cx="720" cy="384"/>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8689" name="Line 6"/>
              <p:cNvSpPr/>
              <p:nvPr/>
            </p:nvSpPr>
            <p:spPr>
              <a:xfrm flipV="1">
                <a:off x="1445" y="1824"/>
                <a:ext cx="0" cy="288"/>
              </a:xfrm>
              <a:prstGeom prst="line">
                <a:avLst/>
              </a:prstGeom>
              <a:ln w="9525" cap="flat" cmpd="sng">
                <a:solidFill>
                  <a:schemeClr val="tx1"/>
                </a:solidFill>
                <a:prstDash val="solid"/>
                <a:headEnd type="none" w="med" len="med"/>
                <a:tailEnd type="none" w="med" len="med"/>
              </a:ln>
            </p:spPr>
          </p:sp>
          <p:sp>
            <p:nvSpPr>
              <p:cNvPr id="28690" name="Line 7"/>
              <p:cNvSpPr/>
              <p:nvPr/>
            </p:nvSpPr>
            <p:spPr>
              <a:xfrm flipV="1">
                <a:off x="1205" y="2496"/>
                <a:ext cx="0" cy="288"/>
              </a:xfrm>
              <a:prstGeom prst="line">
                <a:avLst/>
              </a:prstGeom>
              <a:ln w="9525" cap="flat" cmpd="sng">
                <a:solidFill>
                  <a:schemeClr val="tx1"/>
                </a:solidFill>
                <a:prstDash val="solid"/>
                <a:headEnd type="none" w="med" len="med"/>
                <a:tailEnd type="none" w="med" len="med"/>
              </a:ln>
            </p:spPr>
          </p:sp>
          <p:sp>
            <p:nvSpPr>
              <p:cNvPr id="28691" name="Line 8"/>
              <p:cNvSpPr/>
              <p:nvPr/>
            </p:nvSpPr>
            <p:spPr>
              <a:xfrm flipV="1">
                <a:off x="1611" y="2496"/>
                <a:ext cx="0" cy="288"/>
              </a:xfrm>
              <a:prstGeom prst="line">
                <a:avLst/>
              </a:prstGeom>
              <a:ln w="9525" cap="flat" cmpd="sng">
                <a:solidFill>
                  <a:schemeClr val="tx1"/>
                </a:solidFill>
                <a:prstDash val="solid"/>
                <a:headEnd type="none" w="med" len="med"/>
                <a:tailEnd type="none" w="med" len="med"/>
              </a:ln>
            </p:spPr>
          </p:sp>
          <p:sp>
            <p:nvSpPr>
              <p:cNvPr id="28692" name="Text Box 9"/>
              <p:cNvSpPr txBox="1"/>
              <p:nvPr/>
            </p:nvSpPr>
            <p:spPr>
              <a:xfrm>
                <a:off x="1232" y="1726"/>
                <a:ext cx="253"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i="1" dirty="0">
                    <a:latin typeface="Times New Roman" panose="02020603050405020304" pitchFamily="18" charset="0"/>
                  </a:rPr>
                  <a:t>F</a:t>
                </a:r>
                <a:endParaRPr lang="en-US" altLang="zh-CN" sz="2800" dirty="0">
                  <a:latin typeface="Times New Roman" panose="02020603050405020304" pitchFamily="18" charset="0"/>
                </a:endParaRPr>
              </a:p>
            </p:txBody>
          </p:sp>
          <p:sp>
            <p:nvSpPr>
              <p:cNvPr id="28693" name="Text Box 10"/>
              <p:cNvSpPr txBox="1"/>
              <p:nvPr/>
            </p:nvSpPr>
            <p:spPr>
              <a:xfrm>
                <a:off x="966" y="2493"/>
                <a:ext cx="253"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i="1" dirty="0">
                    <a:latin typeface="Times New Roman" panose="02020603050405020304" pitchFamily="18" charset="0"/>
                  </a:rPr>
                  <a:t>A</a:t>
                </a:r>
                <a:endParaRPr lang="en-US" altLang="zh-CN" sz="2800" dirty="0">
                  <a:latin typeface="Times New Roman" panose="02020603050405020304" pitchFamily="18" charset="0"/>
                </a:endParaRPr>
              </a:p>
            </p:txBody>
          </p:sp>
          <p:sp>
            <p:nvSpPr>
              <p:cNvPr id="28694" name="Text Box 11"/>
              <p:cNvSpPr txBox="1"/>
              <p:nvPr/>
            </p:nvSpPr>
            <p:spPr>
              <a:xfrm>
                <a:off x="1621" y="2493"/>
                <a:ext cx="253"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i="1" dirty="0">
                    <a:latin typeface="Times New Roman" panose="02020603050405020304" pitchFamily="18" charset="0"/>
                  </a:rPr>
                  <a:t>B</a:t>
                </a:r>
                <a:endParaRPr lang="en-US" altLang="zh-CN" sz="2800" dirty="0">
                  <a:latin typeface="Times New Roman" panose="02020603050405020304" pitchFamily="18" charset="0"/>
                </a:endParaRPr>
              </a:p>
            </p:txBody>
          </p:sp>
          <p:sp>
            <p:nvSpPr>
              <p:cNvPr id="28695" name="Text Box 12"/>
              <p:cNvSpPr txBox="1"/>
              <p:nvPr/>
            </p:nvSpPr>
            <p:spPr>
              <a:xfrm>
                <a:off x="1276" y="2149"/>
                <a:ext cx="290"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dirty="0">
                    <a:latin typeface="Times New Roman" panose="02020603050405020304" pitchFamily="18" charset="0"/>
                  </a:rPr>
                  <a:t>&amp;</a:t>
                </a:r>
                <a:endParaRPr lang="en-US" altLang="zh-CN" sz="2800" dirty="0">
                  <a:latin typeface="Times New Roman" panose="02020603050405020304" pitchFamily="18" charset="0"/>
                </a:endParaRPr>
              </a:p>
            </p:txBody>
          </p:sp>
        </p:grpSp>
        <p:sp>
          <p:nvSpPr>
            <p:cNvPr id="28686" name="文本框 12"/>
            <p:cNvSpPr txBox="1"/>
            <p:nvPr/>
          </p:nvSpPr>
          <p:spPr>
            <a:xfrm>
              <a:off x="4572000" y="1066473"/>
              <a:ext cx="1762124" cy="52322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2800" b="1" i="1" dirty="0">
                  <a:latin typeface="Times New Roman" panose="02020603050405020304" pitchFamily="18" charset="0"/>
                </a:rPr>
                <a:t>F</a:t>
              </a:r>
              <a:r>
                <a:rPr lang="zh-CN" altLang="en-US" sz="2800" b="1" i="1" dirty="0">
                  <a:latin typeface="Times New Roman" panose="02020603050405020304" pitchFamily="18" charset="0"/>
                </a:rPr>
                <a:t>＝</a:t>
              </a:r>
              <a:r>
                <a:rPr lang="en-US" altLang="zh-CN" sz="2800" b="1" i="1" dirty="0">
                  <a:latin typeface="Times New Roman" panose="02020603050405020304" pitchFamily="18" charset="0"/>
                </a:rPr>
                <a:t>A </a:t>
              </a:r>
              <a:r>
                <a:rPr lang="en-US" altLang="zh-CN" sz="2800" b="1" i="1" dirty="0">
                  <a:latin typeface="Times New Roman" panose="02020603050405020304" pitchFamily="18" charset="0"/>
                  <a:sym typeface="Symbol" panose="05050102010706020507" pitchFamily="18" charset="2"/>
                </a:rPr>
                <a:t> B</a:t>
              </a:r>
              <a:endParaRPr lang="zh-CN" altLang="en-US" sz="2800" dirty="0">
                <a:latin typeface="Times New Roman" panose="02020603050405020304" pitchFamily="18" charset="0"/>
              </a:endParaRPr>
            </a:p>
          </p:txBody>
        </p:sp>
        <p:sp>
          <p:nvSpPr>
            <p:cNvPr id="28687" name="Oval 27"/>
            <p:cNvSpPr/>
            <p:nvPr/>
          </p:nvSpPr>
          <p:spPr>
            <a:xfrm>
              <a:off x="2687637" y="1058536"/>
              <a:ext cx="74613" cy="74613"/>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grpSp>
      <p:grpSp>
        <p:nvGrpSpPr>
          <p:cNvPr id="28675" name="Group 2"/>
          <p:cNvGrpSpPr/>
          <p:nvPr/>
        </p:nvGrpSpPr>
        <p:grpSpPr>
          <a:xfrm>
            <a:off x="3246438" y="3805238"/>
            <a:ext cx="2328862" cy="2259012"/>
            <a:chOff x="833" y="2166"/>
            <a:chExt cx="1467" cy="1423"/>
          </a:xfrm>
        </p:grpSpPr>
        <p:sp>
          <p:nvSpPr>
            <p:cNvPr id="28678" name="Rectangle 3"/>
            <p:cNvSpPr/>
            <p:nvPr/>
          </p:nvSpPr>
          <p:spPr>
            <a:xfrm>
              <a:off x="833" y="2166"/>
              <a:ext cx="1445" cy="1423"/>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2800" dirty="0">
                <a:latin typeface="Times New Roman" panose="02020603050405020304" pitchFamily="18" charset="0"/>
              </a:endParaRPr>
            </a:p>
          </p:txBody>
        </p:sp>
        <p:sp>
          <p:nvSpPr>
            <p:cNvPr id="28679" name="Text Box 4"/>
            <p:cNvSpPr txBox="1"/>
            <p:nvPr/>
          </p:nvSpPr>
          <p:spPr>
            <a:xfrm>
              <a:off x="943" y="2176"/>
              <a:ext cx="1143" cy="140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i="1" dirty="0">
                  <a:latin typeface="Times New Roman" panose="02020603050405020304" pitchFamily="18" charset="0"/>
                </a:rPr>
                <a:t>A    B       F</a:t>
              </a:r>
              <a:endParaRPr lang="en-US" altLang="zh-CN" sz="2800" i="1" dirty="0">
                <a:latin typeface="Times New Roman" panose="02020603050405020304" pitchFamily="18" charset="0"/>
              </a:endParaRPr>
            </a:p>
            <a:p>
              <a:pPr marL="0" lvl="0" indent="0" eaLnBrk="1" hangingPunct="1">
                <a:spcBef>
                  <a:spcPct val="0"/>
                </a:spcBef>
                <a:buClrTx/>
                <a:buSzTx/>
                <a:buFontTx/>
                <a:buNone/>
              </a:pPr>
              <a:r>
                <a:rPr lang="en-US" altLang="zh-CN" sz="2800" dirty="0">
                  <a:latin typeface="Times New Roman" panose="02020603050405020304" pitchFamily="18" charset="0"/>
                </a:rPr>
                <a:t>0     0       1</a:t>
              </a:r>
              <a:endParaRPr lang="en-US" altLang="zh-CN" sz="2800" dirty="0">
                <a:latin typeface="Times New Roman" panose="02020603050405020304" pitchFamily="18" charset="0"/>
              </a:endParaRPr>
            </a:p>
            <a:p>
              <a:pPr marL="0" lvl="0" indent="0" eaLnBrk="1" hangingPunct="1">
                <a:spcBef>
                  <a:spcPct val="0"/>
                </a:spcBef>
                <a:buClrTx/>
                <a:buSzTx/>
                <a:buFontTx/>
                <a:buNone/>
              </a:pPr>
              <a:r>
                <a:rPr lang="en-US" altLang="zh-CN" sz="2800" dirty="0">
                  <a:latin typeface="Times New Roman" panose="02020603050405020304" pitchFamily="18" charset="0"/>
                </a:rPr>
                <a:t>0     1       1</a:t>
              </a:r>
              <a:endParaRPr lang="en-US" altLang="zh-CN" sz="2800" dirty="0">
                <a:latin typeface="Times New Roman" panose="02020603050405020304" pitchFamily="18" charset="0"/>
              </a:endParaRPr>
            </a:p>
            <a:p>
              <a:pPr marL="0" lvl="0" indent="0" eaLnBrk="1" hangingPunct="1">
                <a:spcBef>
                  <a:spcPct val="0"/>
                </a:spcBef>
                <a:buClrTx/>
                <a:buSzTx/>
                <a:buFontTx/>
                <a:buNone/>
              </a:pPr>
              <a:r>
                <a:rPr lang="en-US" altLang="zh-CN" sz="2800" dirty="0">
                  <a:latin typeface="Times New Roman" panose="02020603050405020304" pitchFamily="18" charset="0"/>
                </a:rPr>
                <a:t>1     0       1</a:t>
              </a:r>
              <a:endParaRPr lang="en-US" altLang="zh-CN" sz="2800" dirty="0">
                <a:latin typeface="Times New Roman" panose="02020603050405020304" pitchFamily="18" charset="0"/>
              </a:endParaRPr>
            </a:p>
            <a:p>
              <a:pPr marL="0" lvl="0" indent="0" eaLnBrk="1" hangingPunct="1">
                <a:spcBef>
                  <a:spcPct val="0"/>
                </a:spcBef>
                <a:buClrTx/>
                <a:buSzTx/>
                <a:buFontTx/>
                <a:buNone/>
              </a:pPr>
              <a:r>
                <a:rPr lang="en-US" altLang="zh-CN" sz="2800" dirty="0">
                  <a:latin typeface="Times New Roman" panose="02020603050405020304" pitchFamily="18" charset="0"/>
                </a:rPr>
                <a:t>1     1       0</a:t>
              </a:r>
              <a:endParaRPr lang="en-US" altLang="zh-CN" sz="2800" dirty="0">
                <a:latin typeface="Times New Roman" panose="02020603050405020304" pitchFamily="18" charset="0"/>
              </a:endParaRPr>
            </a:p>
          </p:txBody>
        </p:sp>
        <p:sp>
          <p:nvSpPr>
            <p:cNvPr id="28680" name="Line 5"/>
            <p:cNvSpPr/>
            <p:nvPr/>
          </p:nvSpPr>
          <p:spPr>
            <a:xfrm>
              <a:off x="856" y="2455"/>
              <a:ext cx="1444" cy="0"/>
            </a:xfrm>
            <a:prstGeom prst="line">
              <a:avLst/>
            </a:prstGeom>
            <a:ln w="9525" cap="flat" cmpd="sng">
              <a:solidFill>
                <a:schemeClr val="tx1"/>
              </a:solidFill>
              <a:prstDash val="solid"/>
              <a:headEnd type="none" w="med" len="med"/>
              <a:tailEnd type="none" w="med" len="med"/>
            </a:ln>
          </p:spPr>
        </p:sp>
        <p:sp>
          <p:nvSpPr>
            <p:cNvPr id="28681" name="Line 6"/>
            <p:cNvSpPr/>
            <p:nvPr/>
          </p:nvSpPr>
          <p:spPr>
            <a:xfrm>
              <a:off x="856" y="2736"/>
              <a:ext cx="1444" cy="0"/>
            </a:xfrm>
            <a:prstGeom prst="line">
              <a:avLst/>
            </a:prstGeom>
            <a:ln w="9525" cap="flat" cmpd="sng">
              <a:solidFill>
                <a:schemeClr val="tx1"/>
              </a:solidFill>
              <a:prstDash val="solid"/>
              <a:headEnd type="none" w="med" len="med"/>
              <a:tailEnd type="none" w="med" len="med"/>
            </a:ln>
          </p:spPr>
        </p:sp>
        <p:sp>
          <p:nvSpPr>
            <p:cNvPr id="28682" name="Line 7"/>
            <p:cNvSpPr/>
            <p:nvPr/>
          </p:nvSpPr>
          <p:spPr>
            <a:xfrm>
              <a:off x="856" y="3018"/>
              <a:ext cx="1444" cy="0"/>
            </a:xfrm>
            <a:prstGeom prst="line">
              <a:avLst/>
            </a:prstGeom>
            <a:ln w="9525" cap="flat" cmpd="sng">
              <a:solidFill>
                <a:schemeClr val="tx1"/>
              </a:solidFill>
              <a:prstDash val="solid"/>
              <a:headEnd type="none" w="med" len="med"/>
              <a:tailEnd type="none" w="med" len="med"/>
            </a:ln>
          </p:spPr>
        </p:sp>
        <p:sp>
          <p:nvSpPr>
            <p:cNvPr id="28683" name="Line 8"/>
            <p:cNvSpPr/>
            <p:nvPr/>
          </p:nvSpPr>
          <p:spPr>
            <a:xfrm>
              <a:off x="856" y="3300"/>
              <a:ext cx="1444" cy="0"/>
            </a:xfrm>
            <a:prstGeom prst="line">
              <a:avLst/>
            </a:prstGeom>
            <a:ln w="9525" cap="flat" cmpd="sng">
              <a:solidFill>
                <a:schemeClr val="tx1"/>
              </a:solidFill>
              <a:prstDash val="solid"/>
              <a:headEnd type="none" w="med" len="med"/>
              <a:tailEnd type="none" w="med" len="med"/>
            </a:ln>
          </p:spPr>
        </p:sp>
        <p:sp>
          <p:nvSpPr>
            <p:cNvPr id="28684" name="Line 9"/>
            <p:cNvSpPr/>
            <p:nvPr/>
          </p:nvSpPr>
          <p:spPr>
            <a:xfrm>
              <a:off x="1700" y="2178"/>
              <a:ext cx="0" cy="1411"/>
            </a:xfrm>
            <a:prstGeom prst="line">
              <a:avLst/>
            </a:prstGeom>
            <a:ln w="9525" cap="flat" cmpd="sng">
              <a:solidFill>
                <a:schemeClr val="tx1"/>
              </a:solidFill>
              <a:prstDash val="solid"/>
              <a:headEnd type="none" w="med" len="med"/>
              <a:tailEnd type="none" w="med" len="med"/>
            </a:ln>
          </p:spPr>
        </p:sp>
      </p:grpSp>
      <p:sp>
        <p:nvSpPr>
          <p:cNvPr id="28676" name="Text Box 10"/>
          <p:cNvSpPr txBox="1"/>
          <p:nvPr/>
        </p:nvSpPr>
        <p:spPr>
          <a:xfrm>
            <a:off x="3384550" y="3259138"/>
            <a:ext cx="2290763" cy="5222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dirty="0">
                <a:latin typeface="Times New Roman" panose="02020603050405020304" pitchFamily="18" charset="0"/>
              </a:rPr>
              <a:t>“</a:t>
            </a:r>
            <a:r>
              <a:rPr lang="zh-CN" altLang="en-US" sz="2800" dirty="0">
                <a:latin typeface="Times New Roman" panose="02020603050405020304" pitchFamily="18" charset="0"/>
              </a:rPr>
              <a:t>与非</a:t>
            </a:r>
            <a:r>
              <a:rPr lang="en-US" altLang="zh-CN" sz="2800" dirty="0">
                <a:latin typeface="Times New Roman" panose="02020603050405020304" pitchFamily="18" charset="0"/>
              </a:rPr>
              <a:t>"</a:t>
            </a:r>
            <a:r>
              <a:rPr lang="zh-CN" altLang="en-US" sz="2800" dirty="0">
                <a:latin typeface="Times New Roman" panose="02020603050405020304" pitchFamily="18" charset="0"/>
              </a:rPr>
              <a:t>运算表</a:t>
            </a:r>
            <a:endParaRPr lang="zh-CN" altLang="en-US" sz="2800" dirty="0">
              <a:latin typeface="Times New Roman" panose="02020603050405020304" pitchFamily="18" charset="0"/>
            </a:endParaRPr>
          </a:p>
        </p:txBody>
      </p:sp>
      <p:cxnSp>
        <p:nvCxnSpPr>
          <p:cNvPr id="3" name="直接连接符 2"/>
          <p:cNvCxnSpPr/>
          <p:nvPr/>
        </p:nvCxnSpPr>
        <p:spPr>
          <a:xfrm flipV="1">
            <a:off x="5575300" y="1509713"/>
            <a:ext cx="601663"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ransition spd="med">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8" name="组合 14"/>
          <p:cNvGrpSpPr/>
          <p:nvPr/>
        </p:nvGrpSpPr>
        <p:grpSpPr>
          <a:xfrm>
            <a:off x="1965325" y="519113"/>
            <a:ext cx="4368800" cy="1736725"/>
            <a:chOff x="1965325" y="518785"/>
            <a:chExt cx="4368799" cy="1736725"/>
          </a:xfrm>
        </p:grpSpPr>
        <p:grpSp>
          <p:nvGrpSpPr>
            <p:cNvPr id="29776" name="Group 42"/>
            <p:cNvGrpSpPr/>
            <p:nvPr/>
          </p:nvGrpSpPr>
          <p:grpSpPr>
            <a:xfrm>
              <a:off x="1965325" y="518785"/>
              <a:ext cx="1441450" cy="1736725"/>
              <a:chOff x="966" y="1726"/>
              <a:chExt cx="908" cy="1094"/>
            </a:xfrm>
          </p:grpSpPr>
          <p:sp>
            <p:nvSpPr>
              <p:cNvPr id="29779" name="Rectangle 5"/>
              <p:cNvSpPr/>
              <p:nvPr/>
            </p:nvSpPr>
            <p:spPr>
              <a:xfrm>
                <a:off x="1061" y="2112"/>
                <a:ext cx="720" cy="384"/>
              </a:xfrm>
              <a:prstGeom prst="rect">
                <a:avLst/>
              </a:prstGeom>
              <a:solidFill>
                <a:srgbClr val="CCFFFF"/>
              </a:solidFill>
              <a:ln w="9525" cap="flat" cmpd="sng">
                <a:solidFill>
                  <a:srgbClr val="FF00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9780" name="Line 6"/>
              <p:cNvSpPr/>
              <p:nvPr/>
            </p:nvSpPr>
            <p:spPr>
              <a:xfrm flipV="1">
                <a:off x="1445" y="1824"/>
                <a:ext cx="0" cy="288"/>
              </a:xfrm>
              <a:prstGeom prst="line">
                <a:avLst/>
              </a:prstGeom>
              <a:ln w="9525" cap="flat" cmpd="sng">
                <a:solidFill>
                  <a:schemeClr val="tx1"/>
                </a:solidFill>
                <a:prstDash val="solid"/>
                <a:headEnd type="none" w="med" len="med"/>
                <a:tailEnd type="none" w="med" len="med"/>
              </a:ln>
            </p:spPr>
          </p:sp>
          <p:sp>
            <p:nvSpPr>
              <p:cNvPr id="29781" name="Line 7"/>
              <p:cNvSpPr/>
              <p:nvPr/>
            </p:nvSpPr>
            <p:spPr>
              <a:xfrm flipV="1">
                <a:off x="1205" y="2496"/>
                <a:ext cx="0" cy="288"/>
              </a:xfrm>
              <a:prstGeom prst="line">
                <a:avLst/>
              </a:prstGeom>
              <a:ln w="9525" cap="flat" cmpd="sng">
                <a:solidFill>
                  <a:schemeClr val="tx1"/>
                </a:solidFill>
                <a:prstDash val="solid"/>
                <a:headEnd type="none" w="med" len="med"/>
                <a:tailEnd type="none" w="med" len="med"/>
              </a:ln>
            </p:spPr>
          </p:sp>
          <p:sp>
            <p:nvSpPr>
              <p:cNvPr id="29782" name="Line 8"/>
              <p:cNvSpPr/>
              <p:nvPr/>
            </p:nvSpPr>
            <p:spPr>
              <a:xfrm flipV="1">
                <a:off x="1611" y="2496"/>
                <a:ext cx="0" cy="288"/>
              </a:xfrm>
              <a:prstGeom prst="line">
                <a:avLst/>
              </a:prstGeom>
              <a:ln w="9525" cap="flat" cmpd="sng">
                <a:solidFill>
                  <a:schemeClr val="tx1"/>
                </a:solidFill>
                <a:prstDash val="solid"/>
                <a:headEnd type="none" w="med" len="med"/>
                <a:tailEnd type="none" w="med" len="med"/>
              </a:ln>
            </p:spPr>
          </p:sp>
          <p:sp>
            <p:nvSpPr>
              <p:cNvPr id="29783" name="Text Box 9"/>
              <p:cNvSpPr txBox="1"/>
              <p:nvPr/>
            </p:nvSpPr>
            <p:spPr>
              <a:xfrm>
                <a:off x="1232" y="1726"/>
                <a:ext cx="253"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i="1" dirty="0">
                    <a:latin typeface="Times New Roman" panose="02020603050405020304" pitchFamily="18" charset="0"/>
                  </a:rPr>
                  <a:t>F</a:t>
                </a:r>
                <a:endParaRPr lang="en-US" altLang="zh-CN" sz="2800" dirty="0">
                  <a:latin typeface="Times New Roman" panose="02020603050405020304" pitchFamily="18" charset="0"/>
                </a:endParaRPr>
              </a:p>
            </p:txBody>
          </p:sp>
          <p:sp>
            <p:nvSpPr>
              <p:cNvPr id="29784" name="Text Box 10"/>
              <p:cNvSpPr txBox="1"/>
              <p:nvPr/>
            </p:nvSpPr>
            <p:spPr>
              <a:xfrm>
                <a:off x="966" y="2493"/>
                <a:ext cx="253"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i="1" dirty="0">
                    <a:latin typeface="Times New Roman" panose="02020603050405020304" pitchFamily="18" charset="0"/>
                  </a:rPr>
                  <a:t>A</a:t>
                </a:r>
                <a:endParaRPr lang="en-US" altLang="zh-CN" sz="2800" dirty="0">
                  <a:latin typeface="Times New Roman" panose="02020603050405020304" pitchFamily="18" charset="0"/>
                </a:endParaRPr>
              </a:p>
            </p:txBody>
          </p:sp>
          <p:sp>
            <p:nvSpPr>
              <p:cNvPr id="29785" name="Text Box 11"/>
              <p:cNvSpPr txBox="1"/>
              <p:nvPr/>
            </p:nvSpPr>
            <p:spPr>
              <a:xfrm>
                <a:off x="1621" y="2493"/>
                <a:ext cx="253"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i="1" dirty="0">
                    <a:latin typeface="Times New Roman" panose="02020603050405020304" pitchFamily="18" charset="0"/>
                  </a:rPr>
                  <a:t>B</a:t>
                </a:r>
                <a:endParaRPr lang="en-US" altLang="zh-CN" sz="2800" dirty="0">
                  <a:latin typeface="Times New Roman" panose="02020603050405020304" pitchFamily="18" charset="0"/>
                </a:endParaRPr>
              </a:p>
            </p:txBody>
          </p:sp>
          <p:sp>
            <p:nvSpPr>
              <p:cNvPr id="29786" name="Text Box 12"/>
              <p:cNvSpPr txBox="1"/>
              <p:nvPr/>
            </p:nvSpPr>
            <p:spPr>
              <a:xfrm>
                <a:off x="1276" y="2149"/>
                <a:ext cx="290"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800" dirty="0">
                    <a:latin typeface="Times New Roman" panose="02020603050405020304" pitchFamily="18" charset="0"/>
                  </a:rPr>
                  <a:t>&amp;</a:t>
                </a:r>
                <a:endParaRPr lang="en-US" altLang="zh-CN" sz="2800" dirty="0">
                  <a:latin typeface="Times New Roman" panose="02020603050405020304" pitchFamily="18" charset="0"/>
                </a:endParaRPr>
              </a:p>
            </p:txBody>
          </p:sp>
        </p:grpSp>
        <p:sp>
          <p:nvSpPr>
            <p:cNvPr id="29777" name="文本框 12"/>
            <p:cNvSpPr txBox="1"/>
            <p:nvPr/>
          </p:nvSpPr>
          <p:spPr>
            <a:xfrm>
              <a:off x="4572000" y="1066473"/>
              <a:ext cx="1762124" cy="52322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2800" b="1" i="1" dirty="0">
                  <a:latin typeface="Times New Roman" panose="02020603050405020304" pitchFamily="18" charset="0"/>
                </a:rPr>
                <a:t>F</a:t>
              </a:r>
              <a:r>
                <a:rPr lang="zh-CN" altLang="en-US" sz="2800" b="1" i="1" dirty="0">
                  <a:latin typeface="Times New Roman" panose="02020603050405020304" pitchFamily="18" charset="0"/>
                </a:rPr>
                <a:t>＝</a:t>
              </a:r>
              <a:r>
                <a:rPr lang="en-US" altLang="zh-CN" sz="2800" b="1" i="1" dirty="0">
                  <a:latin typeface="Times New Roman" panose="02020603050405020304" pitchFamily="18" charset="0"/>
                </a:rPr>
                <a:t>A </a:t>
              </a:r>
              <a:r>
                <a:rPr lang="en-US" altLang="zh-CN" sz="2800" b="1" i="1" dirty="0">
                  <a:latin typeface="Times New Roman" panose="02020603050405020304" pitchFamily="18" charset="0"/>
                  <a:sym typeface="Symbol" panose="05050102010706020507" pitchFamily="18" charset="2"/>
                </a:rPr>
                <a:t> B</a:t>
              </a:r>
              <a:endParaRPr lang="zh-CN" altLang="en-US" sz="2800" dirty="0">
                <a:latin typeface="Times New Roman" panose="02020603050405020304" pitchFamily="18" charset="0"/>
              </a:endParaRPr>
            </a:p>
          </p:txBody>
        </p:sp>
        <p:sp>
          <p:nvSpPr>
            <p:cNvPr id="29778" name="Oval 27"/>
            <p:cNvSpPr/>
            <p:nvPr/>
          </p:nvSpPr>
          <p:spPr>
            <a:xfrm>
              <a:off x="2687637" y="1058536"/>
              <a:ext cx="74613" cy="74613"/>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grpSp>
      <p:grpSp>
        <p:nvGrpSpPr>
          <p:cNvPr id="97" name="Group 3"/>
          <p:cNvGrpSpPr/>
          <p:nvPr/>
        </p:nvGrpSpPr>
        <p:grpSpPr>
          <a:xfrm>
            <a:off x="492125" y="2193925"/>
            <a:ext cx="7613650" cy="4392613"/>
            <a:chOff x="436" y="660"/>
            <a:chExt cx="5132" cy="3366"/>
          </a:xfrm>
        </p:grpSpPr>
        <p:grpSp>
          <p:nvGrpSpPr>
            <p:cNvPr id="29701" name="Group 4"/>
            <p:cNvGrpSpPr/>
            <p:nvPr/>
          </p:nvGrpSpPr>
          <p:grpSpPr>
            <a:xfrm>
              <a:off x="1236" y="1524"/>
              <a:ext cx="1392" cy="612"/>
              <a:chOff x="984" y="1260"/>
              <a:chExt cx="1392" cy="612"/>
            </a:xfrm>
          </p:grpSpPr>
          <p:sp>
            <p:nvSpPr>
              <p:cNvPr id="29770" name="Line 5"/>
              <p:cNvSpPr/>
              <p:nvPr/>
            </p:nvSpPr>
            <p:spPr>
              <a:xfrm>
                <a:off x="1140" y="1632"/>
                <a:ext cx="600" cy="0"/>
              </a:xfrm>
              <a:prstGeom prst="line">
                <a:avLst/>
              </a:prstGeom>
              <a:ln w="57150" cap="flat" cmpd="sng">
                <a:solidFill>
                  <a:schemeClr val="tx1"/>
                </a:solidFill>
                <a:prstDash val="solid"/>
                <a:headEnd type="none" w="med" len="med"/>
                <a:tailEnd type="none" w="sm" len="lg"/>
              </a:ln>
            </p:spPr>
          </p:sp>
          <p:sp>
            <p:nvSpPr>
              <p:cNvPr id="29771" name="Line 6"/>
              <p:cNvSpPr/>
              <p:nvPr/>
            </p:nvSpPr>
            <p:spPr>
              <a:xfrm flipV="1">
                <a:off x="1524" y="1260"/>
                <a:ext cx="0" cy="372"/>
              </a:xfrm>
              <a:prstGeom prst="line">
                <a:avLst/>
              </a:prstGeom>
              <a:ln w="38100" cap="flat" cmpd="sng">
                <a:solidFill>
                  <a:schemeClr val="tx1"/>
                </a:solidFill>
                <a:prstDash val="solid"/>
                <a:headEnd type="none" w="med" len="med"/>
                <a:tailEnd type="none" w="sm" len="lg"/>
              </a:ln>
            </p:spPr>
          </p:sp>
          <p:sp>
            <p:nvSpPr>
              <p:cNvPr id="29772" name="Line 8"/>
              <p:cNvSpPr/>
              <p:nvPr/>
            </p:nvSpPr>
            <p:spPr>
              <a:xfrm flipH="1">
                <a:off x="1128" y="1632"/>
                <a:ext cx="240" cy="240"/>
              </a:xfrm>
              <a:prstGeom prst="line">
                <a:avLst/>
              </a:prstGeom>
              <a:ln w="38100" cap="flat" cmpd="sng">
                <a:solidFill>
                  <a:schemeClr val="tx1"/>
                </a:solidFill>
                <a:prstDash val="solid"/>
                <a:headEnd type="none" w="med" len="med"/>
                <a:tailEnd type="triangle" w="sm" len="lg"/>
              </a:ln>
            </p:spPr>
          </p:sp>
          <p:sp>
            <p:nvSpPr>
              <p:cNvPr id="29773" name="Line 9"/>
              <p:cNvSpPr/>
              <p:nvPr/>
            </p:nvSpPr>
            <p:spPr>
              <a:xfrm flipH="1">
                <a:off x="984" y="1632"/>
                <a:ext cx="240" cy="240"/>
              </a:xfrm>
              <a:prstGeom prst="line">
                <a:avLst/>
              </a:prstGeom>
              <a:ln w="38100" cap="flat" cmpd="sng">
                <a:solidFill>
                  <a:schemeClr val="tx1"/>
                </a:solidFill>
                <a:prstDash val="solid"/>
                <a:headEnd type="none" w="med" len="med"/>
                <a:tailEnd type="triangle" w="sm" len="lg"/>
              </a:ln>
            </p:spPr>
          </p:sp>
          <p:sp>
            <p:nvSpPr>
              <p:cNvPr id="29774" name="Line 10"/>
              <p:cNvSpPr/>
              <p:nvPr/>
            </p:nvSpPr>
            <p:spPr>
              <a:xfrm>
                <a:off x="1524" y="1632"/>
                <a:ext cx="312" cy="223"/>
              </a:xfrm>
              <a:prstGeom prst="line">
                <a:avLst/>
              </a:prstGeom>
              <a:ln w="38100" cap="flat" cmpd="sng">
                <a:solidFill>
                  <a:schemeClr val="tx1"/>
                </a:solidFill>
                <a:prstDash val="solid"/>
                <a:headEnd type="none" w="med" len="med"/>
                <a:tailEnd type="none" w="sm" len="lg"/>
              </a:ln>
            </p:spPr>
          </p:sp>
          <p:sp>
            <p:nvSpPr>
              <p:cNvPr id="29775" name="Line 11"/>
              <p:cNvSpPr/>
              <p:nvPr/>
            </p:nvSpPr>
            <p:spPr>
              <a:xfrm>
                <a:off x="1812" y="1855"/>
                <a:ext cx="564" cy="0"/>
              </a:xfrm>
              <a:prstGeom prst="line">
                <a:avLst/>
              </a:prstGeom>
              <a:ln w="38100" cap="flat" cmpd="sng">
                <a:solidFill>
                  <a:schemeClr val="tx1"/>
                </a:solidFill>
                <a:prstDash val="solid"/>
                <a:headEnd type="none" w="med" len="med"/>
                <a:tailEnd type="none" w="sm" len="lg"/>
              </a:ln>
            </p:spPr>
          </p:sp>
        </p:grpSp>
        <p:grpSp>
          <p:nvGrpSpPr>
            <p:cNvPr id="29702" name="Group 12"/>
            <p:cNvGrpSpPr/>
            <p:nvPr/>
          </p:nvGrpSpPr>
          <p:grpSpPr>
            <a:xfrm>
              <a:off x="2628" y="1908"/>
              <a:ext cx="240" cy="456"/>
              <a:chOff x="2376" y="1644"/>
              <a:chExt cx="240" cy="456"/>
            </a:xfrm>
          </p:grpSpPr>
          <p:sp>
            <p:nvSpPr>
              <p:cNvPr id="29767" name="Line 13"/>
              <p:cNvSpPr/>
              <p:nvPr/>
            </p:nvSpPr>
            <p:spPr>
              <a:xfrm>
                <a:off x="2376" y="1692"/>
                <a:ext cx="0" cy="336"/>
              </a:xfrm>
              <a:prstGeom prst="line">
                <a:avLst/>
              </a:prstGeom>
              <a:ln w="57150" cap="flat" cmpd="sng">
                <a:solidFill>
                  <a:schemeClr val="tx1"/>
                </a:solidFill>
                <a:prstDash val="solid"/>
                <a:headEnd type="none" w="med" len="med"/>
                <a:tailEnd type="none" w="sm" len="lg"/>
              </a:ln>
            </p:spPr>
          </p:sp>
          <p:sp>
            <p:nvSpPr>
              <p:cNvPr id="29768" name="Line 14"/>
              <p:cNvSpPr/>
              <p:nvPr/>
            </p:nvSpPr>
            <p:spPr>
              <a:xfrm rot="-5400000" flipH="1">
                <a:off x="2376" y="1860"/>
                <a:ext cx="240" cy="240"/>
              </a:xfrm>
              <a:prstGeom prst="line">
                <a:avLst/>
              </a:prstGeom>
              <a:ln w="38100" cap="flat" cmpd="sng">
                <a:solidFill>
                  <a:schemeClr val="tx1"/>
                </a:solidFill>
                <a:prstDash val="solid"/>
                <a:headEnd type="none" w="med" len="med"/>
                <a:tailEnd type="triangle" w="sm" len="lg"/>
              </a:ln>
            </p:spPr>
          </p:sp>
          <p:sp>
            <p:nvSpPr>
              <p:cNvPr id="29769" name="Line 15"/>
              <p:cNvSpPr/>
              <p:nvPr/>
            </p:nvSpPr>
            <p:spPr>
              <a:xfrm flipV="1">
                <a:off x="2376" y="1644"/>
                <a:ext cx="216" cy="211"/>
              </a:xfrm>
              <a:prstGeom prst="line">
                <a:avLst/>
              </a:prstGeom>
              <a:ln w="38100" cap="flat" cmpd="sng">
                <a:solidFill>
                  <a:schemeClr val="tx1"/>
                </a:solidFill>
                <a:prstDash val="solid"/>
                <a:headEnd type="none" w="med" len="med"/>
                <a:tailEnd type="none" w="sm" len="lg"/>
              </a:ln>
            </p:spPr>
          </p:sp>
        </p:grpSp>
        <p:grpSp>
          <p:nvGrpSpPr>
            <p:cNvPr id="29703" name="Group 16"/>
            <p:cNvGrpSpPr/>
            <p:nvPr/>
          </p:nvGrpSpPr>
          <p:grpSpPr>
            <a:xfrm>
              <a:off x="3312" y="1704"/>
              <a:ext cx="240" cy="456"/>
              <a:chOff x="2376" y="1644"/>
              <a:chExt cx="240" cy="456"/>
            </a:xfrm>
          </p:grpSpPr>
          <p:sp>
            <p:nvSpPr>
              <p:cNvPr id="29764" name="Line 17"/>
              <p:cNvSpPr/>
              <p:nvPr/>
            </p:nvSpPr>
            <p:spPr>
              <a:xfrm>
                <a:off x="2376" y="1692"/>
                <a:ext cx="0" cy="336"/>
              </a:xfrm>
              <a:prstGeom prst="line">
                <a:avLst/>
              </a:prstGeom>
              <a:ln w="38100" cap="flat" cmpd="sng">
                <a:solidFill>
                  <a:schemeClr val="tx1"/>
                </a:solidFill>
                <a:prstDash val="solid"/>
                <a:headEnd type="none" w="med" len="med"/>
                <a:tailEnd type="none" w="sm" len="lg"/>
              </a:ln>
            </p:spPr>
          </p:sp>
          <p:sp>
            <p:nvSpPr>
              <p:cNvPr id="29765" name="Line 18"/>
              <p:cNvSpPr/>
              <p:nvPr/>
            </p:nvSpPr>
            <p:spPr>
              <a:xfrm rot="-5400000" flipH="1">
                <a:off x="2376" y="1860"/>
                <a:ext cx="240" cy="240"/>
              </a:xfrm>
              <a:prstGeom prst="line">
                <a:avLst/>
              </a:prstGeom>
              <a:ln w="38100" cap="flat" cmpd="sng">
                <a:solidFill>
                  <a:schemeClr val="tx1"/>
                </a:solidFill>
                <a:prstDash val="solid"/>
                <a:headEnd type="none" w="med" len="med"/>
                <a:tailEnd type="triangle" w="sm" len="lg"/>
              </a:ln>
            </p:spPr>
          </p:sp>
          <p:sp>
            <p:nvSpPr>
              <p:cNvPr id="29766" name="Line 19"/>
              <p:cNvSpPr/>
              <p:nvPr/>
            </p:nvSpPr>
            <p:spPr>
              <a:xfrm flipV="1">
                <a:off x="2376" y="1644"/>
                <a:ext cx="216" cy="211"/>
              </a:xfrm>
              <a:prstGeom prst="line">
                <a:avLst/>
              </a:prstGeom>
              <a:ln w="38100" cap="flat" cmpd="sng">
                <a:solidFill>
                  <a:schemeClr val="tx1"/>
                </a:solidFill>
                <a:prstDash val="solid"/>
                <a:headEnd type="none" w="med" len="med"/>
                <a:tailEnd type="none" w="sm" len="lg"/>
              </a:ln>
            </p:spPr>
          </p:sp>
        </p:grpSp>
        <p:sp>
          <p:nvSpPr>
            <p:cNvPr id="29704" name="Line 20"/>
            <p:cNvSpPr/>
            <p:nvPr/>
          </p:nvSpPr>
          <p:spPr>
            <a:xfrm flipV="1">
              <a:off x="2842" y="1536"/>
              <a:ext cx="0" cy="372"/>
            </a:xfrm>
            <a:prstGeom prst="line">
              <a:avLst/>
            </a:prstGeom>
            <a:ln w="38100" cap="flat" cmpd="sng">
              <a:solidFill>
                <a:schemeClr val="tx1"/>
              </a:solidFill>
              <a:prstDash val="solid"/>
              <a:headEnd type="none" w="med" len="med"/>
              <a:tailEnd type="none" w="sm" len="lg"/>
            </a:ln>
          </p:spPr>
        </p:sp>
        <p:sp>
          <p:nvSpPr>
            <p:cNvPr id="29705" name="Rectangle 21"/>
            <p:cNvSpPr/>
            <p:nvPr/>
          </p:nvSpPr>
          <p:spPr>
            <a:xfrm>
              <a:off x="2788" y="3186"/>
              <a:ext cx="120" cy="420"/>
            </a:xfrm>
            <a:prstGeom prst="rect">
              <a:avLst/>
            </a:prstGeom>
            <a:noFill/>
            <a:ln w="38100" cap="flat" cmpd="sng">
              <a:solidFill>
                <a:schemeClr val="tx1"/>
              </a:solidFill>
              <a:prstDash val="solid"/>
              <a:miter/>
              <a:headEnd type="none" w="med" len="med"/>
              <a:tailEnd type="none" w="sm" len="lg"/>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9706" name="Rectangle 22"/>
            <p:cNvSpPr/>
            <p:nvPr/>
          </p:nvSpPr>
          <p:spPr>
            <a:xfrm>
              <a:off x="1716" y="1099"/>
              <a:ext cx="120" cy="420"/>
            </a:xfrm>
            <a:prstGeom prst="rect">
              <a:avLst/>
            </a:prstGeom>
            <a:noFill/>
            <a:ln w="38100" cap="flat" cmpd="sng">
              <a:solidFill>
                <a:schemeClr val="tx1"/>
              </a:solidFill>
              <a:prstDash val="solid"/>
              <a:miter/>
              <a:headEnd type="none" w="med" len="med"/>
              <a:tailEnd type="none" w="sm" len="lg"/>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9707" name="Rectangle 23"/>
            <p:cNvSpPr/>
            <p:nvPr/>
          </p:nvSpPr>
          <p:spPr>
            <a:xfrm>
              <a:off x="2782" y="1116"/>
              <a:ext cx="120" cy="420"/>
            </a:xfrm>
            <a:prstGeom prst="rect">
              <a:avLst/>
            </a:prstGeom>
            <a:noFill/>
            <a:ln w="38100" cap="flat" cmpd="sng">
              <a:solidFill>
                <a:schemeClr val="tx1"/>
              </a:solidFill>
              <a:prstDash val="solid"/>
              <a:miter/>
              <a:headEnd type="none" w="med" len="med"/>
              <a:tailEnd type="none" w="sm" len="lg"/>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9708" name="Line 24"/>
            <p:cNvSpPr/>
            <p:nvPr/>
          </p:nvSpPr>
          <p:spPr>
            <a:xfrm>
              <a:off x="1776" y="1092"/>
              <a:ext cx="0" cy="0"/>
            </a:xfrm>
            <a:prstGeom prst="line">
              <a:avLst/>
            </a:prstGeom>
            <a:ln w="38100" cap="flat" cmpd="sng">
              <a:solidFill>
                <a:schemeClr val="tx1"/>
              </a:solidFill>
              <a:prstDash val="solid"/>
              <a:headEnd type="none" w="med" len="med"/>
              <a:tailEnd type="none" w="sm" len="lg"/>
            </a:ln>
          </p:spPr>
        </p:sp>
        <p:sp>
          <p:nvSpPr>
            <p:cNvPr id="29709" name="Line 25"/>
            <p:cNvSpPr/>
            <p:nvPr/>
          </p:nvSpPr>
          <p:spPr>
            <a:xfrm flipV="1">
              <a:off x="1776" y="847"/>
              <a:ext cx="0" cy="245"/>
            </a:xfrm>
            <a:prstGeom prst="line">
              <a:avLst/>
            </a:prstGeom>
            <a:ln w="38100" cap="flat" cmpd="sng">
              <a:solidFill>
                <a:schemeClr val="tx1"/>
              </a:solidFill>
              <a:prstDash val="solid"/>
              <a:headEnd type="none" w="med" len="med"/>
              <a:tailEnd type="none" w="sm" len="lg"/>
            </a:ln>
          </p:spPr>
        </p:sp>
        <p:sp>
          <p:nvSpPr>
            <p:cNvPr id="29710" name="Line 26"/>
            <p:cNvSpPr/>
            <p:nvPr/>
          </p:nvSpPr>
          <p:spPr>
            <a:xfrm flipV="1">
              <a:off x="2842" y="847"/>
              <a:ext cx="0" cy="269"/>
            </a:xfrm>
            <a:prstGeom prst="line">
              <a:avLst/>
            </a:prstGeom>
            <a:ln w="38100" cap="flat" cmpd="sng">
              <a:solidFill>
                <a:schemeClr val="tx1"/>
              </a:solidFill>
              <a:prstDash val="solid"/>
              <a:headEnd type="none" w="med" len="med"/>
              <a:tailEnd type="none" w="sm" len="lg"/>
            </a:ln>
          </p:spPr>
        </p:sp>
        <p:sp>
          <p:nvSpPr>
            <p:cNvPr id="29711" name="Line 27"/>
            <p:cNvSpPr/>
            <p:nvPr/>
          </p:nvSpPr>
          <p:spPr>
            <a:xfrm>
              <a:off x="1776" y="847"/>
              <a:ext cx="0" cy="0"/>
            </a:xfrm>
            <a:prstGeom prst="line">
              <a:avLst/>
            </a:prstGeom>
            <a:ln w="38100" cap="flat" cmpd="sng">
              <a:solidFill>
                <a:schemeClr val="tx1"/>
              </a:solidFill>
              <a:prstDash val="solid"/>
              <a:headEnd type="none" w="med" len="med"/>
              <a:tailEnd type="none" w="sm" len="lg"/>
            </a:ln>
          </p:spPr>
        </p:sp>
        <p:sp>
          <p:nvSpPr>
            <p:cNvPr id="29712" name="Line 28"/>
            <p:cNvSpPr/>
            <p:nvPr/>
          </p:nvSpPr>
          <p:spPr>
            <a:xfrm>
              <a:off x="1770" y="853"/>
              <a:ext cx="2868" cy="0"/>
            </a:xfrm>
            <a:prstGeom prst="line">
              <a:avLst/>
            </a:prstGeom>
            <a:ln w="38100" cap="flat" cmpd="sng">
              <a:solidFill>
                <a:schemeClr val="tx1"/>
              </a:solidFill>
              <a:prstDash val="solid"/>
              <a:headEnd type="none" w="med" len="med"/>
              <a:tailEnd type="none" w="sm" len="lg"/>
            </a:ln>
          </p:spPr>
        </p:sp>
        <p:sp>
          <p:nvSpPr>
            <p:cNvPr id="29713" name="Line 29"/>
            <p:cNvSpPr/>
            <p:nvPr/>
          </p:nvSpPr>
          <p:spPr>
            <a:xfrm flipH="1">
              <a:off x="2842" y="1908"/>
              <a:ext cx="470" cy="0"/>
            </a:xfrm>
            <a:prstGeom prst="line">
              <a:avLst/>
            </a:prstGeom>
            <a:ln w="38100" cap="flat" cmpd="sng">
              <a:solidFill>
                <a:schemeClr val="tx1"/>
              </a:solidFill>
              <a:prstDash val="solid"/>
              <a:headEnd type="none" w="med" len="med"/>
              <a:tailEnd type="none" w="sm" len="lg"/>
            </a:ln>
          </p:spPr>
        </p:sp>
        <p:grpSp>
          <p:nvGrpSpPr>
            <p:cNvPr id="29714" name="Group 30"/>
            <p:cNvGrpSpPr/>
            <p:nvPr/>
          </p:nvGrpSpPr>
          <p:grpSpPr>
            <a:xfrm>
              <a:off x="3816" y="1920"/>
              <a:ext cx="240" cy="456"/>
              <a:chOff x="2376" y="1644"/>
              <a:chExt cx="240" cy="456"/>
            </a:xfrm>
          </p:grpSpPr>
          <p:sp>
            <p:nvSpPr>
              <p:cNvPr id="29761" name="Line 31"/>
              <p:cNvSpPr/>
              <p:nvPr/>
            </p:nvSpPr>
            <p:spPr>
              <a:xfrm>
                <a:off x="2376" y="1692"/>
                <a:ext cx="0" cy="336"/>
              </a:xfrm>
              <a:prstGeom prst="line">
                <a:avLst/>
              </a:prstGeom>
              <a:ln w="38100" cap="flat" cmpd="sng">
                <a:solidFill>
                  <a:schemeClr val="tx1"/>
                </a:solidFill>
                <a:prstDash val="solid"/>
                <a:headEnd type="none" w="med" len="med"/>
                <a:tailEnd type="none" w="sm" len="lg"/>
              </a:ln>
            </p:spPr>
          </p:sp>
          <p:sp>
            <p:nvSpPr>
              <p:cNvPr id="29762" name="Line 32"/>
              <p:cNvSpPr/>
              <p:nvPr/>
            </p:nvSpPr>
            <p:spPr>
              <a:xfrm rot="-5400000" flipH="1">
                <a:off x="2376" y="1860"/>
                <a:ext cx="240" cy="240"/>
              </a:xfrm>
              <a:prstGeom prst="line">
                <a:avLst/>
              </a:prstGeom>
              <a:ln w="38100" cap="flat" cmpd="sng">
                <a:solidFill>
                  <a:schemeClr val="tx1"/>
                </a:solidFill>
                <a:prstDash val="solid"/>
                <a:headEnd type="none" w="med" len="med"/>
                <a:tailEnd type="triangle" w="sm" len="lg"/>
              </a:ln>
            </p:spPr>
          </p:sp>
          <p:sp>
            <p:nvSpPr>
              <p:cNvPr id="29763" name="Line 33"/>
              <p:cNvSpPr/>
              <p:nvPr/>
            </p:nvSpPr>
            <p:spPr>
              <a:xfrm flipV="1">
                <a:off x="2376" y="1644"/>
                <a:ext cx="216" cy="211"/>
              </a:xfrm>
              <a:prstGeom prst="line">
                <a:avLst/>
              </a:prstGeom>
              <a:ln w="38100" cap="flat" cmpd="sng">
                <a:solidFill>
                  <a:schemeClr val="tx1"/>
                </a:solidFill>
                <a:prstDash val="solid"/>
                <a:headEnd type="none" w="med" len="med"/>
                <a:tailEnd type="none" w="sm" len="lg"/>
              </a:ln>
            </p:spPr>
          </p:sp>
        </p:grpSp>
        <p:sp>
          <p:nvSpPr>
            <p:cNvPr id="29715" name="Line 34"/>
            <p:cNvSpPr/>
            <p:nvPr/>
          </p:nvSpPr>
          <p:spPr>
            <a:xfrm>
              <a:off x="3516" y="2136"/>
              <a:ext cx="300" cy="0"/>
            </a:xfrm>
            <a:prstGeom prst="line">
              <a:avLst/>
            </a:prstGeom>
            <a:ln w="38100" cap="flat" cmpd="sng">
              <a:solidFill>
                <a:schemeClr val="tx1"/>
              </a:solidFill>
              <a:prstDash val="solid"/>
              <a:headEnd type="none" w="med" len="med"/>
              <a:tailEnd type="none" w="sm" len="lg"/>
            </a:ln>
          </p:spPr>
        </p:sp>
        <p:sp>
          <p:nvSpPr>
            <p:cNvPr id="29716" name="Line 35"/>
            <p:cNvSpPr/>
            <p:nvPr/>
          </p:nvSpPr>
          <p:spPr>
            <a:xfrm>
              <a:off x="3516" y="1711"/>
              <a:ext cx="502" cy="0"/>
            </a:xfrm>
            <a:prstGeom prst="line">
              <a:avLst/>
            </a:prstGeom>
            <a:ln w="38100" cap="flat" cmpd="sng">
              <a:solidFill>
                <a:schemeClr val="tx1"/>
              </a:solidFill>
              <a:prstDash val="solid"/>
              <a:headEnd type="none" w="med" len="med"/>
              <a:tailEnd type="none" w="sm" len="lg"/>
            </a:ln>
          </p:spPr>
        </p:sp>
        <p:sp>
          <p:nvSpPr>
            <p:cNvPr id="29717" name="Line 36"/>
            <p:cNvSpPr/>
            <p:nvPr/>
          </p:nvSpPr>
          <p:spPr>
            <a:xfrm flipV="1">
              <a:off x="4018" y="1711"/>
              <a:ext cx="0" cy="233"/>
            </a:xfrm>
            <a:prstGeom prst="line">
              <a:avLst/>
            </a:prstGeom>
            <a:ln w="38100" cap="flat" cmpd="sng">
              <a:solidFill>
                <a:schemeClr val="tx1"/>
              </a:solidFill>
              <a:prstDash val="solid"/>
              <a:headEnd type="none" w="med" len="med"/>
              <a:tailEnd type="none" w="sm" len="lg"/>
            </a:ln>
          </p:spPr>
        </p:sp>
        <p:sp>
          <p:nvSpPr>
            <p:cNvPr id="29718" name="Rectangle 37"/>
            <p:cNvSpPr/>
            <p:nvPr/>
          </p:nvSpPr>
          <p:spPr>
            <a:xfrm>
              <a:off x="3958" y="1123"/>
              <a:ext cx="120" cy="420"/>
            </a:xfrm>
            <a:prstGeom prst="rect">
              <a:avLst/>
            </a:prstGeom>
            <a:noFill/>
            <a:ln w="38100" cap="flat" cmpd="sng">
              <a:solidFill>
                <a:schemeClr val="tx1"/>
              </a:solidFill>
              <a:prstDash val="solid"/>
              <a:miter/>
              <a:headEnd type="none" w="med" len="med"/>
              <a:tailEnd type="none" w="sm" len="lg"/>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9719" name="Line 38"/>
            <p:cNvSpPr/>
            <p:nvPr/>
          </p:nvSpPr>
          <p:spPr>
            <a:xfrm flipV="1">
              <a:off x="4018" y="1543"/>
              <a:ext cx="0" cy="209"/>
            </a:xfrm>
            <a:prstGeom prst="line">
              <a:avLst/>
            </a:prstGeom>
            <a:ln w="38100" cap="flat" cmpd="sng">
              <a:solidFill>
                <a:schemeClr val="tx1"/>
              </a:solidFill>
              <a:prstDash val="solid"/>
              <a:headEnd type="none" w="med" len="med"/>
              <a:tailEnd type="none" w="sm" len="lg"/>
            </a:ln>
          </p:spPr>
        </p:sp>
        <p:sp>
          <p:nvSpPr>
            <p:cNvPr id="29720" name="Line 39"/>
            <p:cNvSpPr/>
            <p:nvPr/>
          </p:nvSpPr>
          <p:spPr>
            <a:xfrm flipV="1">
              <a:off x="4018" y="852"/>
              <a:ext cx="0" cy="276"/>
            </a:xfrm>
            <a:prstGeom prst="line">
              <a:avLst/>
            </a:prstGeom>
            <a:ln w="38100" cap="flat" cmpd="sng">
              <a:solidFill>
                <a:schemeClr val="tx1"/>
              </a:solidFill>
              <a:prstDash val="solid"/>
              <a:headEnd type="none" w="med" len="med"/>
              <a:tailEnd type="none" w="sm" len="lg"/>
            </a:ln>
          </p:spPr>
        </p:sp>
        <p:grpSp>
          <p:nvGrpSpPr>
            <p:cNvPr id="29721" name="Group 40"/>
            <p:cNvGrpSpPr/>
            <p:nvPr/>
          </p:nvGrpSpPr>
          <p:grpSpPr>
            <a:xfrm>
              <a:off x="3816" y="2772"/>
              <a:ext cx="240" cy="456"/>
              <a:chOff x="2376" y="1644"/>
              <a:chExt cx="240" cy="456"/>
            </a:xfrm>
          </p:grpSpPr>
          <p:sp>
            <p:nvSpPr>
              <p:cNvPr id="29758" name="Line 41"/>
              <p:cNvSpPr/>
              <p:nvPr/>
            </p:nvSpPr>
            <p:spPr>
              <a:xfrm>
                <a:off x="2376" y="1692"/>
                <a:ext cx="0" cy="336"/>
              </a:xfrm>
              <a:prstGeom prst="line">
                <a:avLst/>
              </a:prstGeom>
              <a:ln w="38100" cap="flat" cmpd="sng">
                <a:solidFill>
                  <a:schemeClr val="tx1"/>
                </a:solidFill>
                <a:prstDash val="solid"/>
                <a:headEnd type="none" w="med" len="med"/>
                <a:tailEnd type="none" w="sm" len="lg"/>
              </a:ln>
            </p:spPr>
          </p:sp>
          <p:sp>
            <p:nvSpPr>
              <p:cNvPr id="29759" name="Line 42"/>
              <p:cNvSpPr/>
              <p:nvPr/>
            </p:nvSpPr>
            <p:spPr>
              <a:xfrm rot="-5400000" flipH="1">
                <a:off x="2376" y="1860"/>
                <a:ext cx="240" cy="240"/>
              </a:xfrm>
              <a:prstGeom prst="line">
                <a:avLst/>
              </a:prstGeom>
              <a:ln w="38100" cap="flat" cmpd="sng">
                <a:solidFill>
                  <a:schemeClr val="tx1"/>
                </a:solidFill>
                <a:prstDash val="solid"/>
                <a:headEnd type="none" w="med" len="med"/>
                <a:tailEnd type="triangle" w="sm" len="lg"/>
              </a:ln>
            </p:spPr>
          </p:sp>
          <p:sp>
            <p:nvSpPr>
              <p:cNvPr id="29760" name="Line 43"/>
              <p:cNvSpPr/>
              <p:nvPr/>
            </p:nvSpPr>
            <p:spPr>
              <a:xfrm flipV="1">
                <a:off x="2376" y="1644"/>
                <a:ext cx="216" cy="211"/>
              </a:xfrm>
              <a:prstGeom prst="line">
                <a:avLst/>
              </a:prstGeom>
              <a:ln w="38100" cap="flat" cmpd="sng">
                <a:solidFill>
                  <a:schemeClr val="tx1"/>
                </a:solidFill>
                <a:prstDash val="solid"/>
                <a:headEnd type="none" w="med" len="med"/>
                <a:tailEnd type="none" w="sm" len="lg"/>
              </a:ln>
            </p:spPr>
          </p:sp>
        </p:grpSp>
        <p:sp>
          <p:nvSpPr>
            <p:cNvPr id="29722" name="Rectangle 44"/>
            <p:cNvSpPr/>
            <p:nvPr/>
          </p:nvSpPr>
          <p:spPr>
            <a:xfrm>
              <a:off x="3468" y="2256"/>
              <a:ext cx="120" cy="420"/>
            </a:xfrm>
            <a:prstGeom prst="rect">
              <a:avLst/>
            </a:prstGeom>
            <a:noFill/>
            <a:ln w="38100" cap="flat" cmpd="sng">
              <a:solidFill>
                <a:schemeClr val="tx1"/>
              </a:solidFill>
              <a:prstDash val="solid"/>
              <a:miter/>
              <a:headEnd type="none" w="med" len="med"/>
              <a:tailEnd type="none" w="sm" len="lg"/>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9723" name="Line 45"/>
            <p:cNvSpPr/>
            <p:nvPr/>
          </p:nvSpPr>
          <p:spPr>
            <a:xfrm>
              <a:off x="3528" y="2124"/>
              <a:ext cx="0" cy="132"/>
            </a:xfrm>
            <a:prstGeom prst="line">
              <a:avLst/>
            </a:prstGeom>
            <a:ln w="38100" cap="flat" cmpd="sng">
              <a:solidFill>
                <a:schemeClr val="tx1"/>
              </a:solidFill>
              <a:prstDash val="solid"/>
              <a:headEnd type="none" w="med" len="med"/>
              <a:tailEnd type="none" w="sm" len="lg"/>
            </a:ln>
          </p:spPr>
        </p:sp>
        <p:sp>
          <p:nvSpPr>
            <p:cNvPr id="29724" name="Line 46"/>
            <p:cNvSpPr/>
            <p:nvPr/>
          </p:nvSpPr>
          <p:spPr>
            <a:xfrm>
              <a:off x="3522" y="2670"/>
              <a:ext cx="0" cy="96"/>
            </a:xfrm>
            <a:prstGeom prst="line">
              <a:avLst/>
            </a:prstGeom>
            <a:ln w="38100" cap="flat" cmpd="sng">
              <a:solidFill>
                <a:schemeClr val="tx1"/>
              </a:solidFill>
              <a:prstDash val="solid"/>
              <a:headEnd type="none" w="med" len="med"/>
              <a:tailEnd type="none" w="sm" len="lg"/>
            </a:ln>
          </p:spPr>
        </p:sp>
        <p:sp>
          <p:nvSpPr>
            <p:cNvPr id="29725" name="Line 47"/>
            <p:cNvSpPr/>
            <p:nvPr/>
          </p:nvSpPr>
          <p:spPr>
            <a:xfrm>
              <a:off x="3402" y="2760"/>
              <a:ext cx="240" cy="0"/>
            </a:xfrm>
            <a:prstGeom prst="line">
              <a:avLst/>
            </a:prstGeom>
            <a:ln w="38100" cap="flat" cmpd="sng">
              <a:solidFill>
                <a:schemeClr val="tx1"/>
              </a:solidFill>
              <a:prstDash val="solid"/>
              <a:headEnd type="none" w="med" len="med"/>
              <a:tailEnd type="none" w="sm" len="lg"/>
            </a:ln>
          </p:spPr>
        </p:sp>
        <p:sp>
          <p:nvSpPr>
            <p:cNvPr id="29726" name="Line 48"/>
            <p:cNvSpPr/>
            <p:nvPr/>
          </p:nvSpPr>
          <p:spPr>
            <a:xfrm>
              <a:off x="2848" y="2346"/>
              <a:ext cx="0" cy="840"/>
            </a:xfrm>
            <a:prstGeom prst="line">
              <a:avLst/>
            </a:prstGeom>
            <a:ln w="38100" cap="flat" cmpd="sng">
              <a:solidFill>
                <a:schemeClr val="tx1"/>
              </a:solidFill>
              <a:prstDash val="solid"/>
              <a:headEnd type="none" w="med" len="med"/>
              <a:tailEnd type="none" w="sm" len="lg"/>
            </a:ln>
          </p:spPr>
        </p:sp>
        <p:sp>
          <p:nvSpPr>
            <p:cNvPr id="29727" name="Line 49"/>
            <p:cNvSpPr/>
            <p:nvPr/>
          </p:nvSpPr>
          <p:spPr>
            <a:xfrm flipH="1">
              <a:off x="2848" y="2989"/>
              <a:ext cx="962" cy="0"/>
            </a:xfrm>
            <a:prstGeom prst="line">
              <a:avLst/>
            </a:prstGeom>
            <a:ln w="38100" cap="flat" cmpd="sng">
              <a:solidFill>
                <a:schemeClr val="tx1"/>
              </a:solidFill>
              <a:prstDash val="solid"/>
              <a:headEnd type="none" w="med" len="med"/>
              <a:tailEnd type="none" w="sm" len="lg"/>
            </a:ln>
          </p:spPr>
        </p:sp>
        <p:sp>
          <p:nvSpPr>
            <p:cNvPr id="29728" name="Line 50"/>
            <p:cNvSpPr/>
            <p:nvPr/>
          </p:nvSpPr>
          <p:spPr>
            <a:xfrm>
              <a:off x="2848" y="3600"/>
              <a:ext cx="0" cy="282"/>
            </a:xfrm>
            <a:prstGeom prst="line">
              <a:avLst/>
            </a:prstGeom>
            <a:ln w="38100" cap="flat" cmpd="sng">
              <a:solidFill>
                <a:schemeClr val="tx1"/>
              </a:solidFill>
              <a:prstDash val="solid"/>
              <a:headEnd type="none" w="med" len="med"/>
              <a:tailEnd type="none" w="sm" len="lg"/>
            </a:ln>
          </p:spPr>
        </p:sp>
        <p:sp>
          <p:nvSpPr>
            <p:cNvPr id="29729" name="Line 51"/>
            <p:cNvSpPr/>
            <p:nvPr/>
          </p:nvSpPr>
          <p:spPr>
            <a:xfrm flipV="1">
              <a:off x="2850" y="3858"/>
              <a:ext cx="1186" cy="6"/>
            </a:xfrm>
            <a:prstGeom prst="line">
              <a:avLst/>
            </a:prstGeom>
            <a:ln w="38100" cap="flat" cmpd="sng">
              <a:solidFill>
                <a:schemeClr val="tx1"/>
              </a:solidFill>
              <a:prstDash val="solid"/>
              <a:headEnd type="none" w="med" len="med"/>
              <a:tailEnd type="none" w="sm" len="lg"/>
            </a:ln>
          </p:spPr>
        </p:sp>
        <p:sp>
          <p:nvSpPr>
            <p:cNvPr id="29730" name="Line 52"/>
            <p:cNvSpPr/>
            <p:nvPr/>
          </p:nvSpPr>
          <p:spPr>
            <a:xfrm>
              <a:off x="4036" y="2364"/>
              <a:ext cx="0" cy="426"/>
            </a:xfrm>
            <a:prstGeom prst="line">
              <a:avLst/>
            </a:prstGeom>
            <a:ln w="38100" cap="flat" cmpd="sng">
              <a:solidFill>
                <a:schemeClr val="tx1"/>
              </a:solidFill>
              <a:prstDash val="solid"/>
              <a:headEnd type="none" w="med" len="med"/>
              <a:tailEnd type="none" w="sm" len="lg"/>
            </a:ln>
          </p:spPr>
        </p:sp>
        <p:sp>
          <p:nvSpPr>
            <p:cNvPr id="29731" name="Line 53"/>
            <p:cNvSpPr/>
            <p:nvPr/>
          </p:nvSpPr>
          <p:spPr>
            <a:xfrm>
              <a:off x="4036" y="3216"/>
              <a:ext cx="0" cy="810"/>
            </a:xfrm>
            <a:prstGeom prst="line">
              <a:avLst/>
            </a:prstGeom>
            <a:ln w="38100" cap="flat" cmpd="sng">
              <a:solidFill>
                <a:schemeClr val="tx1"/>
              </a:solidFill>
              <a:prstDash val="solid"/>
              <a:headEnd type="none" w="med" len="med"/>
              <a:tailEnd type="none" w="sm" len="lg"/>
            </a:ln>
          </p:spPr>
        </p:sp>
        <p:sp>
          <p:nvSpPr>
            <p:cNvPr id="29732" name="Line 54"/>
            <p:cNvSpPr/>
            <p:nvPr/>
          </p:nvSpPr>
          <p:spPr>
            <a:xfrm>
              <a:off x="3906" y="4020"/>
              <a:ext cx="258" cy="0"/>
            </a:xfrm>
            <a:prstGeom prst="line">
              <a:avLst/>
            </a:prstGeom>
            <a:ln w="38100" cap="flat" cmpd="sng">
              <a:solidFill>
                <a:schemeClr val="tx1"/>
              </a:solidFill>
              <a:prstDash val="solid"/>
              <a:headEnd type="none" w="med" len="med"/>
              <a:tailEnd type="none" w="sm" len="lg"/>
            </a:ln>
          </p:spPr>
        </p:sp>
        <p:sp>
          <p:nvSpPr>
            <p:cNvPr id="29733" name="Line 55"/>
            <p:cNvSpPr/>
            <p:nvPr/>
          </p:nvSpPr>
          <p:spPr>
            <a:xfrm>
              <a:off x="4036" y="2544"/>
              <a:ext cx="600" cy="0"/>
            </a:xfrm>
            <a:prstGeom prst="line">
              <a:avLst/>
            </a:prstGeom>
            <a:ln w="38100" cap="flat" cmpd="sng">
              <a:solidFill>
                <a:schemeClr val="tx1"/>
              </a:solidFill>
              <a:prstDash val="solid"/>
              <a:headEnd type="none" w="med" len="med"/>
              <a:tailEnd type="none" w="sm" len="lg"/>
            </a:ln>
          </p:spPr>
        </p:sp>
        <p:sp>
          <p:nvSpPr>
            <p:cNvPr id="29734" name="Line 56"/>
            <p:cNvSpPr/>
            <p:nvPr/>
          </p:nvSpPr>
          <p:spPr>
            <a:xfrm flipH="1" flipV="1">
              <a:off x="868" y="2106"/>
              <a:ext cx="404" cy="6"/>
            </a:xfrm>
            <a:prstGeom prst="line">
              <a:avLst/>
            </a:prstGeom>
            <a:ln w="38100" cap="flat" cmpd="sng">
              <a:solidFill>
                <a:schemeClr val="tx1"/>
              </a:solidFill>
              <a:prstDash val="solid"/>
              <a:headEnd type="none" w="med" len="med"/>
              <a:tailEnd type="none" w="sm" len="lg"/>
            </a:ln>
          </p:spPr>
        </p:sp>
        <p:sp>
          <p:nvSpPr>
            <p:cNvPr id="29735" name="Line 57"/>
            <p:cNvSpPr/>
            <p:nvPr/>
          </p:nvSpPr>
          <p:spPr>
            <a:xfrm>
              <a:off x="1392" y="2112"/>
              <a:ext cx="0" cy="228"/>
            </a:xfrm>
            <a:prstGeom prst="line">
              <a:avLst/>
            </a:prstGeom>
            <a:ln w="38100" cap="flat" cmpd="sng">
              <a:solidFill>
                <a:schemeClr val="tx1"/>
              </a:solidFill>
              <a:prstDash val="solid"/>
              <a:headEnd type="none" w="med" len="med"/>
              <a:tailEnd type="none" w="sm" len="lg"/>
            </a:ln>
          </p:spPr>
        </p:sp>
        <p:sp>
          <p:nvSpPr>
            <p:cNvPr id="29736" name="Line 58"/>
            <p:cNvSpPr/>
            <p:nvPr/>
          </p:nvSpPr>
          <p:spPr>
            <a:xfrm flipH="1">
              <a:off x="880" y="2328"/>
              <a:ext cx="512" cy="0"/>
            </a:xfrm>
            <a:prstGeom prst="line">
              <a:avLst/>
            </a:prstGeom>
            <a:ln w="38100" cap="flat" cmpd="sng">
              <a:solidFill>
                <a:schemeClr val="tx1"/>
              </a:solidFill>
              <a:prstDash val="solid"/>
              <a:headEnd type="none" w="med" len="med"/>
              <a:tailEnd type="none" w="sm" len="lg"/>
            </a:ln>
          </p:spPr>
        </p:sp>
        <p:sp>
          <p:nvSpPr>
            <p:cNvPr id="29737" name="Oval 61"/>
            <p:cNvSpPr/>
            <p:nvPr/>
          </p:nvSpPr>
          <p:spPr>
            <a:xfrm>
              <a:off x="4632" y="780"/>
              <a:ext cx="120" cy="132"/>
            </a:xfrm>
            <a:prstGeom prst="ellipse">
              <a:avLst/>
            </a:prstGeom>
            <a:noFill/>
            <a:ln w="38100" cap="flat" cmpd="sng">
              <a:solidFill>
                <a:schemeClr val="tx1"/>
              </a:solidFill>
              <a:prstDash val="solid"/>
              <a:headEnd type="none" w="med" len="med"/>
              <a:tailEnd type="none" w="sm" len="lg"/>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9738" name="Oval 62"/>
            <p:cNvSpPr/>
            <p:nvPr/>
          </p:nvSpPr>
          <p:spPr>
            <a:xfrm>
              <a:off x="4632" y="2472"/>
              <a:ext cx="120" cy="132"/>
            </a:xfrm>
            <a:prstGeom prst="ellipse">
              <a:avLst/>
            </a:prstGeom>
            <a:noFill/>
            <a:ln w="38100" cap="flat" cmpd="sng">
              <a:solidFill>
                <a:schemeClr val="tx1"/>
              </a:solidFill>
              <a:prstDash val="solid"/>
              <a:headEnd type="none" w="med" len="med"/>
              <a:tailEnd type="none" w="sm" len="lg"/>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9739" name="Oval 63"/>
            <p:cNvSpPr/>
            <p:nvPr/>
          </p:nvSpPr>
          <p:spPr>
            <a:xfrm>
              <a:off x="748" y="2040"/>
              <a:ext cx="120" cy="132"/>
            </a:xfrm>
            <a:prstGeom prst="ellipse">
              <a:avLst/>
            </a:prstGeom>
            <a:noFill/>
            <a:ln w="38100" cap="flat" cmpd="sng">
              <a:solidFill>
                <a:schemeClr val="tx1"/>
              </a:solidFill>
              <a:prstDash val="solid"/>
              <a:headEnd type="none" w="med" len="med"/>
              <a:tailEnd type="none" w="sm" len="lg"/>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9740" name="Oval 64"/>
            <p:cNvSpPr/>
            <p:nvPr/>
          </p:nvSpPr>
          <p:spPr>
            <a:xfrm>
              <a:off x="760" y="2256"/>
              <a:ext cx="120" cy="132"/>
            </a:xfrm>
            <a:prstGeom prst="ellipse">
              <a:avLst/>
            </a:prstGeom>
            <a:noFill/>
            <a:ln w="38100" cap="flat" cmpd="sng">
              <a:solidFill>
                <a:schemeClr val="tx1"/>
              </a:solidFill>
              <a:prstDash val="solid"/>
              <a:headEnd type="none" w="med" len="med"/>
              <a:tailEnd type="none" w="sm" len="lg"/>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2000" dirty="0">
                <a:latin typeface="Times New Roman" panose="02020603050405020304" pitchFamily="18" charset="0"/>
              </a:endParaRPr>
            </a:p>
          </p:txBody>
        </p:sp>
        <p:sp>
          <p:nvSpPr>
            <p:cNvPr id="29741" name="Text Box 66"/>
            <p:cNvSpPr txBox="1"/>
            <p:nvPr/>
          </p:nvSpPr>
          <p:spPr>
            <a:xfrm>
              <a:off x="4776" y="660"/>
              <a:ext cx="792" cy="399"/>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b="1" dirty="0">
                  <a:latin typeface="Times New Roman" panose="02020603050405020304" pitchFamily="18" charset="0"/>
                  <a:ea typeface="楷体_GB2312" pitchFamily="49" charset="-122"/>
                </a:rPr>
                <a:t>+5V</a:t>
              </a:r>
              <a:endParaRPr lang="en-US" altLang="zh-CN" b="1" dirty="0">
                <a:latin typeface="Times New Roman" panose="02020603050405020304" pitchFamily="18" charset="0"/>
                <a:ea typeface="楷体_GB2312" pitchFamily="49" charset="-122"/>
              </a:endParaRPr>
            </a:p>
          </p:txBody>
        </p:sp>
        <p:sp>
          <p:nvSpPr>
            <p:cNvPr id="29742" name="Text Box 67"/>
            <p:cNvSpPr txBox="1"/>
            <p:nvPr/>
          </p:nvSpPr>
          <p:spPr>
            <a:xfrm>
              <a:off x="4824" y="2400"/>
              <a:ext cx="468" cy="399"/>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b="1" dirty="0">
                  <a:latin typeface="Times New Roman" panose="02020603050405020304" pitchFamily="18" charset="0"/>
                  <a:ea typeface="楷体_GB2312" pitchFamily="49" charset="-122"/>
                </a:rPr>
                <a:t>F</a:t>
              </a:r>
              <a:endParaRPr lang="en-US" altLang="zh-CN" b="1" dirty="0">
                <a:latin typeface="Times New Roman" panose="02020603050405020304" pitchFamily="18" charset="0"/>
                <a:ea typeface="楷体_GB2312" pitchFamily="49" charset="-122"/>
              </a:endParaRPr>
            </a:p>
          </p:txBody>
        </p:sp>
        <p:sp>
          <p:nvSpPr>
            <p:cNvPr id="29743" name="Text Box 68"/>
            <p:cNvSpPr txBox="1"/>
            <p:nvPr/>
          </p:nvSpPr>
          <p:spPr>
            <a:xfrm>
              <a:off x="4104" y="1128"/>
              <a:ext cx="660" cy="358"/>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800" b="1" dirty="0">
                  <a:latin typeface="Times New Roman" panose="02020603050405020304" pitchFamily="18" charset="0"/>
                  <a:ea typeface="楷体_GB2312" pitchFamily="49" charset="-122"/>
                </a:rPr>
                <a:t>R</a:t>
              </a:r>
              <a:r>
                <a:rPr lang="en-US" altLang="zh-CN" sz="2800" b="1" baseline="-25000" dirty="0">
                  <a:latin typeface="Times New Roman" panose="02020603050405020304" pitchFamily="18" charset="0"/>
                  <a:ea typeface="楷体_GB2312" pitchFamily="49" charset="-122"/>
                </a:rPr>
                <a:t>4</a:t>
              </a:r>
              <a:endParaRPr lang="en-US" altLang="zh-CN" sz="2800" b="1" dirty="0">
                <a:latin typeface="Times New Roman" panose="02020603050405020304" pitchFamily="18" charset="0"/>
                <a:ea typeface="楷体_GB2312" pitchFamily="49" charset="-122"/>
              </a:endParaRPr>
            </a:p>
          </p:txBody>
        </p:sp>
        <p:sp>
          <p:nvSpPr>
            <p:cNvPr id="29744" name="Text Box 69"/>
            <p:cNvSpPr txBox="1"/>
            <p:nvPr/>
          </p:nvSpPr>
          <p:spPr>
            <a:xfrm>
              <a:off x="2928" y="1116"/>
              <a:ext cx="660" cy="358"/>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800" b="1" dirty="0">
                  <a:latin typeface="Times New Roman" panose="02020603050405020304" pitchFamily="18" charset="0"/>
                  <a:ea typeface="楷体_GB2312" pitchFamily="49" charset="-122"/>
                </a:rPr>
                <a:t>R</a:t>
              </a:r>
              <a:r>
                <a:rPr lang="en-US" altLang="zh-CN" sz="2800" b="1" baseline="-25000" dirty="0">
                  <a:latin typeface="Times New Roman" panose="02020603050405020304" pitchFamily="18" charset="0"/>
                  <a:ea typeface="楷体_GB2312" pitchFamily="49" charset="-122"/>
                </a:rPr>
                <a:t>2</a:t>
              </a:r>
              <a:endParaRPr lang="en-US" altLang="zh-CN" b="1" dirty="0">
                <a:latin typeface="Times New Roman" panose="02020603050405020304" pitchFamily="18" charset="0"/>
                <a:ea typeface="楷体_GB2312" pitchFamily="49" charset="-122"/>
              </a:endParaRPr>
            </a:p>
          </p:txBody>
        </p:sp>
        <p:sp>
          <p:nvSpPr>
            <p:cNvPr id="29745" name="Text Box 70"/>
            <p:cNvSpPr txBox="1"/>
            <p:nvPr/>
          </p:nvSpPr>
          <p:spPr>
            <a:xfrm>
              <a:off x="1848" y="899"/>
              <a:ext cx="660" cy="358"/>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800" b="1" dirty="0">
                  <a:latin typeface="Times New Roman" panose="02020603050405020304" pitchFamily="18" charset="0"/>
                  <a:ea typeface="楷体_GB2312" pitchFamily="49" charset="-122"/>
                </a:rPr>
                <a:t>R</a:t>
              </a:r>
              <a:r>
                <a:rPr lang="en-US" altLang="zh-CN" sz="2800" b="1" baseline="-25000" dirty="0">
                  <a:latin typeface="Times New Roman" panose="02020603050405020304" pitchFamily="18" charset="0"/>
                  <a:ea typeface="楷体_GB2312" pitchFamily="49" charset="-122"/>
                </a:rPr>
                <a:t>1</a:t>
              </a:r>
              <a:endParaRPr lang="en-US" altLang="zh-CN" b="1" dirty="0">
                <a:latin typeface="Times New Roman" panose="02020603050405020304" pitchFamily="18" charset="0"/>
                <a:ea typeface="楷体_GB2312" pitchFamily="49" charset="-122"/>
              </a:endParaRPr>
            </a:p>
          </p:txBody>
        </p:sp>
        <p:sp>
          <p:nvSpPr>
            <p:cNvPr id="29746" name="Text Box 71"/>
            <p:cNvSpPr txBox="1"/>
            <p:nvPr/>
          </p:nvSpPr>
          <p:spPr>
            <a:xfrm>
              <a:off x="1848" y="1260"/>
              <a:ext cx="780" cy="358"/>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800" b="1" dirty="0">
                  <a:latin typeface="Times New Roman" panose="02020603050405020304" pitchFamily="18" charset="0"/>
                  <a:ea typeface="楷体_GB2312" pitchFamily="49" charset="-122"/>
                </a:rPr>
                <a:t>3k</a:t>
              </a:r>
              <a:endParaRPr lang="en-US" altLang="zh-CN" b="1" dirty="0">
                <a:latin typeface="Times New Roman" panose="02020603050405020304" pitchFamily="18" charset="0"/>
                <a:ea typeface="楷体_GB2312" pitchFamily="49" charset="-122"/>
              </a:endParaRPr>
            </a:p>
          </p:txBody>
        </p:sp>
        <p:sp>
          <p:nvSpPr>
            <p:cNvPr id="29747" name="Text Box 72"/>
            <p:cNvSpPr txBox="1"/>
            <p:nvPr/>
          </p:nvSpPr>
          <p:spPr>
            <a:xfrm>
              <a:off x="2820" y="1956"/>
              <a:ext cx="384" cy="357"/>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800" b="1" dirty="0">
                  <a:latin typeface="Times New Roman" panose="02020603050405020304" pitchFamily="18" charset="0"/>
                  <a:ea typeface="楷体_GB2312" pitchFamily="49" charset="-122"/>
                </a:rPr>
                <a:t>T</a:t>
              </a:r>
              <a:r>
                <a:rPr lang="en-US" altLang="zh-CN" sz="2800" b="1" baseline="-25000" dirty="0">
                  <a:latin typeface="Times New Roman" panose="02020603050405020304" pitchFamily="18" charset="0"/>
                  <a:ea typeface="楷体_GB2312" pitchFamily="49" charset="-122"/>
                </a:rPr>
                <a:t>2</a:t>
              </a:r>
              <a:endParaRPr lang="en-US" altLang="zh-CN" sz="2800" b="1" dirty="0">
                <a:latin typeface="Times New Roman" panose="02020603050405020304" pitchFamily="18" charset="0"/>
                <a:ea typeface="楷体_GB2312" pitchFamily="49" charset="-122"/>
              </a:endParaRPr>
            </a:p>
          </p:txBody>
        </p:sp>
        <p:sp>
          <p:nvSpPr>
            <p:cNvPr id="29748" name="Text Box 73"/>
            <p:cNvSpPr txBox="1"/>
            <p:nvPr/>
          </p:nvSpPr>
          <p:spPr>
            <a:xfrm>
              <a:off x="3084" y="2340"/>
              <a:ext cx="396" cy="357"/>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800" b="1" dirty="0">
                  <a:latin typeface="Times New Roman" panose="02020603050405020304" pitchFamily="18" charset="0"/>
                  <a:ea typeface="楷体_GB2312" pitchFamily="49" charset="-122"/>
                </a:rPr>
                <a:t>R</a:t>
              </a:r>
              <a:r>
                <a:rPr lang="en-US" altLang="zh-CN" sz="2800" b="1" baseline="-25000" dirty="0">
                  <a:latin typeface="Times New Roman" panose="02020603050405020304" pitchFamily="18" charset="0"/>
                  <a:ea typeface="楷体_GB2312" pitchFamily="49" charset="-122"/>
                </a:rPr>
                <a:t>5</a:t>
              </a:r>
              <a:endParaRPr lang="en-US" altLang="zh-CN" b="1" dirty="0">
                <a:latin typeface="Times New Roman" panose="02020603050405020304" pitchFamily="18" charset="0"/>
                <a:ea typeface="楷体_GB2312" pitchFamily="49" charset="-122"/>
              </a:endParaRPr>
            </a:p>
          </p:txBody>
        </p:sp>
        <p:sp>
          <p:nvSpPr>
            <p:cNvPr id="29749" name="Text Box 74"/>
            <p:cNvSpPr txBox="1"/>
            <p:nvPr/>
          </p:nvSpPr>
          <p:spPr>
            <a:xfrm>
              <a:off x="2976" y="3252"/>
              <a:ext cx="648" cy="357"/>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800" b="1" dirty="0">
                  <a:latin typeface="Times New Roman" panose="02020603050405020304" pitchFamily="18" charset="0"/>
                  <a:ea typeface="楷体_GB2312" pitchFamily="49" charset="-122"/>
                </a:rPr>
                <a:t>R</a:t>
              </a:r>
              <a:r>
                <a:rPr lang="en-US" altLang="zh-CN" sz="2800" b="1" baseline="-25000" dirty="0">
                  <a:latin typeface="Times New Roman" panose="02020603050405020304" pitchFamily="18" charset="0"/>
                  <a:ea typeface="楷体_GB2312" pitchFamily="49" charset="-122"/>
                </a:rPr>
                <a:t>3</a:t>
              </a:r>
              <a:endParaRPr lang="en-US" altLang="zh-CN" b="1" dirty="0">
                <a:latin typeface="Times New Roman" panose="02020603050405020304" pitchFamily="18" charset="0"/>
                <a:ea typeface="楷体_GB2312" pitchFamily="49" charset="-122"/>
              </a:endParaRPr>
            </a:p>
          </p:txBody>
        </p:sp>
        <p:sp>
          <p:nvSpPr>
            <p:cNvPr id="29750" name="Text Box 75"/>
            <p:cNvSpPr txBox="1"/>
            <p:nvPr/>
          </p:nvSpPr>
          <p:spPr>
            <a:xfrm>
              <a:off x="3420" y="1728"/>
              <a:ext cx="624" cy="358"/>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800" b="1" dirty="0">
                  <a:latin typeface="Times New Roman" panose="02020603050405020304" pitchFamily="18" charset="0"/>
                  <a:ea typeface="楷体_GB2312" pitchFamily="49" charset="-122"/>
                </a:rPr>
                <a:t>T</a:t>
              </a:r>
              <a:r>
                <a:rPr lang="en-US" altLang="zh-CN" sz="2800" b="1" baseline="-25000" dirty="0">
                  <a:latin typeface="Times New Roman" panose="02020603050405020304" pitchFamily="18" charset="0"/>
                  <a:ea typeface="楷体_GB2312" pitchFamily="49" charset="-122"/>
                </a:rPr>
                <a:t>3</a:t>
              </a:r>
              <a:endParaRPr lang="en-US" altLang="zh-CN" sz="2800" b="1" dirty="0">
                <a:latin typeface="Times New Roman" panose="02020603050405020304" pitchFamily="18" charset="0"/>
                <a:ea typeface="楷体_GB2312" pitchFamily="49" charset="-122"/>
              </a:endParaRPr>
            </a:p>
          </p:txBody>
        </p:sp>
        <p:sp>
          <p:nvSpPr>
            <p:cNvPr id="29751" name="Text Box 76"/>
            <p:cNvSpPr txBox="1"/>
            <p:nvPr/>
          </p:nvSpPr>
          <p:spPr>
            <a:xfrm>
              <a:off x="4068" y="1968"/>
              <a:ext cx="420" cy="358"/>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800" b="1" dirty="0">
                  <a:latin typeface="Times New Roman" panose="02020603050405020304" pitchFamily="18" charset="0"/>
                  <a:ea typeface="楷体_GB2312" pitchFamily="49" charset="-122"/>
                </a:rPr>
                <a:t>T</a:t>
              </a:r>
              <a:r>
                <a:rPr lang="en-US" altLang="zh-CN" sz="2800" b="1" baseline="-25000" dirty="0">
                  <a:latin typeface="Times New Roman" panose="02020603050405020304" pitchFamily="18" charset="0"/>
                  <a:ea typeface="楷体_GB2312" pitchFamily="49" charset="-122"/>
                </a:rPr>
                <a:t>4</a:t>
              </a:r>
              <a:endParaRPr lang="en-US" altLang="zh-CN" b="1" dirty="0">
                <a:latin typeface="Times New Roman" panose="02020603050405020304" pitchFamily="18" charset="0"/>
                <a:ea typeface="楷体_GB2312" pitchFamily="49" charset="-122"/>
              </a:endParaRPr>
            </a:p>
          </p:txBody>
        </p:sp>
        <p:sp>
          <p:nvSpPr>
            <p:cNvPr id="29752" name="Text Box 77"/>
            <p:cNvSpPr txBox="1"/>
            <p:nvPr/>
          </p:nvSpPr>
          <p:spPr>
            <a:xfrm>
              <a:off x="1620" y="2112"/>
              <a:ext cx="456" cy="399"/>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b="1" dirty="0">
                  <a:latin typeface="Times New Roman" panose="02020603050405020304" pitchFamily="18" charset="0"/>
                  <a:ea typeface="楷体_GB2312" pitchFamily="49" charset="-122"/>
                </a:rPr>
                <a:t>T</a:t>
              </a:r>
              <a:r>
                <a:rPr lang="en-US" altLang="zh-CN" b="1" baseline="-25000" dirty="0">
                  <a:latin typeface="Times New Roman" panose="02020603050405020304" pitchFamily="18" charset="0"/>
                  <a:ea typeface="楷体_GB2312" pitchFamily="49" charset="-122"/>
                </a:rPr>
                <a:t>1</a:t>
              </a:r>
              <a:endParaRPr lang="en-US" altLang="zh-CN" b="1" dirty="0">
                <a:latin typeface="Times New Roman" panose="02020603050405020304" pitchFamily="18" charset="0"/>
                <a:ea typeface="楷体_GB2312" pitchFamily="49" charset="-122"/>
              </a:endParaRPr>
            </a:p>
          </p:txBody>
        </p:sp>
        <p:sp>
          <p:nvSpPr>
            <p:cNvPr id="29753" name="Text Box 78"/>
            <p:cNvSpPr txBox="1"/>
            <p:nvPr/>
          </p:nvSpPr>
          <p:spPr>
            <a:xfrm>
              <a:off x="4080" y="2844"/>
              <a:ext cx="420" cy="357"/>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800" b="1" dirty="0">
                  <a:latin typeface="Times New Roman" panose="02020603050405020304" pitchFamily="18" charset="0"/>
                  <a:ea typeface="楷体_GB2312" pitchFamily="49" charset="-122"/>
                </a:rPr>
                <a:t>T</a:t>
              </a:r>
              <a:r>
                <a:rPr lang="en-US" altLang="zh-CN" sz="2800" b="1" baseline="-25000" dirty="0">
                  <a:latin typeface="Times New Roman" panose="02020603050405020304" pitchFamily="18" charset="0"/>
                  <a:ea typeface="楷体_GB2312" pitchFamily="49" charset="-122"/>
                </a:rPr>
                <a:t>5</a:t>
              </a:r>
              <a:endParaRPr lang="en-US" altLang="zh-CN" b="1" dirty="0">
                <a:latin typeface="Times New Roman" panose="02020603050405020304" pitchFamily="18" charset="0"/>
                <a:ea typeface="楷体_GB2312" pitchFamily="49" charset="-122"/>
              </a:endParaRPr>
            </a:p>
          </p:txBody>
        </p:sp>
        <p:sp>
          <p:nvSpPr>
            <p:cNvPr id="29754" name="Text Box 79"/>
            <p:cNvSpPr txBox="1"/>
            <p:nvPr/>
          </p:nvSpPr>
          <p:spPr>
            <a:xfrm>
              <a:off x="1788" y="1572"/>
              <a:ext cx="504" cy="358"/>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800" b="1" dirty="0">
                  <a:latin typeface="Times New Roman" panose="02020603050405020304" pitchFamily="18" charset="0"/>
                  <a:ea typeface="楷体_GB2312" pitchFamily="49" charset="-122"/>
                </a:rPr>
                <a:t>b</a:t>
              </a:r>
              <a:r>
                <a:rPr lang="en-US" altLang="zh-CN" sz="2800" b="1" baseline="-25000" dirty="0">
                  <a:latin typeface="Times New Roman" panose="02020603050405020304" pitchFamily="18" charset="0"/>
                  <a:ea typeface="楷体_GB2312" pitchFamily="49" charset="-122"/>
                </a:rPr>
                <a:t>1</a:t>
              </a:r>
              <a:endParaRPr lang="en-US" altLang="zh-CN" b="1" dirty="0">
                <a:latin typeface="Times New Roman" panose="02020603050405020304" pitchFamily="18" charset="0"/>
                <a:ea typeface="楷体_GB2312" pitchFamily="49" charset="-122"/>
              </a:endParaRPr>
            </a:p>
          </p:txBody>
        </p:sp>
        <p:sp>
          <p:nvSpPr>
            <p:cNvPr id="29755" name="Text Box 80"/>
            <p:cNvSpPr txBox="1"/>
            <p:nvPr/>
          </p:nvSpPr>
          <p:spPr>
            <a:xfrm>
              <a:off x="2064" y="1752"/>
              <a:ext cx="636" cy="400"/>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b="1" dirty="0">
                  <a:latin typeface="Times New Roman" panose="02020603050405020304" pitchFamily="18" charset="0"/>
                  <a:ea typeface="楷体_GB2312" pitchFamily="49" charset="-122"/>
                </a:rPr>
                <a:t>c</a:t>
              </a:r>
              <a:r>
                <a:rPr lang="en-US" altLang="zh-CN" b="1" baseline="-25000" dirty="0">
                  <a:latin typeface="Times New Roman" panose="02020603050405020304" pitchFamily="18" charset="0"/>
                  <a:ea typeface="楷体_GB2312" pitchFamily="49" charset="-122"/>
                </a:rPr>
                <a:t>1</a:t>
              </a:r>
              <a:endParaRPr lang="en-US" altLang="zh-CN" b="1" dirty="0">
                <a:latin typeface="Times New Roman" panose="02020603050405020304" pitchFamily="18" charset="0"/>
                <a:ea typeface="楷体_GB2312" pitchFamily="49" charset="-122"/>
              </a:endParaRPr>
            </a:p>
          </p:txBody>
        </p:sp>
        <p:sp>
          <p:nvSpPr>
            <p:cNvPr id="29756" name="Text Box 81"/>
            <p:cNvSpPr txBox="1"/>
            <p:nvPr/>
          </p:nvSpPr>
          <p:spPr>
            <a:xfrm>
              <a:off x="436" y="1897"/>
              <a:ext cx="444" cy="357"/>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800" b="1" dirty="0">
                  <a:latin typeface="Times New Roman" panose="02020603050405020304" pitchFamily="18" charset="0"/>
                  <a:ea typeface="楷体_GB2312" pitchFamily="49" charset="-122"/>
                </a:rPr>
                <a:t>A</a:t>
              </a:r>
              <a:endParaRPr lang="en-US" altLang="zh-CN" sz="2800" b="1" dirty="0">
                <a:latin typeface="Times New Roman" panose="02020603050405020304" pitchFamily="18" charset="0"/>
                <a:ea typeface="楷体_GB2312" pitchFamily="49" charset="-122"/>
              </a:endParaRPr>
            </a:p>
          </p:txBody>
        </p:sp>
        <p:sp>
          <p:nvSpPr>
            <p:cNvPr id="29757" name="Text Box 82"/>
            <p:cNvSpPr txBox="1"/>
            <p:nvPr/>
          </p:nvSpPr>
          <p:spPr>
            <a:xfrm>
              <a:off x="436" y="2149"/>
              <a:ext cx="444" cy="358"/>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800" b="1" dirty="0">
                  <a:latin typeface="Times New Roman" panose="02020603050405020304" pitchFamily="18" charset="0"/>
                  <a:ea typeface="楷体_GB2312" pitchFamily="49" charset="-122"/>
                </a:rPr>
                <a:t>B</a:t>
              </a:r>
              <a:endParaRPr lang="en-US" altLang="zh-CN" sz="2800" b="1" dirty="0">
                <a:latin typeface="Times New Roman" panose="02020603050405020304" pitchFamily="18" charset="0"/>
                <a:ea typeface="楷体_GB2312" pitchFamily="49" charset="-122"/>
              </a:endParaRPr>
            </a:p>
          </p:txBody>
        </p:sp>
      </p:grpSp>
      <p:sp>
        <p:nvSpPr>
          <p:cNvPr id="2" name="矩形 1"/>
          <p:cNvSpPr/>
          <p:nvPr/>
        </p:nvSpPr>
        <p:spPr>
          <a:xfrm>
            <a:off x="3649663" y="3627438"/>
            <a:ext cx="838200" cy="927100"/>
          </a:xfrm>
          <a:prstGeom prst="rect">
            <a:avLst/>
          </a:prstGeom>
          <a:solidFill>
            <a:srgbClr val="FF0000">
              <a:alpha val="27000"/>
            </a:srgbClr>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p:nvPr/>
        </p:nvGrpSpPr>
        <p:grpSpPr>
          <a:xfrm>
            <a:off x="2473325" y="1147763"/>
            <a:ext cx="3567113" cy="685800"/>
            <a:chOff x="1536" y="1392"/>
            <a:chExt cx="2247" cy="432"/>
          </a:xfrm>
        </p:grpSpPr>
        <p:sp>
          <p:nvSpPr>
            <p:cNvPr id="30724" name="Rectangle 5"/>
            <p:cNvSpPr/>
            <p:nvPr/>
          </p:nvSpPr>
          <p:spPr>
            <a:xfrm>
              <a:off x="1920" y="1392"/>
              <a:ext cx="768" cy="432"/>
            </a:xfrm>
            <a:prstGeom prst="rect">
              <a:avLst/>
            </a:prstGeom>
            <a:noFill/>
            <a:ln w="28575" cap="flat" cmpd="sng">
              <a:solidFill>
                <a:schemeClr val="hlink"/>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30725" name="Rectangle 6"/>
            <p:cNvSpPr/>
            <p:nvPr/>
          </p:nvSpPr>
          <p:spPr>
            <a:xfrm>
              <a:off x="2688" y="1392"/>
              <a:ext cx="768" cy="432"/>
            </a:xfrm>
            <a:prstGeom prst="rect">
              <a:avLst/>
            </a:prstGeom>
            <a:noFill/>
            <a:ln w="28575" cap="flat" cmpd="sng">
              <a:solidFill>
                <a:schemeClr val="hlink"/>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800" dirty="0">
                <a:latin typeface="Times New Roman" panose="02020603050405020304" pitchFamily="18" charset="0"/>
              </a:endParaRPr>
            </a:p>
          </p:txBody>
        </p:sp>
        <p:sp>
          <p:nvSpPr>
            <p:cNvPr id="30726" name="Text Box 7"/>
            <p:cNvSpPr txBox="1"/>
            <p:nvPr/>
          </p:nvSpPr>
          <p:spPr>
            <a:xfrm>
              <a:off x="2928" y="1440"/>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2800" b="1" dirty="0">
                  <a:latin typeface="Times New Roman" panose="02020603050405020304" pitchFamily="18" charset="0"/>
                </a:rPr>
                <a:t>N</a:t>
              </a:r>
              <a:endParaRPr lang="en-US" altLang="zh-CN" sz="2800" b="1" dirty="0">
                <a:latin typeface="Times New Roman" panose="02020603050405020304" pitchFamily="18" charset="0"/>
              </a:endParaRPr>
            </a:p>
          </p:txBody>
        </p:sp>
        <p:sp>
          <p:nvSpPr>
            <p:cNvPr id="30727" name="Text Box 8"/>
            <p:cNvSpPr txBox="1"/>
            <p:nvPr/>
          </p:nvSpPr>
          <p:spPr>
            <a:xfrm>
              <a:off x="2208" y="1440"/>
              <a:ext cx="288"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50000"/>
                </a:spcBef>
                <a:buClrTx/>
                <a:buSzTx/>
                <a:buFontTx/>
                <a:buNone/>
              </a:pPr>
              <a:r>
                <a:rPr lang="en-US" altLang="zh-CN" sz="2800" b="1" dirty="0">
                  <a:latin typeface="Times New Roman" panose="02020603050405020304" pitchFamily="18" charset="0"/>
                </a:rPr>
                <a:t>P</a:t>
              </a:r>
              <a:endParaRPr lang="en-US" altLang="zh-CN" sz="2800" b="1" dirty="0">
                <a:latin typeface="Times New Roman" panose="02020603050405020304" pitchFamily="18" charset="0"/>
              </a:endParaRPr>
            </a:p>
          </p:txBody>
        </p:sp>
        <p:sp>
          <p:nvSpPr>
            <p:cNvPr id="30728" name="Line 9"/>
            <p:cNvSpPr/>
            <p:nvPr/>
          </p:nvSpPr>
          <p:spPr>
            <a:xfrm flipH="1">
              <a:off x="1536" y="1605"/>
              <a:ext cx="384" cy="0"/>
            </a:xfrm>
            <a:prstGeom prst="line">
              <a:avLst/>
            </a:prstGeom>
            <a:ln w="28575" cap="flat" cmpd="sng">
              <a:solidFill>
                <a:schemeClr val="hlink"/>
              </a:solidFill>
              <a:prstDash val="solid"/>
              <a:headEnd type="none" w="med" len="med"/>
              <a:tailEnd type="none" w="med" len="med"/>
            </a:ln>
          </p:spPr>
        </p:sp>
        <p:sp>
          <p:nvSpPr>
            <p:cNvPr id="30729" name="Line 10"/>
            <p:cNvSpPr/>
            <p:nvPr/>
          </p:nvSpPr>
          <p:spPr>
            <a:xfrm>
              <a:off x="3447" y="1611"/>
              <a:ext cx="336" cy="0"/>
            </a:xfrm>
            <a:prstGeom prst="line">
              <a:avLst/>
            </a:prstGeom>
            <a:ln w="28575" cap="flat" cmpd="sng">
              <a:solidFill>
                <a:schemeClr val="hlink"/>
              </a:solidFill>
              <a:prstDash val="solid"/>
              <a:headEnd type="none" w="med" len="med"/>
              <a:tailEnd type="none" w="med" len="med"/>
            </a:ln>
          </p:spPr>
        </p:sp>
      </p:grpSp>
      <p:grpSp>
        <p:nvGrpSpPr>
          <p:cNvPr id="15" name="组合 1"/>
          <p:cNvGrpSpPr/>
          <p:nvPr/>
        </p:nvGrpSpPr>
        <p:grpSpPr bwMode="auto">
          <a:xfrm>
            <a:off x="1030288" y="2541588"/>
            <a:ext cx="6705600" cy="3836987"/>
            <a:chOff x="1979613" y="2708275"/>
            <a:chExt cx="6705600" cy="3836988"/>
          </a:xfrm>
        </p:grpSpPr>
        <p:grpSp>
          <p:nvGrpSpPr>
            <p:cNvPr id="16" name="Group 7"/>
            <p:cNvGrpSpPr/>
            <p:nvPr/>
          </p:nvGrpSpPr>
          <p:grpSpPr bwMode="auto">
            <a:xfrm>
              <a:off x="1979613" y="2708275"/>
              <a:ext cx="6705600" cy="3836988"/>
              <a:chOff x="1248" y="1728"/>
              <a:chExt cx="4224" cy="2417"/>
            </a:xfrm>
          </p:grpSpPr>
          <p:pic>
            <p:nvPicPr>
              <p:cNvPr id="18"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48" y="1728"/>
                <a:ext cx="4224" cy="24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Text Box 9"/>
              <p:cNvSpPr txBox="1">
                <a:spLocks noChangeArrowheads="1"/>
              </p:cNvSpPr>
              <p:nvPr/>
            </p:nvSpPr>
            <p:spPr bwMode="auto">
              <a:xfrm>
                <a:off x="1776" y="1776"/>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P</a:t>
                </a:r>
                <a:endParaRPr lang="en-US" altLang="zh-CN" sz="2000" b="1">
                  <a:latin typeface="Times New Roman" panose="02020603050405020304" pitchFamily="18" charset="0"/>
                </a:endParaRPr>
              </a:p>
            </p:txBody>
          </p:sp>
          <p:sp>
            <p:nvSpPr>
              <p:cNvPr id="20" name="Text Box 10"/>
              <p:cNvSpPr txBox="1">
                <a:spLocks noChangeArrowheads="1"/>
              </p:cNvSpPr>
              <p:nvPr/>
            </p:nvSpPr>
            <p:spPr bwMode="auto">
              <a:xfrm>
                <a:off x="4608" y="1776"/>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en-US" altLang="zh-CN" sz="2000" b="1">
                    <a:latin typeface="Times New Roman" panose="02020603050405020304" pitchFamily="18" charset="0"/>
                  </a:rPr>
                  <a:t>N</a:t>
                </a:r>
                <a:endParaRPr lang="en-US" altLang="zh-CN" sz="2000" b="1">
                  <a:latin typeface="Times New Roman" panose="02020603050405020304" pitchFamily="18" charset="0"/>
                </a:endParaRPr>
              </a:p>
            </p:txBody>
          </p:sp>
        </p:grpSp>
        <p:sp>
          <p:nvSpPr>
            <p:cNvPr id="17" name="AutoShape 11"/>
            <p:cNvSpPr>
              <a:spLocks noChangeArrowheads="1"/>
            </p:cNvSpPr>
            <p:nvPr/>
          </p:nvSpPr>
          <p:spPr bwMode="auto">
            <a:xfrm>
              <a:off x="4419600" y="4038600"/>
              <a:ext cx="2819400" cy="76200"/>
            </a:xfrm>
            <a:prstGeom prst="leftArrow">
              <a:avLst>
                <a:gd name="adj1" fmla="val 50000"/>
                <a:gd name="adj2" fmla="val 925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800">
                <a:latin typeface="Times New Roman" panose="02020603050405020304" pitchFamily="18" charset="0"/>
              </a:endParaRPr>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500" fill="hold"/>
                                        <p:tgtEl>
                                          <p:spTgt spid="15"/>
                                        </p:tgtEl>
                                        <p:attrNameLst>
                                          <p:attrName>ppt_x</p:attrName>
                                        </p:attrNameLst>
                                      </p:cBhvr>
                                      <p:tavLst>
                                        <p:tav tm="0">
                                          <p:val>
                                            <p:strVal val="#ppt_x"/>
                                          </p:val>
                                        </p:tav>
                                        <p:tav tm="100000">
                                          <p:val>
                                            <p:strVal val="#ppt_x"/>
                                          </p:val>
                                        </p:tav>
                                      </p:tavLst>
                                    </p:anim>
                                    <p:anim calcmode="lin" valueType="num">
                                      <p:cBhvr additive="base">
                                        <p:cTn id="13"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组合 64"/>
          <p:cNvGrpSpPr/>
          <p:nvPr/>
        </p:nvGrpSpPr>
        <p:grpSpPr>
          <a:xfrm>
            <a:off x="3248026" y="1032637"/>
            <a:ext cx="5773957" cy="5543325"/>
            <a:chOff x="3716338" y="1089025"/>
            <a:chExt cx="5029200" cy="4895850"/>
          </a:xfrm>
          <a:noFill/>
        </p:grpSpPr>
        <p:pic>
          <p:nvPicPr>
            <p:cNvPr id="66" name="Picture 4"/>
            <p:cNvPicPr>
              <a:picLocks noChangeAspect="1" noChangeArrowheads="1"/>
            </p:cNvPicPr>
            <p:nvPr/>
          </p:nvPicPr>
          <p:blipFill>
            <a:blip r:embed="rId1"/>
            <a:srcRect/>
            <a:stretch>
              <a:fillRect/>
            </a:stretch>
          </p:blipFill>
          <p:spPr bwMode="auto">
            <a:xfrm>
              <a:off x="3716338" y="1089025"/>
              <a:ext cx="5029200" cy="4895850"/>
            </a:xfrm>
            <a:prstGeom prst="rect">
              <a:avLst/>
            </a:prstGeom>
            <a:grpFill/>
            <a:ln>
              <a:noFill/>
            </a:ln>
          </p:spPr>
        </p:pic>
        <p:pic>
          <p:nvPicPr>
            <p:cNvPr id="67" name="Picture 5"/>
            <p:cNvPicPr>
              <a:picLocks noChangeAspect="1" noChangeArrowheads="1"/>
            </p:cNvPicPr>
            <p:nvPr/>
          </p:nvPicPr>
          <p:blipFill>
            <a:blip r:embed="rId2"/>
            <a:srcRect/>
            <a:stretch>
              <a:fillRect/>
            </a:stretch>
          </p:blipFill>
          <p:spPr bwMode="auto">
            <a:xfrm>
              <a:off x="5743575" y="3429000"/>
              <a:ext cx="1319213" cy="2108200"/>
            </a:xfrm>
            <a:prstGeom prst="rect">
              <a:avLst/>
            </a:prstGeom>
            <a:grpFill/>
            <a:ln>
              <a:noFill/>
            </a:ln>
          </p:spPr>
        </p:pic>
        <p:pic>
          <p:nvPicPr>
            <p:cNvPr id="68" name="Picture 6"/>
            <p:cNvPicPr>
              <a:picLocks noChangeAspect="1" noChangeArrowheads="1"/>
            </p:cNvPicPr>
            <p:nvPr/>
          </p:nvPicPr>
          <p:blipFill>
            <a:blip r:embed="rId3"/>
            <a:srcRect/>
            <a:stretch>
              <a:fillRect/>
            </a:stretch>
          </p:blipFill>
          <p:spPr bwMode="auto">
            <a:xfrm>
              <a:off x="4400550" y="2895600"/>
              <a:ext cx="2209800" cy="714375"/>
            </a:xfrm>
            <a:prstGeom prst="rect">
              <a:avLst/>
            </a:prstGeom>
            <a:grpFill/>
            <a:ln>
              <a:noFill/>
            </a:ln>
          </p:spPr>
        </p:pic>
        <p:pic>
          <p:nvPicPr>
            <p:cNvPr id="69" name="Picture 7"/>
            <p:cNvPicPr>
              <a:picLocks noChangeAspect="1" noChangeArrowheads="1"/>
            </p:cNvPicPr>
            <p:nvPr/>
          </p:nvPicPr>
          <p:blipFill>
            <a:blip r:embed="rId4"/>
            <a:srcRect/>
            <a:stretch>
              <a:fillRect/>
            </a:stretch>
          </p:blipFill>
          <p:spPr bwMode="auto">
            <a:xfrm>
              <a:off x="5938838" y="1114425"/>
              <a:ext cx="762000" cy="2006600"/>
            </a:xfrm>
            <a:prstGeom prst="rect">
              <a:avLst/>
            </a:prstGeom>
            <a:grpFill/>
            <a:ln>
              <a:noFill/>
            </a:ln>
          </p:spPr>
        </p:pic>
        <p:pic>
          <p:nvPicPr>
            <p:cNvPr id="70" name="Picture 8"/>
            <p:cNvPicPr>
              <a:picLocks noChangeAspect="1" noChangeArrowheads="1"/>
            </p:cNvPicPr>
            <p:nvPr/>
          </p:nvPicPr>
          <p:blipFill>
            <a:blip r:embed="rId5"/>
            <a:srcRect/>
            <a:stretch>
              <a:fillRect/>
            </a:stretch>
          </p:blipFill>
          <p:spPr bwMode="auto">
            <a:xfrm>
              <a:off x="5438775" y="1828800"/>
              <a:ext cx="606425" cy="1257300"/>
            </a:xfrm>
            <a:prstGeom prst="rect">
              <a:avLst/>
            </a:prstGeom>
            <a:grpFill/>
            <a:ln>
              <a:noFill/>
            </a:ln>
          </p:spPr>
        </p:pic>
        <p:pic>
          <p:nvPicPr>
            <p:cNvPr id="71" name="Picture 9"/>
            <p:cNvPicPr>
              <a:picLocks noChangeAspect="1" noChangeArrowheads="1"/>
            </p:cNvPicPr>
            <p:nvPr/>
          </p:nvPicPr>
          <p:blipFill>
            <a:blip r:embed="rId6"/>
            <a:srcRect/>
            <a:stretch>
              <a:fillRect/>
            </a:stretch>
          </p:blipFill>
          <p:spPr bwMode="auto">
            <a:xfrm>
              <a:off x="5257800" y="1905000"/>
              <a:ext cx="1536700" cy="2819400"/>
            </a:xfrm>
            <a:prstGeom prst="rect">
              <a:avLst/>
            </a:prstGeom>
            <a:grpFill/>
            <a:ln>
              <a:noFill/>
            </a:ln>
          </p:spPr>
        </p:pic>
      </p:grpSp>
      <p:pic>
        <p:nvPicPr>
          <p:cNvPr id="72"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2638" y="4370388"/>
            <a:ext cx="2209800" cy="156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nvGrpSpPr>
          <p:cNvPr id="73" name="Group 8"/>
          <p:cNvGrpSpPr/>
          <p:nvPr/>
        </p:nvGrpSpPr>
        <p:grpSpPr bwMode="auto">
          <a:xfrm>
            <a:off x="102008" y="2042486"/>
            <a:ext cx="4244975" cy="1984375"/>
            <a:chOff x="144" y="1056"/>
            <a:chExt cx="2674" cy="1250"/>
          </a:xfrm>
        </p:grpSpPr>
        <p:sp>
          <p:nvSpPr>
            <p:cNvPr id="74" name="Oval 9"/>
            <p:cNvSpPr>
              <a:spLocks noChangeArrowheads="1"/>
            </p:cNvSpPr>
            <p:nvPr/>
          </p:nvSpPr>
          <p:spPr bwMode="auto">
            <a:xfrm>
              <a:off x="2493" y="1540"/>
              <a:ext cx="53" cy="57"/>
            </a:xfrm>
            <a:prstGeom prst="ellipse">
              <a:avLst/>
            </a:prstGeom>
            <a:noFill/>
            <a:ln w="1587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ndParaRPr>
            </a:p>
          </p:txBody>
        </p:sp>
        <p:sp>
          <p:nvSpPr>
            <p:cNvPr id="75" name="Oval 10"/>
            <p:cNvSpPr>
              <a:spLocks noChangeArrowheads="1"/>
            </p:cNvSpPr>
            <p:nvPr/>
          </p:nvSpPr>
          <p:spPr bwMode="auto">
            <a:xfrm>
              <a:off x="452" y="1555"/>
              <a:ext cx="53" cy="57"/>
            </a:xfrm>
            <a:prstGeom prst="ellipse">
              <a:avLst/>
            </a:prstGeom>
            <a:noFill/>
            <a:ln w="1587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ndParaRPr>
            </a:p>
          </p:txBody>
        </p:sp>
        <p:sp>
          <p:nvSpPr>
            <p:cNvPr id="76" name="Rectangle 11"/>
            <p:cNvSpPr>
              <a:spLocks noChangeArrowheads="1"/>
            </p:cNvSpPr>
            <p:nvPr/>
          </p:nvSpPr>
          <p:spPr bwMode="auto">
            <a:xfrm>
              <a:off x="320" y="1484"/>
              <a:ext cx="6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300" i="1">
                  <a:solidFill>
                    <a:srgbClr val="FFFFFF"/>
                  </a:solidFill>
                  <a:latin typeface="Times New Roman" panose="02020603050405020304" pitchFamily="18" charset="0"/>
                </a:rPr>
                <a:t>-</a:t>
              </a:r>
              <a:endParaRPr lang="en-US" altLang="zh-CN" sz="2400" b="1">
                <a:latin typeface="Times New Roman" panose="02020603050405020304" pitchFamily="18" charset="0"/>
              </a:endParaRPr>
            </a:p>
          </p:txBody>
        </p:sp>
        <p:sp>
          <p:nvSpPr>
            <p:cNvPr id="77" name="Line 12"/>
            <p:cNvSpPr>
              <a:spLocks noChangeShapeType="1"/>
            </p:cNvSpPr>
            <p:nvPr/>
          </p:nvSpPr>
          <p:spPr bwMode="auto">
            <a:xfrm flipV="1">
              <a:off x="1400" y="1962"/>
              <a:ext cx="1" cy="3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8" name="Oval 13"/>
            <p:cNvSpPr>
              <a:spLocks noChangeArrowheads="1"/>
            </p:cNvSpPr>
            <p:nvPr/>
          </p:nvSpPr>
          <p:spPr bwMode="auto">
            <a:xfrm>
              <a:off x="1374" y="2000"/>
              <a:ext cx="53" cy="57"/>
            </a:xfrm>
            <a:prstGeom prst="ellipse">
              <a:avLst/>
            </a:prstGeom>
            <a:noFill/>
            <a:ln w="1587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ndParaRPr>
            </a:p>
          </p:txBody>
        </p:sp>
        <p:sp>
          <p:nvSpPr>
            <p:cNvPr id="79" name="Rectangle 14"/>
            <p:cNvSpPr>
              <a:spLocks noChangeArrowheads="1"/>
            </p:cNvSpPr>
            <p:nvPr/>
          </p:nvSpPr>
          <p:spPr bwMode="auto">
            <a:xfrm>
              <a:off x="1256" y="1773"/>
              <a:ext cx="6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300" i="1">
                  <a:solidFill>
                    <a:srgbClr val="FFFFFF"/>
                  </a:solidFill>
                  <a:latin typeface="Times New Roman" panose="02020603050405020304" pitchFamily="18" charset="0"/>
                </a:rPr>
                <a:t>-</a:t>
              </a:r>
              <a:endParaRPr lang="en-US" altLang="zh-CN" sz="2400" b="1">
                <a:latin typeface="Times New Roman" panose="02020603050405020304" pitchFamily="18" charset="0"/>
              </a:endParaRPr>
            </a:p>
          </p:txBody>
        </p:sp>
        <p:sp>
          <p:nvSpPr>
            <p:cNvPr id="80" name="Rectangle 15"/>
            <p:cNvSpPr>
              <a:spLocks noChangeArrowheads="1"/>
            </p:cNvSpPr>
            <p:nvPr/>
          </p:nvSpPr>
          <p:spPr bwMode="auto">
            <a:xfrm>
              <a:off x="778" y="1294"/>
              <a:ext cx="1423" cy="523"/>
            </a:xfrm>
            <a:prstGeom prst="rect">
              <a:avLst/>
            </a:prstGeom>
            <a:noFill/>
            <a:ln w="46038">
              <a:solidFill>
                <a:srgbClr val="8000FF"/>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800">
                <a:latin typeface="Times New Roman" panose="02020603050405020304" pitchFamily="18" charset="0"/>
              </a:endParaRPr>
            </a:p>
          </p:txBody>
        </p:sp>
        <p:sp>
          <p:nvSpPr>
            <p:cNvPr id="81" name="Line 16"/>
            <p:cNvSpPr>
              <a:spLocks noChangeShapeType="1"/>
            </p:cNvSpPr>
            <p:nvPr/>
          </p:nvSpPr>
          <p:spPr bwMode="auto">
            <a:xfrm flipH="1">
              <a:off x="1242" y="1283"/>
              <a:ext cx="0" cy="540"/>
            </a:xfrm>
            <a:prstGeom prst="line">
              <a:avLst/>
            </a:prstGeom>
            <a:noFill/>
            <a:ln w="46038">
              <a:solidFill>
                <a:srgbClr val="8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 name="Line 17"/>
            <p:cNvSpPr>
              <a:spLocks noChangeShapeType="1"/>
            </p:cNvSpPr>
            <p:nvPr/>
          </p:nvSpPr>
          <p:spPr bwMode="auto">
            <a:xfrm>
              <a:off x="1648" y="1294"/>
              <a:ext cx="1" cy="518"/>
            </a:xfrm>
            <a:prstGeom prst="line">
              <a:avLst/>
            </a:prstGeom>
            <a:noFill/>
            <a:ln w="46038">
              <a:solidFill>
                <a:srgbClr val="8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 name="Line 18"/>
            <p:cNvSpPr>
              <a:spLocks noChangeShapeType="1"/>
            </p:cNvSpPr>
            <p:nvPr/>
          </p:nvSpPr>
          <p:spPr bwMode="auto">
            <a:xfrm flipH="1">
              <a:off x="2201" y="1579"/>
              <a:ext cx="274" cy="1"/>
            </a:xfrm>
            <a:prstGeom prst="line">
              <a:avLst/>
            </a:prstGeom>
            <a:noFill/>
            <a:ln w="15875">
              <a:solidFill>
                <a:srgbClr val="8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 name="Line 19"/>
            <p:cNvSpPr>
              <a:spLocks noChangeShapeType="1"/>
            </p:cNvSpPr>
            <p:nvPr/>
          </p:nvSpPr>
          <p:spPr bwMode="auto">
            <a:xfrm>
              <a:off x="511" y="1579"/>
              <a:ext cx="273" cy="1"/>
            </a:xfrm>
            <a:prstGeom prst="line">
              <a:avLst/>
            </a:prstGeom>
            <a:noFill/>
            <a:ln w="15875">
              <a:solidFill>
                <a:srgbClr val="8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5" name="Line 20"/>
            <p:cNvSpPr>
              <a:spLocks noChangeShapeType="1"/>
            </p:cNvSpPr>
            <p:nvPr/>
          </p:nvSpPr>
          <p:spPr bwMode="auto">
            <a:xfrm>
              <a:off x="1400" y="1821"/>
              <a:ext cx="1" cy="141"/>
            </a:xfrm>
            <a:prstGeom prst="line">
              <a:avLst/>
            </a:prstGeom>
            <a:noFill/>
            <a:ln w="15875">
              <a:solidFill>
                <a:srgbClr val="8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 name="Rectangle 21"/>
            <p:cNvSpPr>
              <a:spLocks noChangeArrowheads="1"/>
            </p:cNvSpPr>
            <p:nvPr/>
          </p:nvSpPr>
          <p:spPr bwMode="auto">
            <a:xfrm>
              <a:off x="965" y="1358"/>
              <a:ext cx="13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400" b="1">
                  <a:solidFill>
                    <a:srgbClr val="FF0080"/>
                  </a:solidFill>
                  <a:latin typeface="Times New Roman" panose="02020603050405020304" pitchFamily="18" charset="0"/>
                </a:rPr>
                <a:t>N</a:t>
              </a:r>
              <a:endParaRPr lang="en-US" altLang="zh-CN" sz="2400" b="1">
                <a:latin typeface="Times New Roman" panose="02020603050405020304" pitchFamily="18" charset="0"/>
              </a:endParaRPr>
            </a:p>
          </p:txBody>
        </p:sp>
        <p:sp>
          <p:nvSpPr>
            <p:cNvPr id="87" name="Rectangle 22"/>
            <p:cNvSpPr>
              <a:spLocks noChangeArrowheads="1"/>
            </p:cNvSpPr>
            <p:nvPr/>
          </p:nvSpPr>
          <p:spPr bwMode="auto">
            <a:xfrm>
              <a:off x="1877" y="1389"/>
              <a:ext cx="13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400" b="1">
                  <a:solidFill>
                    <a:srgbClr val="FF0080"/>
                  </a:solidFill>
                  <a:latin typeface="Times New Roman" panose="02020603050405020304" pitchFamily="18" charset="0"/>
                </a:rPr>
                <a:t>N</a:t>
              </a:r>
              <a:endParaRPr lang="en-US" altLang="zh-CN" sz="2400" b="1">
                <a:latin typeface="Times New Roman" panose="02020603050405020304" pitchFamily="18" charset="0"/>
              </a:endParaRPr>
            </a:p>
          </p:txBody>
        </p:sp>
        <p:sp>
          <p:nvSpPr>
            <p:cNvPr id="88" name="Rectangle 23"/>
            <p:cNvSpPr>
              <a:spLocks noChangeArrowheads="1"/>
            </p:cNvSpPr>
            <p:nvPr/>
          </p:nvSpPr>
          <p:spPr bwMode="auto">
            <a:xfrm>
              <a:off x="1391" y="1358"/>
              <a:ext cx="11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400" b="1">
                  <a:solidFill>
                    <a:srgbClr val="FF0080"/>
                  </a:solidFill>
                  <a:latin typeface="Times New Roman" panose="02020603050405020304" pitchFamily="18" charset="0"/>
                </a:rPr>
                <a:t>P</a:t>
              </a:r>
              <a:endParaRPr lang="en-US" altLang="zh-CN" sz="2400" b="1">
                <a:latin typeface="Times New Roman" panose="02020603050405020304" pitchFamily="18" charset="0"/>
              </a:endParaRPr>
            </a:p>
          </p:txBody>
        </p:sp>
        <p:sp>
          <p:nvSpPr>
            <p:cNvPr id="89" name="Rectangle 24"/>
            <p:cNvSpPr>
              <a:spLocks noChangeArrowheads="1"/>
            </p:cNvSpPr>
            <p:nvPr/>
          </p:nvSpPr>
          <p:spPr bwMode="auto">
            <a:xfrm>
              <a:off x="821" y="1604"/>
              <a:ext cx="40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700">
                  <a:solidFill>
                    <a:srgbClr val="400000"/>
                  </a:solidFill>
                  <a:latin typeface="Times New Roman" panose="02020603050405020304" pitchFamily="18" charset="0"/>
                </a:rPr>
                <a:t>发射区</a:t>
              </a:r>
              <a:endParaRPr lang="zh-CN" altLang="en-US" sz="2400" b="1">
                <a:latin typeface="Times New Roman" panose="02020603050405020304" pitchFamily="18" charset="0"/>
              </a:endParaRPr>
            </a:p>
          </p:txBody>
        </p:sp>
        <p:sp>
          <p:nvSpPr>
            <p:cNvPr id="90" name="Rectangle 25"/>
            <p:cNvSpPr>
              <a:spLocks noChangeArrowheads="1"/>
            </p:cNvSpPr>
            <p:nvPr/>
          </p:nvSpPr>
          <p:spPr bwMode="auto">
            <a:xfrm>
              <a:off x="1741" y="1627"/>
              <a:ext cx="40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700">
                  <a:solidFill>
                    <a:srgbClr val="400000"/>
                  </a:solidFill>
                  <a:latin typeface="Times New Roman" panose="02020603050405020304" pitchFamily="18" charset="0"/>
                </a:rPr>
                <a:t>集电区</a:t>
              </a:r>
              <a:endParaRPr lang="zh-CN" altLang="en-US" sz="2400" b="1">
                <a:latin typeface="Times New Roman" panose="02020603050405020304" pitchFamily="18" charset="0"/>
              </a:endParaRPr>
            </a:p>
          </p:txBody>
        </p:sp>
        <p:sp>
          <p:nvSpPr>
            <p:cNvPr id="91" name="Rectangle 26"/>
            <p:cNvSpPr>
              <a:spLocks noChangeArrowheads="1"/>
            </p:cNvSpPr>
            <p:nvPr/>
          </p:nvSpPr>
          <p:spPr bwMode="auto">
            <a:xfrm>
              <a:off x="1344" y="1627"/>
              <a:ext cx="27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700">
                  <a:solidFill>
                    <a:srgbClr val="400000"/>
                  </a:solidFill>
                  <a:latin typeface="Times New Roman" panose="02020603050405020304" pitchFamily="18" charset="0"/>
                </a:rPr>
                <a:t>基区</a:t>
              </a:r>
              <a:endParaRPr lang="zh-CN" altLang="en-US" sz="2400" b="1">
                <a:latin typeface="Times New Roman" panose="02020603050405020304" pitchFamily="18" charset="0"/>
              </a:endParaRPr>
            </a:p>
          </p:txBody>
        </p:sp>
        <p:sp>
          <p:nvSpPr>
            <p:cNvPr id="92" name="Rectangle 27"/>
            <p:cNvSpPr>
              <a:spLocks noChangeArrowheads="1"/>
            </p:cNvSpPr>
            <p:nvPr/>
          </p:nvSpPr>
          <p:spPr bwMode="auto">
            <a:xfrm>
              <a:off x="1027" y="1056"/>
              <a:ext cx="45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900">
                  <a:solidFill>
                    <a:srgbClr val="0000FF"/>
                  </a:solidFill>
                  <a:latin typeface="Times New Roman" panose="02020603050405020304" pitchFamily="18" charset="0"/>
                </a:rPr>
                <a:t>发射结</a:t>
              </a:r>
              <a:endParaRPr lang="zh-CN" altLang="en-US" sz="2400" b="1">
                <a:latin typeface="Times New Roman" panose="02020603050405020304" pitchFamily="18" charset="0"/>
              </a:endParaRPr>
            </a:p>
          </p:txBody>
        </p:sp>
        <p:sp>
          <p:nvSpPr>
            <p:cNvPr id="93" name="Rectangle 28"/>
            <p:cNvSpPr>
              <a:spLocks noChangeArrowheads="1"/>
            </p:cNvSpPr>
            <p:nvPr/>
          </p:nvSpPr>
          <p:spPr bwMode="auto">
            <a:xfrm>
              <a:off x="1517" y="1056"/>
              <a:ext cx="45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900">
                  <a:solidFill>
                    <a:srgbClr val="0000FF"/>
                  </a:solidFill>
                  <a:latin typeface="Times New Roman" panose="02020603050405020304" pitchFamily="18" charset="0"/>
                </a:rPr>
                <a:t>集电结</a:t>
              </a:r>
              <a:endParaRPr lang="zh-CN" altLang="en-US" sz="2400" b="1">
                <a:latin typeface="Times New Roman" panose="02020603050405020304" pitchFamily="18" charset="0"/>
              </a:endParaRPr>
            </a:p>
          </p:txBody>
        </p:sp>
        <p:sp>
          <p:nvSpPr>
            <p:cNvPr id="94" name="Rectangle 29"/>
            <p:cNvSpPr>
              <a:spLocks noChangeArrowheads="1"/>
            </p:cNvSpPr>
            <p:nvPr/>
          </p:nvSpPr>
          <p:spPr bwMode="auto">
            <a:xfrm>
              <a:off x="286" y="1389"/>
              <a:ext cx="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400">
                  <a:solidFill>
                    <a:srgbClr val="FF0000"/>
                  </a:solidFill>
                  <a:latin typeface="Times New Roman" panose="02020603050405020304" pitchFamily="18" charset="0"/>
                </a:rPr>
                <a:t>e</a:t>
              </a:r>
              <a:endParaRPr lang="en-US" altLang="zh-CN" sz="2400" b="1">
                <a:latin typeface="Times New Roman" panose="02020603050405020304" pitchFamily="18" charset="0"/>
              </a:endParaRPr>
            </a:p>
          </p:txBody>
        </p:sp>
        <p:sp>
          <p:nvSpPr>
            <p:cNvPr id="95" name="Rectangle 30"/>
            <p:cNvSpPr>
              <a:spLocks noChangeArrowheads="1"/>
            </p:cNvSpPr>
            <p:nvPr/>
          </p:nvSpPr>
          <p:spPr bwMode="auto">
            <a:xfrm>
              <a:off x="2598" y="1389"/>
              <a:ext cx="8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400">
                  <a:solidFill>
                    <a:srgbClr val="FF0000"/>
                  </a:solidFill>
                  <a:latin typeface="Times New Roman" panose="02020603050405020304" pitchFamily="18" charset="0"/>
                </a:rPr>
                <a:t>c</a:t>
              </a:r>
              <a:endParaRPr lang="en-US" altLang="zh-CN" sz="2400" b="1">
                <a:latin typeface="Times New Roman" panose="02020603050405020304" pitchFamily="18" charset="0"/>
              </a:endParaRPr>
            </a:p>
          </p:txBody>
        </p:sp>
        <p:sp>
          <p:nvSpPr>
            <p:cNvPr id="96" name="Rectangle 31"/>
            <p:cNvSpPr>
              <a:spLocks noChangeArrowheads="1"/>
            </p:cNvSpPr>
            <p:nvPr/>
          </p:nvSpPr>
          <p:spPr bwMode="auto">
            <a:xfrm>
              <a:off x="1407" y="2076"/>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400">
                  <a:solidFill>
                    <a:srgbClr val="FF0000"/>
                  </a:solidFill>
                  <a:latin typeface="Times New Roman" panose="02020603050405020304" pitchFamily="18" charset="0"/>
                </a:rPr>
                <a:t>b</a:t>
              </a:r>
              <a:endParaRPr lang="en-US" altLang="zh-CN" sz="2400" b="1">
                <a:latin typeface="Times New Roman" panose="02020603050405020304" pitchFamily="18" charset="0"/>
              </a:endParaRPr>
            </a:p>
          </p:txBody>
        </p:sp>
        <p:sp>
          <p:nvSpPr>
            <p:cNvPr id="105" name="Rectangle 32"/>
            <p:cNvSpPr>
              <a:spLocks noChangeArrowheads="1"/>
            </p:cNvSpPr>
            <p:nvPr/>
          </p:nvSpPr>
          <p:spPr bwMode="auto">
            <a:xfrm>
              <a:off x="144" y="1651"/>
              <a:ext cx="45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900">
                  <a:solidFill>
                    <a:srgbClr val="FF0000"/>
                  </a:solidFill>
                  <a:latin typeface="Times New Roman" panose="02020603050405020304" pitchFamily="18" charset="0"/>
                </a:rPr>
                <a:t>发射极</a:t>
              </a:r>
              <a:endParaRPr lang="zh-CN" altLang="en-US" sz="2400" b="1">
                <a:latin typeface="Times New Roman" panose="02020603050405020304" pitchFamily="18" charset="0"/>
              </a:endParaRPr>
            </a:p>
          </p:txBody>
        </p:sp>
        <p:sp>
          <p:nvSpPr>
            <p:cNvPr id="106" name="Rectangle 33"/>
            <p:cNvSpPr>
              <a:spLocks noChangeArrowheads="1"/>
            </p:cNvSpPr>
            <p:nvPr/>
          </p:nvSpPr>
          <p:spPr bwMode="auto">
            <a:xfrm>
              <a:off x="2362" y="1627"/>
              <a:ext cx="45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900">
                  <a:solidFill>
                    <a:srgbClr val="FF0000"/>
                  </a:solidFill>
                  <a:latin typeface="Times New Roman" panose="02020603050405020304" pitchFamily="18" charset="0"/>
                </a:rPr>
                <a:t>集电极</a:t>
              </a:r>
              <a:endParaRPr lang="zh-CN" altLang="en-US" sz="2400" b="1">
                <a:latin typeface="Times New Roman" panose="02020603050405020304" pitchFamily="18" charset="0"/>
              </a:endParaRPr>
            </a:p>
          </p:txBody>
        </p:sp>
        <p:sp>
          <p:nvSpPr>
            <p:cNvPr id="107" name="Rectangle 34"/>
            <p:cNvSpPr>
              <a:spLocks noChangeArrowheads="1"/>
            </p:cNvSpPr>
            <p:nvPr/>
          </p:nvSpPr>
          <p:spPr bwMode="auto">
            <a:xfrm>
              <a:off x="1506" y="1959"/>
              <a:ext cx="304"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900">
                  <a:solidFill>
                    <a:srgbClr val="FF0000"/>
                  </a:solidFill>
                  <a:latin typeface="Times New Roman" panose="02020603050405020304" pitchFamily="18" charset="0"/>
                </a:rPr>
                <a:t>基极</a:t>
              </a:r>
              <a:endParaRPr lang="zh-CN" altLang="en-US" sz="2400" b="1">
                <a:latin typeface="Times New Roman" panose="02020603050405020304" pitchFamily="18" charset="0"/>
              </a:endParaRPr>
            </a:p>
          </p:txBody>
        </p:sp>
        <p:sp>
          <p:nvSpPr>
            <p:cNvPr id="108" name="Line 35"/>
            <p:cNvSpPr>
              <a:spLocks noChangeShapeType="1"/>
            </p:cNvSpPr>
            <p:nvPr/>
          </p:nvSpPr>
          <p:spPr bwMode="auto">
            <a:xfrm>
              <a:off x="1311" y="1294"/>
              <a:ext cx="0" cy="523"/>
            </a:xfrm>
            <a:prstGeom prst="line">
              <a:avLst/>
            </a:prstGeom>
            <a:noFill/>
            <a:ln w="46038">
              <a:solidFill>
                <a:srgbClr val="8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9" name="Line 36"/>
            <p:cNvSpPr>
              <a:spLocks noChangeShapeType="1"/>
            </p:cNvSpPr>
            <p:nvPr/>
          </p:nvSpPr>
          <p:spPr bwMode="auto">
            <a:xfrm>
              <a:off x="1712" y="1294"/>
              <a:ext cx="1" cy="538"/>
            </a:xfrm>
            <a:prstGeom prst="line">
              <a:avLst/>
            </a:prstGeom>
            <a:noFill/>
            <a:ln w="46038">
              <a:solidFill>
                <a:srgbClr val="8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 name="Line 37"/>
            <p:cNvSpPr>
              <a:spLocks noChangeShapeType="1"/>
            </p:cNvSpPr>
            <p:nvPr/>
          </p:nvSpPr>
          <p:spPr bwMode="auto">
            <a:xfrm flipV="1">
              <a:off x="1248" y="1344"/>
              <a:ext cx="48" cy="48"/>
            </a:xfrm>
            <a:prstGeom prst="line">
              <a:avLst/>
            </a:prstGeom>
            <a:noFill/>
            <a:ln w="635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 name="Line 38"/>
            <p:cNvSpPr>
              <a:spLocks noChangeShapeType="1"/>
            </p:cNvSpPr>
            <p:nvPr/>
          </p:nvSpPr>
          <p:spPr bwMode="auto">
            <a:xfrm flipV="1">
              <a:off x="1248" y="1392"/>
              <a:ext cx="48" cy="48"/>
            </a:xfrm>
            <a:prstGeom prst="line">
              <a:avLst/>
            </a:prstGeom>
            <a:noFill/>
            <a:ln w="635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 name="Line 39"/>
            <p:cNvSpPr>
              <a:spLocks noChangeShapeType="1"/>
            </p:cNvSpPr>
            <p:nvPr/>
          </p:nvSpPr>
          <p:spPr bwMode="auto">
            <a:xfrm flipV="1">
              <a:off x="1248" y="1440"/>
              <a:ext cx="48" cy="48"/>
            </a:xfrm>
            <a:prstGeom prst="line">
              <a:avLst/>
            </a:prstGeom>
            <a:noFill/>
            <a:ln w="635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 name="Line 40"/>
            <p:cNvSpPr>
              <a:spLocks noChangeShapeType="1"/>
            </p:cNvSpPr>
            <p:nvPr/>
          </p:nvSpPr>
          <p:spPr bwMode="auto">
            <a:xfrm flipV="1">
              <a:off x="1248" y="1488"/>
              <a:ext cx="48" cy="48"/>
            </a:xfrm>
            <a:prstGeom prst="line">
              <a:avLst/>
            </a:prstGeom>
            <a:noFill/>
            <a:ln w="635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4" name="Line 41"/>
            <p:cNvSpPr>
              <a:spLocks noChangeShapeType="1"/>
            </p:cNvSpPr>
            <p:nvPr/>
          </p:nvSpPr>
          <p:spPr bwMode="auto">
            <a:xfrm flipV="1">
              <a:off x="1248" y="1536"/>
              <a:ext cx="48" cy="48"/>
            </a:xfrm>
            <a:prstGeom prst="line">
              <a:avLst/>
            </a:prstGeom>
            <a:noFill/>
            <a:ln w="635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5" name="Line 42"/>
            <p:cNvSpPr>
              <a:spLocks noChangeShapeType="1"/>
            </p:cNvSpPr>
            <p:nvPr/>
          </p:nvSpPr>
          <p:spPr bwMode="auto">
            <a:xfrm flipV="1">
              <a:off x="1248" y="1584"/>
              <a:ext cx="48" cy="48"/>
            </a:xfrm>
            <a:prstGeom prst="line">
              <a:avLst/>
            </a:prstGeom>
            <a:noFill/>
            <a:ln w="635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6" name="Line 43"/>
            <p:cNvSpPr>
              <a:spLocks noChangeShapeType="1"/>
            </p:cNvSpPr>
            <p:nvPr/>
          </p:nvSpPr>
          <p:spPr bwMode="auto">
            <a:xfrm flipV="1">
              <a:off x="1248" y="1632"/>
              <a:ext cx="48" cy="48"/>
            </a:xfrm>
            <a:prstGeom prst="line">
              <a:avLst/>
            </a:prstGeom>
            <a:noFill/>
            <a:ln w="635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7" name="Line 44"/>
            <p:cNvSpPr>
              <a:spLocks noChangeShapeType="1"/>
            </p:cNvSpPr>
            <p:nvPr/>
          </p:nvSpPr>
          <p:spPr bwMode="auto">
            <a:xfrm flipV="1">
              <a:off x="1248" y="1680"/>
              <a:ext cx="48" cy="48"/>
            </a:xfrm>
            <a:prstGeom prst="line">
              <a:avLst/>
            </a:prstGeom>
            <a:noFill/>
            <a:ln w="635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8" name="Line 45"/>
            <p:cNvSpPr>
              <a:spLocks noChangeShapeType="1"/>
            </p:cNvSpPr>
            <p:nvPr/>
          </p:nvSpPr>
          <p:spPr bwMode="auto">
            <a:xfrm flipV="1">
              <a:off x="1248" y="1728"/>
              <a:ext cx="48" cy="48"/>
            </a:xfrm>
            <a:prstGeom prst="line">
              <a:avLst/>
            </a:prstGeom>
            <a:noFill/>
            <a:ln w="635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19" name="Group 46"/>
            <p:cNvGrpSpPr/>
            <p:nvPr/>
          </p:nvGrpSpPr>
          <p:grpSpPr bwMode="auto">
            <a:xfrm>
              <a:off x="1668" y="1320"/>
              <a:ext cx="48" cy="432"/>
              <a:chOff x="2640" y="2016"/>
              <a:chExt cx="48" cy="432"/>
            </a:xfrm>
          </p:grpSpPr>
          <p:sp>
            <p:nvSpPr>
              <p:cNvPr id="120" name="Line 47"/>
              <p:cNvSpPr>
                <a:spLocks noChangeShapeType="1"/>
              </p:cNvSpPr>
              <p:nvPr/>
            </p:nvSpPr>
            <p:spPr bwMode="auto">
              <a:xfrm flipV="1">
                <a:off x="2640" y="2016"/>
                <a:ext cx="48" cy="48"/>
              </a:xfrm>
              <a:prstGeom prst="line">
                <a:avLst/>
              </a:prstGeom>
              <a:noFill/>
              <a:ln w="635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1" name="Line 48"/>
              <p:cNvSpPr>
                <a:spLocks noChangeShapeType="1"/>
              </p:cNvSpPr>
              <p:nvPr/>
            </p:nvSpPr>
            <p:spPr bwMode="auto">
              <a:xfrm flipV="1">
                <a:off x="2640" y="2064"/>
                <a:ext cx="48" cy="48"/>
              </a:xfrm>
              <a:prstGeom prst="line">
                <a:avLst/>
              </a:prstGeom>
              <a:noFill/>
              <a:ln w="635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2" name="Line 49"/>
              <p:cNvSpPr>
                <a:spLocks noChangeShapeType="1"/>
              </p:cNvSpPr>
              <p:nvPr/>
            </p:nvSpPr>
            <p:spPr bwMode="auto">
              <a:xfrm flipV="1">
                <a:off x="2640" y="2112"/>
                <a:ext cx="48" cy="48"/>
              </a:xfrm>
              <a:prstGeom prst="line">
                <a:avLst/>
              </a:prstGeom>
              <a:noFill/>
              <a:ln w="635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3" name="Line 50"/>
              <p:cNvSpPr>
                <a:spLocks noChangeShapeType="1"/>
              </p:cNvSpPr>
              <p:nvPr/>
            </p:nvSpPr>
            <p:spPr bwMode="auto">
              <a:xfrm flipV="1">
                <a:off x="2640" y="2160"/>
                <a:ext cx="48" cy="48"/>
              </a:xfrm>
              <a:prstGeom prst="line">
                <a:avLst/>
              </a:prstGeom>
              <a:noFill/>
              <a:ln w="635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4" name="Line 51"/>
              <p:cNvSpPr>
                <a:spLocks noChangeShapeType="1"/>
              </p:cNvSpPr>
              <p:nvPr/>
            </p:nvSpPr>
            <p:spPr bwMode="auto">
              <a:xfrm flipV="1">
                <a:off x="2640" y="2208"/>
                <a:ext cx="48" cy="48"/>
              </a:xfrm>
              <a:prstGeom prst="line">
                <a:avLst/>
              </a:prstGeom>
              <a:noFill/>
              <a:ln w="635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5" name="Line 52"/>
              <p:cNvSpPr>
                <a:spLocks noChangeShapeType="1"/>
              </p:cNvSpPr>
              <p:nvPr/>
            </p:nvSpPr>
            <p:spPr bwMode="auto">
              <a:xfrm flipV="1">
                <a:off x="2640" y="2256"/>
                <a:ext cx="48" cy="48"/>
              </a:xfrm>
              <a:prstGeom prst="line">
                <a:avLst/>
              </a:prstGeom>
              <a:noFill/>
              <a:ln w="635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6" name="Line 53"/>
              <p:cNvSpPr>
                <a:spLocks noChangeShapeType="1"/>
              </p:cNvSpPr>
              <p:nvPr/>
            </p:nvSpPr>
            <p:spPr bwMode="auto">
              <a:xfrm flipV="1">
                <a:off x="2640" y="2304"/>
                <a:ext cx="48" cy="48"/>
              </a:xfrm>
              <a:prstGeom prst="line">
                <a:avLst/>
              </a:prstGeom>
              <a:noFill/>
              <a:ln w="635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7" name="Line 54"/>
              <p:cNvSpPr>
                <a:spLocks noChangeShapeType="1"/>
              </p:cNvSpPr>
              <p:nvPr/>
            </p:nvSpPr>
            <p:spPr bwMode="auto">
              <a:xfrm flipV="1">
                <a:off x="2640" y="2352"/>
                <a:ext cx="48" cy="48"/>
              </a:xfrm>
              <a:prstGeom prst="line">
                <a:avLst/>
              </a:prstGeom>
              <a:noFill/>
              <a:ln w="635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8" name="Line 55"/>
              <p:cNvSpPr>
                <a:spLocks noChangeShapeType="1"/>
              </p:cNvSpPr>
              <p:nvPr/>
            </p:nvSpPr>
            <p:spPr bwMode="auto">
              <a:xfrm flipV="1">
                <a:off x="2640" y="2400"/>
                <a:ext cx="48" cy="48"/>
              </a:xfrm>
              <a:prstGeom prst="line">
                <a:avLst/>
              </a:prstGeom>
              <a:noFill/>
              <a:ln w="635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29" name="Group 4"/>
          <p:cNvGrpSpPr/>
          <p:nvPr/>
        </p:nvGrpSpPr>
        <p:grpSpPr bwMode="auto">
          <a:xfrm>
            <a:off x="244475" y="998538"/>
            <a:ext cx="3567113" cy="685800"/>
            <a:chOff x="1536" y="1392"/>
            <a:chExt cx="2247" cy="432"/>
          </a:xfrm>
        </p:grpSpPr>
        <p:sp>
          <p:nvSpPr>
            <p:cNvPr id="130" name="Rectangle 5"/>
            <p:cNvSpPr>
              <a:spLocks noChangeArrowheads="1"/>
            </p:cNvSpPr>
            <p:nvPr/>
          </p:nvSpPr>
          <p:spPr bwMode="auto">
            <a:xfrm>
              <a:off x="1920" y="1392"/>
              <a:ext cx="768" cy="432"/>
            </a:xfrm>
            <a:prstGeom prst="rect">
              <a:avLst/>
            </a:prstGeom>
            <a:noFill/>
            <a:ln w="28575">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800">
                <a:latin typeface="Times New Roman" panose="02020603050405020304" pitchFamily="18" charset="0"/>
              </a:endParaRPr>
            </a:p>
          </p:txBody>
        </p:sp>
        <p:sp>
          <p:nvSpPr>
            <p:cNvPr id="131" name="Rectangle 6"/>
            <p:cNvSpPr>
              <a:spLocks noChangeArrowheads="1"/>
            </p:cNvSpPr>
            <p:nvPr/>
          </p:nvSpPr>
          <p:spPr bwMode="auto">
            <a:xfrm>
              <a:off x="2688" y="1392"/>
              <a:ext cx="768" cy="432"/>
            </a:xfrm>
            <a:prstGeom prst="rect">
              <a:avLst/>
            </a:prstGeom>
            <a:noFill/>
            <a:ln w="28575">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800">
                <a:latin typeface="Times New Roman" panose="02020603050405020304" pitchFamily="18" charset="0"/>
              </a:endParaRPr>
            </a:p>
          </p:txBody>
        </p:sp>
        <p:sp>
          <p:nvSpPr>
            <p:cNvPr id="132" name="Text Box 7"/>
            <p:cNvSpPr txBox="1">
              <a:spLocks noChangeArrowheads="1"/>
            </p:cNvSpPr>
            <p:nvPr/>
          </p:nvSpPr>
          <p:spPr bwMode="auto">
            <a:xfrm>
              <a:off x="2928" y="1440"/>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en-US" altLang="zh-CN" sz="2800" b="1">
                  <a:latin typeface="Times New Roman" panose="02020603050405020304" pitchFamily="18" charset="0"/>
                </a:rPr>
                <a:t>N</a:t>
              </a:r>
              <a:endParaRPr lang="en-US" altLang="zh-CN" sz="2800" b="1">
                <a:latin typeface="Times New Roman" panose="02020603050405020304" pitchFamily="18" charset="0"/>
              </a:endParaRPr>
            </a:p>
          </p:txBody>
        </p:sp>
        <p:sp>
          <p:nvSpPr>
            <p:cNvPr id="133" name="Text Box 8"/>
            <p:cNvSpPr txBox="1">
              <a:spLocks noChangeArrowheads="1"/>
            </p:cNvSpPr>
            <p:nvPr/>
          </p:nvSpPr>
          <p:spPr bwMode="auto">
            <a:xfrm>
              <a:off x="2208" y="1440"/>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en-US" altLang="zh-CN" sz="2800" b="1">
                  <a:latin typeface="Times New Roman" panose="02020603050405020304" pitchFamily="18" charset="0"/>
                </a:rPr>
                <a:t>P</a:t>
              </a:r>
              <a:endParaRPr lang="en-US" altLang="zh-CN" sz="2800" b="1">
                <a:latin typeface="Times New Roman" panose="02020603050405020304" pitchFamily="18" charset="0"/>
              </a:endParaRPr>
            </a:p>
          </p:txBody>
        </p:sp>
        <p:sp>
          <p:nvSpPr>
            <p:cNvPr id="134" name="Line 9"/>
            <p:cNvSpPr>
              <a:spLocks noChangeShapeType="1"/>
            </p:cNvSpPr>
            <p:nvPr/>
          </p:nvSpPr>
          <p:spPr bwMode="auto">
            <a:xfrm flipH="1">
              <a:off x="1536" y="1605"/>
              <a:ext cx="384"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 name="Line 10"/>
            <p:cNvSpPr>
              <a:spLocks noChangeShapeType="1"/>
            </p:cNvSpPr>
            <p:nvPr/>
          </p:nvSpPr>
          <p:spPr bwMode="auto">
            <a:xfrm>
              <a:off x="3447" y="1611"/>
              <a:ext cx="336"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blinds(horizontal)">
                                      <p:cBhvr>
                                        <p:cTn id="7" dur="500"/>
                                        <p:tgtEl>
                                          <p:spTgt spid="7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2"/>
                                        </p:tgtEl>
                                        <p:attrNameLst>
                                          <p:attrName>style.visibility</p:attrName>
                                        </p:attrNameLst>
                                      </p:cBhvr>
                                      <p:to>
                                        <p:strVal val="visible"/>
                                      </p:to>
                                    </p:set>
                                    <p:animEffect transition="in" filter="blinds(horizontal)">
                                      <p:cBhvr>
                                        <p:cTn id="12" dur="500"/>
                                        <p:tgtEl>
                                          <p:spTgt spid="72"/>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fade">
                                      <p:cBhvr>
                                        <p:cTn id="17" dur="1000"/>
                                        <p:tgtEl>
                                          <p:spTgt spid="65"/>
                                        </p:tgtEl>
                                      </p:cBhvr>
                                    </p:animEffect>
                                    <p:anim calcmode="lin" valueType="num">
                                      <p:cBhvr>
                                        <p:cTn id="18" dur="1000" fill="hold"/>
                                        <p:tgtEl>
                                          <p:spTgt spid="65"/>
                                        </p:tgtEl>
                                        <p:attrNameLst>
                                          <p:attrName>ppt_x</p:attrName>
                                        </p:attrNameLst>
                                      </p:cBhvr>
                                      <p:tavLst>
                                        <p:tav tm="0">
                                          <p:val>
                                            <p:strVal val="#ppt_x"/>
                                          </p:val>
                                        </p:tav>
                                        <p:tav tm="100000">
                                          <p:val>
                                            <p:strVal val="#ppt_x"/>
                                          </p:val>
                                        </p:tav>
                                      </p:tavLst>
                                    </p:anim>
                                    <p:anim calcmode="lin" valueType="num">
                                      <p:cBhvr>
                                        <p:cTn id="19" dur="1000" fill="hold"/>
                                        <p:tgtEl>
                                          <p:spTgt spid="6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p:nvPr/>
        </p:nvGrpSpPr>
        <p:grpSpPr>
          <a:xfrm>
            <a:off x="29210" y="603885"/>
            <a:ext cx="5212080" cy="2970530"/>
            <a:chOff x="436" y="660"/>
            <a:chExt cx="5132" cy="3366"/>
          </a:xfrm>
        </p:grpSpPr>
        <p:grpSp>
          <p:nvGrpSpPr>
            <p:cNvPr id="32772" name="Group 4"/>
            <p:cNvGrpSpPr/>
            <p:nvPr/>
          </p:nvGrpSpPr>
          <p:grpSpPr>
            <a:xfrm>
              <a:off x="1236" y="1524"/>
              <a:ext cx="1392" cy="612"/>
              <a:chOff x="984" y="1260"/>
              <a:chExt cx="1392" cy="612"/>
            </a:xfrm>
          </p:grpSpPr>
          <p:sp>
            <p:nvSpPr>
              <p:cNvPr id="32841" name="Line 5"/>
              <p:cNvSpPr/>
              <p:nvPr/>
            </p:nvSpPr>
            <p:spPr>
              <a:xfrm>
                <a:off x="1140" y="1632"/>
                <a:ext cx="600" cy="0"/>
              </a:xfrm>
              <a:prstGeom prst="line">
                <a:avLst/>
              </a:prstGeom>
              <a:ln w="57150" cap="flat" cmpd="sng">
                <a:solidFill>
                  <a:schemeClr val="tx1"/>
                </a:solidFill>
                <a:prstDash val="solid"/>
                <a:headEnd type="none" w="med" len="med"/>
                <a:tailEnd type="none" w="sm" len="lg"/>
              </a:ln>
            </p:spPr>
          </p:sp>
          <p:sp>
            <p:nvSpPr>
              <p:cNvPr id="32842" name="Line 6"/>
              <p:cNvSpPr/>
              <p:nvPr/>
            </p:nvSpPr>
            <p:spPr>
              <a:xfrm flipV="1">
                <a:off x="1524" y="1260"/>
                <a:ext cx="0" cy="372"/>
              </a:xfrm>
              <a:prstGeom prst="line">
                <a:avLst/>
              </a:prstGeom>
              <a:ln w="38100" cap="flat" cmpd="sng">
                <a:solidFill>
                  <a:schemeClr val="tx1"/>
                </a:solidFill>
                <a:prstDash val="solid"/>
                <a:headEnd type="none" w="med" len="med"/>
                <a:tailEnd type="none" w="sm" len="lg"/>
              </a:ln>
            </p:spPr>
          </p:sp>
          <p:sp>
            <p:nvSpPr>
              <p:cNvPr id="32843" name="Line 8"/>
              <p:cNvSpPr/>
              <p:nvPr/>
            </p:nvSpPr>
            <p:spPr>
              <a:xfrm flipH="1">
                <a:off x="1128" y="1632"/>
                <a:ext cx="240" cy="240"/>
              </a:xfrm>
              <a:prstGeom prst="line">
                <a:avLst/>
              </a:prstGeom>
              <a:ln w="38100" cap="flat" cmpd="sng">
                <a:solidFill>
                  <a:schemeClr val="tx1"/>
                </a:solidFill>
                <a:prstDash val="solid"/>
                <a:headEnd type="none" w="med" len="med"/>
                <a:tailEnd type="triangle" w="sm" len="lg"/>
              </a:ln>
            </p:spPr>
          </p:sp>
          <p:sp>
            <p:nvSpPr>
              <p:cNvPr id="32844" name="Line 9"/>
              <p:cNvSpPr/>
              <p:nvPr/>
            </p:nvSpPr>
            <p:spPr>
              <a:xfrm flipH="1">
                <a:off x="984" y="1632"/>
                <a:ext cx="240" cy="240"/>
              </a:xfrm>
              <a:prstGeom prst="line">
                <a:avLst/>
              </a:prstGeom>
              <a:ln w="38100" cap="flat" cmpd="sng">
                <a:solidFill>
                  <a:schemeClr val="tx1"/>
                </a:solidFill>
                <a:prstDash val="solid"/>
                <a:headEnd type="none" w="med" len="med"/>
                <a:tailEnd type="triangle" w="sm" len="lg"/>
              </a:ln>
            </p:spPr>
          </p:sp>
          <p:sp>
            <p:nvSpPr>
              <p:cNvPr id="32845" name="Line 10"/>
              <p:cNvSpPr/>
              <p:nvPr/>
            </p:nvSpPr>
            <p:spPr>
              <a:xfrm>
                <a:off x="1524" y="1632"/>
                <a:ext cx="312" cy="223"/>
              </a:xfrm>
              <a:prstGeom prst="line">
                <a:avLst/>
              </a:prstGeom>
              <a:ln w="38100" cap="flat" cmpd="sng">
                <a:solidFill>
                  <a:schemeClr val="tx1"/>
                </a:solidFill>
                <a:prstDash val="solid"/>
                <a:headEnd type="none" w="med" len="med"/>
                <a:tailEnd type="none" w="sm" len="lg"/>
              </a:ln>
            </p:spPr>
          </p:sp>
          <p:sp>
            <p:nvSpPr>
              <p:cNvPr id="32846" name="Line 11"/>
              <p:cNvSpPr/>
              <p:nvPr/>
            </p:nvSpPr>
            <p:spPr>
              <a:xfrm>
                <a:off x="1812" y="1855"/>
                <a:ext cx="564" cy="0"/>
              </a:xfrm>
              <a:prstGeom prst="line">
                <a:avLst/>
              </a:prstGeom>
              <a:ln w="38100" cap="flat" cmpd="sng">
                <a:solidFill>
                  <a:schemeClr val="tx1"/>
                </a:solidFill>
                <a:prstDash val="solid"/>
                <a:headEnd type="none" w="med" len="med"/>
                <a:tailEnd type="none" w="sm" len="lg"/>
              </a:ln>
            </p:spPr>
          </p:sp>
        </p:grpSp>
        <p:grpSp>
          <p:nvGrpSpPr>
            <p:cNvPr id="32773" name="Group 12"/>
            <p:cNvGrpSpPr/>
            <p:nvPr/>
          </p:nvGrpSpPr>
          <p:grpSpPr>
            <a:xfrm>
              <a:off x="2628" y="1908"/>
              <a:ext cx="240" cy="456"/>
              <a:chOff x="2376" y="1644"/>
              <a:chExt cx="240" cy="456"/>
            </a:xfrm>
          </p:grpSpPr>
          <p:sp>
            <p:nvSpPr>
              <p:cNvPr id="32838" name="Line 13"/>
              <p:cNvSpPr/>
              <p:nvPr/>
            </p:nvSpPr>
            <p:spPr>
              <a:xfrm>
                <a:off x="2376" y="1692"/>
                <a:ext cx="0" cy="336"/>
              </a:xfrm>
              <a:prstGeom prst="line">
                <a:avLst/>
              </a:prstGeom>
              <a:ln w="57150" cap="flat" cmpd="sng">
                <a:solidFill>
                  <a:schemeClr val="tx1"/>
                </a:solidFill>
                <a:prstDash val="solid"/>
                <a:headEnd type="none" w="med" len="med"/>
                <a:tailEnd type="none" w="sm" len="lg"/>
              </a:ln>
            </p:spPr>
          </p:sp>
          <p:sp>
            <p:nvSpPr>
              <p:cNvPr id="32839" name="Line 14"/>
              <p:cNvSpPr/>
              <p:nvPr/>
            </p:nvSpPr>
            <p:spPr>
              <a:xfrm rot="-5400000" flipH="1">
                <a:off x="2376" y="1860"/>
                <a:ext cx="240" cy="240"/>
              </a:xfrm>
              <a:prstGeom prst="line">
                <a:avLst/>
              </a:prstGeom>
              <a:ln w="38100" cap="flat" cmpd="sng">
                <a:solidFill>
                  <a:schemeClr val="tx1"/>
                </a:solidFill>
                <a:prstDash val="solid"/>
                <a:headEnd type="none" w="med" len="med"/>
                <a:tailEnd type="triangle" w="sm" len="lg"/>
              </a:ln>
            </p:spPr>
          </p:sp>
          <p:sp>
            <p:nvSpPr>
              <p:cNvPr id="32840" name="Line 15"/>
              <p:cNvSpPr/>
              <p:nvPr/>
            </p:nvSpPr>
            <p:spPr>
              <a:xfrm flipV="1">
                <a:off x="2376" y="1644"/>
                <a:ext cx="216" cy="211"/>
              </a:xfrm>
              <a:prstGeom prst="line">
                <a:avLst/>
              </a:prstGeom>
              <a:ln w="38100" cap="flat" cmpd="sng">
                <a:solidFill>
                  <a:schemeClr val="tx1"/>
                </a:solidFill>
                <a:prstDash val="solid"/>
                <a:headEnd type="none" w="med" len="med"/>
                <a:tailEnd type="none" w="sm" len="lg"/>
              </a:ln>
            </p:spPr>
          </p:sp>
        </p:grpSp>
        <p:grpSp>
          <p:nvGrpSpPr>
            <p:cNvPr id="32774" name="Group 16"/>
            <p:cNvGrpSpPr/>
            <p:nvPr/>
          </p:nvGrpSpPr>
          <p:grpSpPr>
            <a:xfrm>
              <a:off x="3312" y="1704"/>
              <a:ext cx="240" cy="456"/>
              <a:chOff x="2376" y="1644"/>
              <a:chExt cx="240" cy="456"/>
            </a:xfrm>
          </p:grpSpPr>
          <p:sp>
            <p:nvSpPr>
              <p:cNvPr id="32835" name="Line 17"/>
              <p:cNvSpPr/>
              <p:nvPr/>
            </p:nvSpPr>
            <p:spPr>
              <a:xfrm>
                <a:off x="2376" y="1692"/>
                <a:ext cx="0" cy="336"/>
              </a:xfrm>
              <a:prstGeom prst="line">
                <a:avLst/>
              </a:prstGeom>
              <a:ln w="38100" cap="flat" cmpd="sng">
                <a:solidFill>
                  <a:schemeClr val="tx1"/>
                </a:solidFill>
                <a:prstDash val="solid"/>
                <a:headEnd type="none" w="med" len="med"/>
                <a:tailEnd type="none" w="sm" len="lg"/>
              </a:ln>
            </p:spPr>
          </p:sp>
          <p:sp>
            <p:nvSpPr>
              <p:cNvPr id="32836" name="Line 18"/>
              <p:cNvSpPr/>
              <p:nvPr/>
            </p:nvSpPr>
            <p:spPr>
              <a:xfrm rot="-5400000" flipH="1">
                <a:off x="2376" y="1860"/>
                <a:ext cx="240" cy="240"/>
              </a:xfrm>
              <a:prstGeom prst="line">
                <a:avLst/>
              </a:prstGeom>
              <a:ln w="38100" cap="flat" cmpd="sng">
                <a:solidFill>
                  <a:schemeClr val="tx1"/>
                </a:solidFill>
                <a:prstDash val="solid"/>
                <a:headEnd type="none" w="med" len="med"/>
                <a:tailEnd type="triangle" w="sm" len="lg"/>
              </a:ln>
            </p:spPr>
          </p:sp>
          <p:sp>
            <p:nvSpPr>
              <p:cNvPr id="32837" name="Line 19"/>
              <p:cNvSpPr/>
              <p:nvPr/>
            </p:nvSpPr>
            <p:spPr>
              <a:xfrm flipV="1">
                <a:off x="2376" y="1644"/>
                <a:ext cx="216" cy="211"/>
              </a:xfrm>
              <a:prstGeom prst="line">
                <a:avLst/>
              </a:prstGeom>
              <a:ln w="38100" cap="flat" cmpd="sng">
                <a:solidFill>
                  <a:schemeClr val="tx1"/>
                </a:solidFill>
                <a:prstDash val="solid"/>
                <a:headEnd type="none" w="med" len="med"/>
                <a:tailEnd type="none" w="sm" len="lg"/>
              </a:ln>
            </p:spPr>
          </p:sp>
        </p:grpSp>
        <p:sp>
          <p:nvSpPr>
            <p:cNvPr id="32775" name="Line 20"/>
            <p:cNvSpPr/>
            <p:nvPr/>
          </p:nvSpPr>
          <p:spPr>
            <a:xfrm flipV="1">
              <a:off x="2842" y="1536"/>
              <a:ext cx="0" cy="372"/>
            </a:xfrm>
            <a:prstGeom prst="line">
              <a:avLst/>
            </a:prstGeom>
            <a:ln w="38100" cap="flat" cmpd="sng">
              <a:solidFill>
                <a:schemeClr val="tx1"/>
              </a:solidFill>
              <a:prstDash val="solid"/>
              <a:headEnd type="none" w="med" len="med"/>
              <a:tailEnd type="none" w="sm" len="lg"/>
            </a:ln>
          </p:spPr>
        </p:sp>
        <p:sp>
          <p:nvSpPr>
            <p:cNvPr id="32776" name="Rectangle 21"/>
            <p:cNvSpPr/>
            <p:nvPr/>
          </p:nvSpPr>
          <p:spPr>
            <a:xfrm>
              <a:off x="2788" y="3186"/>
              <a:ext cx="120" cy="420"/>
            </a:xfrm>
            <a:prstGeom prst="rect">
              <a:avLst/>
            </a:prstGeom>
            <a:noFill/>
            <a:ln w="38100" cap="flat" cmpd="sng">
              <a:solidFill>
                <a:schemeClr val="tx1"/>
              </a:solidFill>
              <a:prstDash val="solid"/>
              <a:miter/>
              <a:headEnd type="none" w="med" len="med"/>
              <a:tailEnd type="none" w="sm" len="lg"/>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1600" dirty="0">
                <a:latin typeface="Times New Roman" panose="02020603050405020304" pitchFamily="18" charset="0"/>
              </a:endParaRPr>
            </a:p>
          </p:txBody>
        </p:sp>
        <p:sp>
          <p:nvSpPr>
            <p:cNvPr id="8" name="Rectangle 22"/>
            <p:cNvSpPr>
              <a:spLocks noChangeArrowheads="1"/>
            </p:cNvSpPr>
            <p:nvPr/>
          </p:nvSpPr>
          <p:spPr bwMode="auto">
            <a:xfrm>
              <a:off x="1716" y="1099"/>
              <a:ext cx="119" cy="420"/>
            </a:xfrm>
            <a:prstGeom prst="rect">
              <a:avLst/>
            </a:prstGeom>
            <a:noFill/>
            <a:ln w="38100">
              <a:solidFill>
                <a:schemeClr val="tx1"/>
              </a:solidFill>
              <a:miter lim="800000"/>
              <a:tailEnd type="none" w="sm" len="lg"/>
            </a:ln>
            <a:effec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dirty="0">
                <a:ln>
                  <a:noFill/>
                </a:ln>
                <a:solidFill>
                  <a:schemeClr val="tx1"/>
                </a:solidFill>
                <a:effectLst/>
                <a:highlight>
                  <a:srgbClr val="FF0000"/>
                </a:highlight>
                <a:uLnTx/>
                <a:uFillTx/>
                <a:latin typeface="Times New Roman" panose="02020603050405020304" pitchFamily="18" charset="0"/>
                <a:ea typeface="宋体" panose="02010600030101010101" pitchFamily="2" charset="-122"/>
                <a:cs typeface="+mn-cs"/>
              </a:endParaRPr>
            </a:p>
          </p:txBody>
        </p:sp>
        <p:sp>
          <p:nvSpPr>
            <p:cNvPr id="32778" name="Rectangle 23"/>
            <p:cNvSpPr/>
            <p:nvPr/>
          </p:nvSpPr>
          <p:spPr>
            <a:xfrm>
              <a:off x="2782" y="1116"/>
              <a:ext cx="120" cy="420"/>
            </a:xfrm>
            <a:prstGeom prst="rect">
              <a:avLst/>
            </a:prstGeom>
            <a:noFill/>
            <a:ln w="38100" cap="flat" cmpd="sng">
              <a:solidFill>
                <a:schemeClr val="tx1"/>
              </a:solidFill>
              <a:prstDash val="solid"/>
              <a:miter/>
              <a:headEnd type="none" w="med" len="med"/>
              <a:tailEnd type="none" w="sm" len="lg"/>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1600" dirty="0">
                <a:latin typeface="Times New Roman" panose="02020603050405020304" pitchFamily="18" charset="0"/>
              </a:endParaRPr>
            </a:p>
          </p:txBody>
        </p:sp>
        <p:sp>
          <p:nvSpPr>
            <p:cNvPr id="32779" name="Line 24"/>
            <p:cNvSpPr/>
            <p:nvPr/>
          </p:nvSpPr>
          <p:spPr>
            <a:xfrm>
              <a:off x="1776" y="1092"/>
              <a:ext cx="0" cy="0"/>
            </a:xfrm>
            <a:prstGeom prst="line">
              <a:avLst/>
            </a:prstGeom>
            <a:ln w="38100" cap="flat" cmpd="sng">
              <a:solidFill>
                <a:schemeClr val="tx1"/>
              </a:solidFill>
              <a:prstDash val="solid"/>
              <a:headEnd type="none" w="med" len="med"/>
              <a:tailEnd type="none" w="sm" len="lg"/>
            </a:ln>
          </p:spPr>
        </p:sp>
        <p:sp>
          <p:nvSpPr>
            <p:cNvPr id="32780" name="Line 25"/>
            <p:cNvSpPr/>
            <p:nvPr/>
          </p:nvSpPr>
          <p:spPr>
            <a:xfrm flipV="1">
              <a:off x="1776" y="847"/>
              <a:ext cx="0" cy="245"/>
            </a:xfrm>
            <a:prstGeom prst="line">
              <a:avLst/>
            </a:prstGeom>
            <a:ln w="38100" cap="flat" cmpd="sng">
              <a:solidFill>
                <a:schemeClr val="tx1"/>
              </a:solidFill>
              <a:prstDash val="solid"/>
              <a:headEnd type="none" w="med" len="med"/>
              <a:tailEnd type="none" w="sm" len="lg"/>
            </a:ln>
          </p:spPr>
        </p:sp>
        <p:sp>
          <p:nvSpPr>
            <p:cNvPr id="32781" name="Line 26"/>
            <p:cNvSpPr/>
            <p:nvPr/>
          </p:nvSpPr>
          <p:spPr>
            <a:xfrm flipV="1">
              <a:off x="2842" y="847"/>
              <a:ext cx="0" cy="269"/>
            </a:xfrm>
            <a:prstGeom prst="line">
              <a:avLst/>
            </a:prstGeom>
            <a:ln w="38100" cap="flat" cmpd="sng">
              <a:solidFill>
                <a:schemeClr val="tx1"/>
              </a:solidFill>
              <a:prstDash val="solid"/>
              <a:headEnd type="none" w="med" len="med"/>
              <a:tailEnd type="none" w="sm" len="lg"/>
            </a:ln>
          </p:spPr>
        </p:sp>
        <p:sp>
          <p:nvSpPr>
            <p:cNvPr id="32782" name="Line 27"/>
            <p:cNvSpPr/>
            <p:nvPr/>
          </p:nvSpPr>
          <p:spPr>
            <a:xfrm>
              <a:off x="1776" y="847"/>
              <a:ext cx="0" cy="0"/>
            </a:xfrm>
            <a:prstGeom prst="line">
              <a:avLst/>
            </a:prstGeom>
            <a:ln w="38100" cap="flat" cmpd="sng">
              <a:solidFill>
                <a:schemeClr val="tx1"/>
              </a:solidFill>
              <a:prstDash val="solid"/>
              <a:headEnd type="none" w="med" len="med"/>
              <a:tailEnd type="none" w="sm" len="lg"/>
            </a:ln>
          </p:spPr>
        </p:sp>
        <p:sp>
          <p:nvSpPr>
            <p:cNvPr id="32783" name="Line 28"/>
            <p:cNvSpPr/>
            <p:nvPr/>
          </p:nvSpPr>
          <p:spPr>
            <a:xfrm>
              <a:off x="1770" y="853"/>
              <a:ext cx="2868" cy="0"/>
            </a:xfrm>
            <a:prstGeom prst="line">
              <a:avLst/>
            </a:prstGeom>
            <a:ln w="38100" cap="flat" cmpd="sng">
              <a:solidFill>
                <a:schemeClr val="tx1"/>
              </a:solidFill>
              <a:prstDash val="solid"/>
              <a:headEnd type="none" w="med" len="med"/>
              <a:tailEnd type="none" w="sm" len="lg"/>
            </a:ln>
          </p:spPr>
        </p:sp>
        <p:sp>
          <p:nvSpPr>
            <p:cNvPr id="32784" name="Line 29"/>
            <p:cNvSpPr/>
            <p:nvPr/>
          </p:nvSpPr>
          <p:spPr>
            <a:xfrm flipH="1">
              <a:off x="2842" y="1908"/>
              <a:ext cx="470" cy="0"/>
            </a:xfrm>
            <a:prstGeom prst="line">
              <a:avLst/>
            </a:prstGeom>
            <a:ln w="38100" cap="flat" cmpd="sng">
              <a:solidFill>
                <a:schemeClr val="tx1"/>
              </a:solidFill>
              <a:prstDash val="solid"/>
              <a:headEnd type="none" w="med" len="med"/>
              <a:tailEnd type="none" w="sm" len="lg"/>
            </a:ln>
          </p:spPr>
        </p:sp>
        <p:grpSp>
          <p:nvGrpSpPr>
            <p:cNvPr id="32785" name="Group 30"/>
            <p:cNvGrpSpPr/>
            <p:nvPr/>
          </p:nvGrpSpPr>
          <p:grpSpPr>
            <a:xfrm>
              <a:off x="3816" y="1920"/>
              <a:ext cx="240" cy="456"/>
              <a:chOff x="2376" y="1644"/>
              <a:chExt cx="240" cy="456"/>
            </a:xfrm>
          </p:grpSpPr>
          <p:sp>
            <p:nvSpPr>
              <p:cNvPr id="32832" name="Line 31"/>
              <p:cNvSpPr/>
              <p:nvPr/>
            </p:nvSpPr>
            <p:spPr>
              <a:xfrm>
                <a:off x="2376" y="1692"/>
                <a:ext cx="0" cy="336"/>
              </a:xfrm>
              <a:prstGeom prst="line">
                <a:avLst/>
              </a:prstGeom>
              <a:ln w="38100" cap="flat" cmpd="sng">
                <a:solidFill>
                  <a:schemeClr val="tx1"/>
                </a:solidFill>
                <a:prstDash val="solid"/>
                <a:headEnd type="none" w="med" len="med"/>
                <a:tailEnd type="none" w="sm" len="lg"/>
              </a:ln>
            </p:spPr>
          </p:sp>
          <p:sp>
            <p:nvSpPr>
              <p:cNvPr id="32833" name="Line 32"/>
              <p:cNvSpPr/>
              <p:nvPr/>
            </p:nvSpPr>
            <p:spPr>
              <a:xfrm rot="-5400000" flipH="1">
                <a:off x="2376" y="1860"/>
                <a:ext cx="240" cy="240"/>
              </a:xfrm>
              <a:prstGeom prst="line">
                <a:avLst/>
              </a:prstGeom>
              <a:ln w="38100" cap="flat" cmpd="sng">
                <a:solidFill>
                  <a:schemeClr val="tx1"/>
                </a:solidFill>
                <a:prstDash val="solid"/>
                <a:headEnd type="none" w="med" len="med"/>
                <a:tailEnd type="triangle" w="sm" len="lg"/>
              </a:ln>
            </p:spPr>
          </p:sp>
          <p:sp>
            <p:nvSpPr>
              <p:cNvPr id="32834" name="Line 33"/>
              <p:cNvSpPr/>
              <p:nvPr/>
            </p:nvSpPr>
            <p:spPr>
              <a:xfrm flipV="1">
                <a:off x="2376" y="1644"/>
                <a:ext cx="216" cy="211"/>
              </a:xfrm>
              <a:prstGeom prst="line">
                <a:avLst/>
              </a:prstGeom>
              <a:ln w="38100" cap="flat" cmpd="sng">
                <a:solidFill>
                  <a:schemeClr val="tx1"/>
                </a:solidFill>
                <a:prstDash val="solid"/>
                <a:headEnd type="none" w="med" len="med"/>
                <a:tailEnd type="none" w="sm" len="lg"/>
              </a:ln>
            </p:spPr>
          </p:sp>
        </p:grpSp>
        <p:sp>
          <p:nvSpPr>
            <p:cNvPr id="32786" name="Line 34"/>
            <p:cNvSpPr/>
            <p:nvPr/>
          </p:nvSpPr>
          <p:spPr>
            <a:xfrm>
              <a:off x="3516" y="2136"/>
              <a:ext cx="300" cy="0"/>
            </a:xfrm>
            <a:prstGeom prst="line">
              <a:avLst/>
            </a:prstGeom>
            <a:ln w="38100" cap="flat" cmpd="sng">
              <a:solidFill>
                <a:schemeClr val="tx1"/>
              </a:solidFill>
              <a:prstDash val="solid"/>
              <a:headEnd type="none" w="med" len="med"/>
              <a:tailEnd type="none" w="sm" len="lg"/>
            </a:ln>
          </p:spPr>
        </p:sp>
        <p:sp>
          <p:nvSpPr>
            <p:cNvPr id="32787" name="Line 35"/>
            <p:cNvSpPr/>
            <p:nvPr/>
          </p:nvSpPr>
          <p:spPr>
            <a:xfrm>
              <a:off x="3516" y="1711"/>
              <a:ext cx="502" cy="0"/>
            </a:xfrm>
            <a:prstGeom prst="line">
              <a:avLst/>
            </a:prstGeom>
            <a:ln w="38100" cap="flat" cmpd="sng">
              <a:solidFill>
                <a:schemeClr val="tx1"/>
              </a:solidFill>
              <a:prstDash val="solid"/>
              <a:headEnd type="none" w="med" len="med"/>
              <a:tailEnd type="none" w="sm" len="lg"/>
            </a:ln>
          </p:spPr>
        </p:sp>
        <p:sp>
          <p:nvSpPr>
            <p:cNvPr id="32788" name="Line 36"/>
            <p:cNvSpPr/>
            <p:nvPr/>
          </p:nvSpPr>
          <p:spPr>
            <a:xfrm flipV="1">
              <a:off x="4018" y="1711"/>
              <a:ext cx="0" cy="233"/>
            </a:xfrm>
            <a:prstGeom prst="line">
              <a:avLst/>
            </a:prstGeom>
            <a:ln w="38100" cap="flat" cmpd="sng">
              <a:solidFill>
                <a:schemeClr val="tx1"/>
              </a:solidFill>
              <a:prstDash val="solid"/>
              <a:headEnd type="none" w="med" len="med"/>
              <a:tailEnd type="none" w="sm" len="lg"/>
            </a:ln>
          </p:spPr>
        </p:sp>
        <p:sp>
          <p:nvSpPr>
            <p:cNvPr id="32789" name="Rectangle 37"/>
            <p:cNvSpPr/>
            <p:nvPr/>
          </p:nvSpPr>
          <p:spPr>
            <a:xfrm>
              <a:off x="3958" y="1123"/>
              <a:ext cx="120" cy="420"/>
            </a:xfrm>
            <a:prstGeom prst="rect">
              <a:avLst/>
            </a:prstGeom>
            <a:noFill/>
            <a:ln w="38100" cap="flat" cmpd="sng">
              <a:solidFill>
                <a:schemeClr val="tx1"/>
              </a:solidFill>
              <a:prstDash val="solid"/>
              <a:miter/>
              <a:headEnd type="none" w="med" len="med"/>
              <a:tailEnd type="none" w="sm" len="lg"/>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1600" dirty="0">
                <a:latin typeface="Times New Roman" panose="02020603050405020304" pitchFamily="18" charset="0"/>
              </a:endParaRPr>
            </a:p>
          </p:txBody>
        </p:sp>
        <p:sp>
          <p:nvSpPr>
            <p:cNvPr id="32790" name="Line 38"/>
            <p:cNvSpPr/>
            <p:nvPr/>
          </p:nvSpPr>
          <p:spPr>
            <a:xfrm flipV="1">
              <a:off x="4018" y="1543"/>
              <a:ext cx="0" cy="209"/>
            </a:xfrm>
            <a:prstGeom prst="line">
              <a:avLst/>
            </a:prstGeom>
            <a:ln w="38100" cap="flat" cmpd="sng">
              <a:solidFill>
                <a:schemeClr val="tx1"/>
              </a:solidFill>
              <a:prstDash val="solid"/>
              <a:headEnd type="none" w="med" len="med"/>
              <a:tailEnd type="none" w="sm" len="lg"/>
            </a:ln>
          </p:spPr>
        </p:sp>
        <p:sp>
          <p:nvSpPr>
            <p:cNvPr id="32791" name="Line 39"/>
            <p:cNvSpPr/>
            <p:nvPr/>
          </p:nvSpPr>
          <p:spPr>
            <a:xfrm flipV="1">
              <a:off x="4018" y="852"/>
              <a:ext cx="0" cy="276"/>
            </a:xfrm>
            <a:prstGeom prst="line">
              <a:avLst/>
            </a:prstGeom>
            <a:ln w="38100" cap="flat" cmpd="sng">
              <a:solidFill>
                <a:schemeClr val="tx1"/>
              </a:solidFill>
              <a:prstDash val="solid"/>
              <a:headEnd type="none" w="med" len="med"/>
              <a:tailEnd type="none" w="sm" len="lg"/>
            </a:ln>
          </p:spPr>
        </p:sp>
        <p:grpSp>
          <p:nvGrpSpPr>
            <p:cNvPr id="32792" name="Group 40"/>
            <p:cNvGrpSpPr/>
            <p:nvPr/>
          </p:nvGrpSpPr>
          <p:grpSpPr>
            <a:xfrm>
              <a:off x="3816" y="2772"/>
              <a:ext cx="240" cy="456"/>
              <a:chOff x="2376" y="1644"/>
              <a:chExt cx="240" cy="456"/>
            </a:xfrm>
          </p:grpSpPr>
          <p:sp>
            <p:nvSpPr>
              <p:cNvPr id="32829" name="Line 41"/>
              <p:cNvSpPr/>
              <p:nvPr/>
            </p:nvSpPr>
            <p:spPr>
              <a:xfrm>
                <a:off x="2376" y="1692"/>
                <a:ext cx="0" cy="336"/>
              </a:xfrm>
              <a:prstGeom prst="line">
                <a:avLst/>
              </a:prstGeom>
              <a:ln w="38100" cap="flat" cmpd="sng">
                <a:solidFill>
                  <a:schemeClr val="tx1"/>
                </a:solidFill>
                <a:prstDash val="solid"/>
                <a:headEnd type="none" w="med" len="med"/>
                <a:tailEnd type="none" w="sm" len="lg"/>
              </a:ln>
            </p:spPr>
          </p:sp>
          <p:sp>
            <p:nvSpPr>
              <p:cNvPr id="32830" name="Line 42"/>
              <p:cNvSpPr/>
              <p:nvPr/>
            </p:nvSpPr>
            <p:spPr>
              <a:xfrm rot="-5400000" flipH="1">
                <a:off x="2376" y="1860"/>
                <a:ext cx="240" cy="240"/>
              </a:xfrm>
              <a:prstGeom prst="line">
                <a:avLst/>
              </a:prstGeom>
              <a:ln w="38100" cap="flat" cmpd="sng">
                <a:solidFill>
                  <a:schemeClr val="tx1"/>
                </a:solidFill>
                <a:prstDash val="solid"/>
                <a:headEnd type="none" w="med" len="med"/>
                <a:tailEnd type="triangle" w="sm" len="lg"/>
              </a:ln>
            </p:spPr>
          </p:sp>
          <p:sp>
            <p:nvSpPr>
              <p:cNvPr id="32831" name="Line 43"/>
              <p:cNvSpPr/>
              <p:nvPr/>
            </p:nvSpPr>
            <p:spPr>
              <a:xfrm flipV="1">
                <a:off x="2376" y="1644"/>
                <a:ext cx="216" cy="211"/>
              </a:xfrm>
              <a:prstGeom prst="line">
                <a:avLst/>
              </a:prstGeom>
              <a:ln w="38100" cap="flat" cmpd="sng">
                <a:solidFill>
                  <a:schemeClr val="tx1"/>
                </a:solidFill>
                <a:prstDash val="solid"/>
                <a:headEnd type="none" w="med" len="med"/>
                <a:tailEnd type="none" w="sm" len="lg"/>
              </a:ln>
            </p:spPr>
          </p:sp>
        </p:grpSp>
        <p:sp>
          <p:nvSpPr>
            <p:cNvPr id="32793" name="Rectangle 44"/>
            <p:cNvSpPr/>
            <p:nvPr/>
          </p:nvSpPr>
          <p:spPr>
            <a:xfrm>
              <a:off x="3468" y="2256"/>
              <a:ext cx="120" cy="420"/>
            </a:xfrm>
            <a:prstGeom prst="rect">
              <a:avLst/>
            </a:prstGeom>
            <a:noFill/>
            <a:ln w="38100" cap="flat" cmpd="sng">
              <a:solidFill>
                <a:schemeClr val="tx1"/>
              </a:solidFill>
              <a:prstDash val="solid"/>
              <a:miter/>
              <a:headEnd type="none" w="med" len="med"/>
              <a:tailEnd type="none" w="sm" len="lg"/>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1600" dirty="0">
                <a:latin typeface="Times New Roman" panose="02020603050405020304" pitchFamily="18" charset="0"/>
              </a:endParaRPr>
            </a:p>
          </p:txBody>
        </p:sp>
        <p:sp>
          <p:nvSpPr>
            <p:cNvPr id="32794" name="Line 45"/>
            <p:cNvSpPr/>
            <p:nvPr/>
          </p:nvSpPr>
          <p:spPr>
            <a:xfrm>
              <a:off x="3528" y="2124"/>
              <a:ext cx="0" cy="132"/>
            </a:xfrm>
            <a:prstGeom prst="line">
              <a:avLst/>
            </a:prstGeom>
            <a:ln w="38100" cap="flat" cmpd="sng">
              <a:solidFill>
                <a:schemeClr val="tx1"/>
              </a:solidFill>
              <a:prstDash val="solid"/>
              <a:headEnd type="none" w="med" len="med"/>
              <a:tailEnd type="none" w="sm" len="lg"/>
            </a:ln>
          </p:spPr>
        </p:sp>
        <p:sp>
          <p:nvSpPr>
            <p:cNvPr id="32795" name="Line 46"/>
            <p:cNvSpPr/>
            <p:nvPr/>
          </p:nvSpPr>
          <p:spPr>
            <a:xfrm>
              <a:off x="3522" y="2670"/>
              <a:ext cx="0" cy="96"/>
            </a:xfrm>
            <a:prstGeom prst="line">
              <a:avLst/>
            </a:prstGeom>
            <a:ln w="38100" cap="flat" cmpd="sng">
              <a:solidFill>
                <a:schemeClr val="tx1"/>
              </a:solidFill>
              <a:prstDash val="solid"/>
              <a:headEnd type="none" w="med" len="med"/>
              <a:tailEnd type="none" w="sm" len="lg"/>
            </a:ln>
          </p:spPr>
        </p:sp>
        <p:sp>
          <p:nvSpPr>
            <p:cNvPr id="32796" name="Line 47"/>
            <p:cNvSpPr/>
            <p:nvPr/>
          </p:nvSpPr>
          <p:spPr>
            <a:xfrm>
              <a:off x="3402" y="2760"/>
              <a:ext cx="240" cy="0"/>
            </a:xfrm>
            <a:prstGeom prst="line">
              <a:avLst/>
            </a:prstGeom>
            <a:ln w="38100" cap="flat" cmpd="sng">
              <a:solidFill>
                <a:schemeClr val="tx1"/>
              </a:solidFill>
              <a:prstDash val="solid"/>
              <a:headEnd type="none" w="med" len="med"/>
              <a:tailEnd type="none" w="sm" len="lg"/>
            </a:ln>
          </p:spPr>
        </p:sp>
        <p:sp>
          <p:nvSpPr>
            <p:cNvPr id="32797" name="Line 48"/>
            <p:cNvSpPr/>
            <p:nvPr/>
          </p:nvSpPr>
          <p:spPr>
            <a:xfrm>
              <a:off x="2848" y="2346"/>
              <a:ext cx="0" cy="840"/>
            </a:xfrm>
            <a:prstGeom prst="line">
              <a:avLst/>
            </a:prstGeom>
            <a:ln w="38100" cap="flat" cmpd="sng">
              <a:solidFill>
                <a:schemeClr val="tx1"/>
              </a:solidFill>
              <a:prstDash val="solid"/>
              <a:headEnd type="none" w="med" len="med"/>
              <a:tailEnd type="none" w="sm" len="lg"/>
            </a:ln>
          </p:spPr>
        </p:sp>
        <p:sp>
          <p:nvSpPr>
            <p:cNvPr id="32798" name="Line 49"/>
            <p:cNvSpPr/>
            <p:nvPr/>
          </p:nvSpPr>
          <p:spPr>
            <a:xfrm flipH="1">
              <a:off x="2848" y="2989"/>
              <a:ext cx="962" cy="0"/>
            </a:xfrm>
            <a:prstGeom prst="line">
              <a:avLst/>
            </a:prstGeom>
            <a:ln w="38100" cap="flat" cmpd="sng">
              <a:solidFill>
                <a:schemeClr val="tx1"/>
              </a:solidFill>
              <a:prstDash val="solid"/>
              <a:headEnd type="none" w="med" len="med"/>
              <a:tailEnd type="none" w="sm" len="lg"/>
            </a:ln>
          </p:spPr>
        </p:sp>
        <p:sp>
          <p:nvSpPr>
            <p:cNvPr id="32799" name="Line 50"/>
            <p:cNvSpPr/>
            <p:nvPr/>
          </p:nvSpPr>
          <p:spPr>
            <a:xfrm>
              <a:off x="2848" y="3600"/>
              <a:ext cx="0" cy="282"/>
            </a:xfrm>
            <a:prstGeom prst="line">
              <a:avLst/>
            </a:prstGeom>
            <a:ln w="38100" cap="flat" cmpd="sng">
              <a:solidFill>
                <a:schemeClr val="tx1"/>
              </a:solidFill>
              <a:prstDash val="solid"/>
              <a:headEnd type="none" w="med" len="med"/>
              <a:tailEnd type="none" w="sm" len="lg"/>
            </a:ln>
          </p:spPr>
        </p:sp>
        <p:sp>
          <p:nvSpPr>
            <p:cNvPr id="32800" name="Line 51"/>
            <p:cNvSpPr/>
            <p:nvPr/>
          </p:nvSpPr>
          <p:spPr>
            <a:xfrm flipV="1">
              <a:off x="2850" y="3858"/>
              <a:ext cx="1186" cy="6"/>
            </a:xfrm>
            <a:prstGeom prst="line">
              <a:avLst/>
            </a:prstGeom>
            <a:ln w="38100" cap="flat" cmpd="sng">
              <a:solidFill>
                <a:schemeClr val="tx1"/>
              </a:solidFill>
              <a:prstDash val="solid"/>
              <a:headEnd type="none" w="med" len="med"/>
              <a:tailEnd type="none" w="sm" len="lg"/>
            </a:ln>
          </p:spPr>
        </p:sp>
        <p:sp>
          <p:nvSpPr>
            <p:cNvPr id="32801" name="Line 52"/>
            <p:cNvSpPr/>
            <p:nvPr/>
          </p:nvSpPr>
          <p:spPr>
            <a:xfrm>
              <a:off x="4036" y="2364"/>
              <a:ext cx="0" cy="426"/>
            </a:xfrm>
            <a:prstGeom prst="line">
              <a:avLst/>
            </a:prstGeom>
            <a:ln w="38100" cap="flat" cmpd="sng">
              <a:solidFill>
                <a:schemeClr val="tx1"/>
              </a:solidFill>
              <a:prstDash val="solid"/>
              <a:headEnd type="none" w="med" len="med"/>
              <a:tailEnd type="none" w="sm" len="lg"/>
            </a:ln>
          </p:spPr>
        </p:sp>
        <p:sp>
          <p:nvSpPr>
            <p:cNvPr id="32802" name="Line 53"/>
            <p:cNvSpPr/>
            <p:nvPr/>
          </p:nvSpPr>
          <p:spPr>
            <a:xfrm>
              <a:off x="4036" y="3216"/>
              <a:ext cx="0" cy="810"/>
            </a:xfrm>
            <a:prstGeom prst="line">
              <a:avLst/>
            </a:prstGeom>
            <a:ln w="38100" cap="flat" cmpd="sng">
              <a:solidFill>
                <a:schemeClr val="tx1"/>
              </a:solidFill>
              <a:prstDash val="solid"/>
              <a:headEnd type="none" w="med" len="med"/>
              <a:tailEnd type="none" w="sm" len="lg"/>
            </a:ln>
          </p:spPr>
        </p:sp>
        <p:sp>
          <p:nvSpPr>
            <p:cNvPr id="32803" name="Line 54"/>
            <p:cNvSpPr/>
            <p:nvPr/>
          </p:nvSpPr>
          <p:spPr>
            <a:xfrm>
              <a:off x="3906" y="4020"/>
              <a:ext cx="258" cy="0"/>
            </a:xfrm>
            <a:prstGeom prst="line">
              <a:avLst/>
            </a:prstGeom>
            <a:ln w="38100" cap="flat" cmpd="sng">
              <a:solidFill>
                <a:schemeClr val="tx1"/>
              </a:solidFill>
              <a:prstDash val="solid"/>
              <a:headEnd type="none" w="med" len="med"/>
              <a:tailEnd type="none" w="sm" len="lg"/>
            </a:ln>
          </p:spPr>
        </p:sp>
        <p:sp>
          <p:nvSpPr>
            <p:cNvPr id="32804" name="Line 55"/>
            <p:cNvSpPr/>
            <p:nvPr/>
          </p:nvSpPr>
          <p:spPr>
            <a:xfrm>
              <a:off x="4036" y="2544"/>
              <a:ext cx="600" cy="0"/>
            </a:xfrm>
            <a:prstGeom prst="line">
              <a:avLst/>
            </a:prstGeom>
            <a:ln w="38100" cap="flat" cmpd="sng">
              <a:solidFill>
                <a:schemeClr val="tx1"/>
              </a:solidFill>
              <a:prstDash val="solid"/>
              <a:headEnd type="none" w="med" len="med"/>
              <a:tailEnd type="none" w="sm" len="lg"/>
            </a:ln>
          </p:spPr>
        </p:sp>
        <p:sp>
          <p:nvSpPr>
            <p:cNvPr id="32805" name="Line 56"/>
            <p:cNvSpPr/>
            <p:nvPr/>
          </p:nvSpPr>
          <p:spPr>
            <a:xfrm flipH="1" flipV="1">
              <a:off x="868" y="2106"/>
              <a:ext cx="404" cy="6"/>
            </a:xfrm>
            <a:prstGeom prst="line">
              <a:avLst/>
            </a:prstGeom>
            <a:ln w="38100" cap="flat" cmpd="sng">
              <a:solidFill>
                <a:schemeClr val="tx1"/>
              </a:solidFill>
              <a:prstDash val="solid"/>
              <a:headEnd type="none" w="med" len="med"/>
              <a:tailEnd type="none" w="sm" len="lg"/>
            </a:ln>
          </p:spPr>
        </p:sp>
        <p:sp>
          <p:nvSpPr>
            <p:cNvPr id="32806" name="Line 57"/>
            <p:cNvSpPr/>
            <p:nvPr/>
          </p:nvSpPr>
          <p:spPr>
            <a:xfrm>
              <a:off x="1392" y="2112"/>
              <a:ext cx="0" cy="228"/>
            </a:xfrm>
            <a:prstGeom prst="line">
              <a:avLst/>
            </a:prstGeom>
            <a:ln w="38100" cap="flat" cmpd="sng">
              <a:solidFill>
                <a:schemeClr val="tx1"/>
              </a:solidFill>
              <a:prstDash val="solid"/>
              <a:headEnd type="none" w="med" len="med"/>
              <a:tailEnd type="none" w="sm" len="lg"/>
            </a:ln>
          </p:spPr>
        </p:sp>
        <p:sp>
          <p:nvSpPr>
            <p:cNvPr id="32807" name="Line 58"/>
            <p:cNvSpPr/>
            <p:nvPr/>
          </p:nvSpPr>
          <p:spPr>
            <a:xfrm flipH="1">
              <a:off x="880" y="2328"/>
              <a:ext cx="512" cy="0"/>
            </a:xfrm>
            <a:prstGeom prst="line">
              <a:avLst/>
            </a:prstGeom>
            <a:ln w="38100" cap="flat" cmpd="sng">
              <a:solidFill>
                <a:schemeClr val="tx1"/>
              </a:solidFill>
              <a:prstDash val="solid"/>
              <a:headEnd type="none" w="med" len="med"/>
              <a:tailEnd type="none" w="sm" len="lg"/>
            </a:ln>
          </p:spPr>
        </p:sp>
        <p:sp>
          <p:nvSpPr>
            <p:cNvPr id="32808" name="Oval 61"/>
            <p:cNvSpPr/>
            <p:nvPr/>
          </p:nvSpPr>
          <p:spPr>
            <a:xfrm>
              <a:off x="4632" y="780"/>
              <a:ext cx="120" cy="132"/>
            </a:xfrm>
            <a:prstGeom prst="ellipse">
              <a:avLst/>
            </a:prstGeom>
            <a:noFill/>
            <a:ln w="38100" cap="flat" cmpd="sng">
              <a:solidFill>
                <a:schemeClr val="tx1"/>
              </a:solidFill>
              <a:prstDash val="solid"/>
              <a:headEnd type="none" w="med" len="med"/>
              <a:tailEnd type="none" w="sm" len="lg"/>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1600" dirty="0">
                <a:latin typeface="Times New Roman" panose="02020603050405020304" pitchFamily="18" charset="0"/>
              </a:endParaRPr>
            </a:p>
          </p:txBody>
        </p:sp>
        <p:sp>
          <p:nvSpPr>
            <p:cNvPr id="32809" name="Oval 62"/>
            <p:cNvSpPr/>
            <p:nvPr/>
          </p:nvSpPr>
          <p:spPr>
            <a:xfrm>
              <a:off x="4632" y="2472"/>
              <a:ext cx="120" cy="132"/>
            </a:xfrm>
            <a:prstGeom prst="ellipse">
              <a:avLst/>
            </a:prstGeom>
            <a:noFill/>
            <a:ln w="38100" cap="flat" cmpd="sng">
              <a:solidFill>
                <a:schemeClr val="tx1"/>
              </a:solidFill>
              <a:prstDash val="solid"/>
              <a:headEnd type="none" w="med" len="med"/>
              <a:tailEnd type="none" w="sm" len="lg"/>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1600" dirty="0">
                <a:latin typeface="Times New Roman" panose="02020603050405020304" pitchFamily="18" charset="0"/>
              </a:endParaRPr>
            </a:p>
          </p:txBody>
        </p:sp>
        <p:sp>
          <p:nvSpPr>
            <p:cNvPr id="32810" name="Oval 63"/>
            <p:cNvSpPr/>
            <p:nvPr/>
          </p:nvSpPr>
          <p:spPr>
            <a:xfrm>
              <a:off x="748" y="2040"/>
              <a:ext cx="120" cy="132"/>
            </a:xfrm>
            <a:prstGeom prst="ellipse">
              <a:avLst/>
            </a:prstGeom>
            <a:noFill/>
            <a:ln w="38100" cap="flat" cmpd="sng">
              <a:solidFill>
                <a:schemeClr val="tx1"/>
              </a:solidFill>
              <a:prstDash val="solid"/>
              <a:headEnd type="none" w="med" len="med"/>
              <a:tailEnd type="none" w="sm" len="lg"/>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1600" dirty="0">
                <a:latin typeface="Times New Roman" panose="02020603050405020304" pitchFamily="18" charset="0"/>
              </a:endParaRPr>
            </a:p>
          </p:txBody>
        </p:sp>
        <p:sp>
          <p:nvSpPr>
            <p:cNvPr id="32811" name="Oval 64"/>
            <p:cNvSpPr/>
            <p:nvPr/>
          </p:nvSpPr>
          <p:spPr>
            <a:xfrm>
              <a:off x="760" y="2256"/>
              <a:ext cx="120" cy="132"/>
            </a:xfrm>
            <a:prstGeom prst="ellipse">
              <a:avLst/>
            </a:prstGeom>
            <a:noFill/>
            <a:ln w="38100" cap="flat" cmpd="sng">
              <a:solidFill>
                <a:schemeClr val="tx1"/>
              </a:solidFill>
              <a:prstDash val="solid"/>
              <a:headEnd type="none" w="med" len="med"/>
              <a:tailEnd type="none" w="sm" len="lg"/>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endParaRPr lang="zh-CN" altLang="en-US" sz="1600" dirty="0">
                <a:latin typeface="Times New Roman" panose="02020603050405020304" pitchFamily="18" charset="0"/>
              </a:endParaRPr>
            </a:p>
          </p:txBody>
        </p:sp>
        <p:sp>
          <p:nvSpPr>
            <p:cNvPr id="32812" name="Text Box 66"/>
            <p:cNvSpPr txBox="1"/>
            <p:nvPr/>
          </p:nvSpPr>
          <p:spPr>
            <a:xfrm>
              <a:off x="4776" y="660"/>
              <a:ext cx="792" cy="522"/>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楷体_GB2312" pitchFamily="49" charset="-122"/>
                </a:rPr>
                <a:t>+5V</a:t>
              </a:r>
              <a:endParaRPr lang="en-US" altLang="zh-CN" sz="2400" b="1" dirty="0">
                <a:latin typeface="Times New Roman" panose="02020603050405020304" pitchFamily="18" charset="0"/>
                <a:ea typeface="楷体_GB2312" pitchFamily="49" charset="-122"/>
              </a:endParaRPr>
            </a:p>
          </p:txBody>
        </p:sp>
        <p:sp>
          <p:nvSpPr>
            <p:cNvPr id="32813" name="Text Box 67"/>
            <p:cNvSpPr txBox="1"/>
            <p:nvPr/>
          </p:nvSpPr>
          <p:spPr>
            <a:xfrm>
              <a:off x="4824" y="2400"/>
              <a:ext cx="468" cy="522"/>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楷体_GB2312" pitchFamily="49" charset="-122"/>
                </a:rPr>
                <a:t>F</a:t>
              </a:r>
              <a:endParaRPr lang="en-US" altLang="zh-CN" sz="2400" b="1" dirty="0">
                <a:latin typeface="Times New Roman" panose="02020603050405020304" pitchFamily="18" charset="0"/>
                <a:ea typeface="楷体_GB2312" pitchFamily="49" charset="-122"/>
              </a:endParaRPr>
            </a:p>
          </p:txBody>
        </p:sp>
        <p:sp>
          <p:nvSpPr>
            <p:cNvPr id="32814" name="Text Box 68"/>
            <p:cNvSpPr txBox="1"/>
            <p:nvPr/>
          </p:nvSpPr>
          <p:spPr>
            <a:xfrm>
              <a:off x="4104" y="1128"/>
              <a:ext cx="660" cy="452"/>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latin typeface="Times New Roman" panose="02020603050405020304" pitchFamily="18" charset="0"/>
                  <a:ea typeface="楷体_GB2312" pitchFamily="49" charset="-122"/>
                </a:rPr>
                <a:t>R</a:t>
              </a:r>
              <a:r>
                <a:rPr lang="en-US" altLang="zh-CN" sz="2000" b="1" baseline="-25000" dirty="0">
                  <a:latin typeface="Times New Roman" panose="02020603050405020304" pitchFamily="18" charset="0"/>
                  <a:ea typeface="楷体_GB2312" pitchFamily="49" charset="-122"/>
                </a:rPr>
                <a:t>4</a:t>
              </a:r>
              <a:endParaRPr lang="en-US" altLang="zh-CN" sz="2000" b="1" dirty="0">
                <a:latin typeface="Times New Roman" panose="02020603050405020304" pitchFamily="18" charset="0"/>
                <a:ea typeface="楷体_GB2312" pitchFamily="49" charset="-122"/>
              </a:endParaRPr>
            </a:p>
          </p:txBody>
        </p:sp>
        <p:sp>
          <p:nvSpPr>
            <p:cNvPr id="32815" name="Text Box 69"/>
            <p:cNvSpPr txBox="1"/>
            <p:nvPr/>
          </p:nvSpPr>
          <p:spPr>
            <a:xfrm>
              <a:off x="2928" y="1116"/>
              <a:ext cx="660" cy="452"/>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latin typeface="Times New Roman" panose="02020603050405020304" pitchFamily="18" charset="0"/>
                  <a:ea typeface="楷体_GB2312" pitchFamily="49" charset="-122"/>
                </a:rPr>
                <a:t>R</a:t>
              </a:r>
              <a:r>
                <a:rPr lang="en-US" altLang="zh-CN" sz="2000" b="1" baseline="-25000" dirty="0">
                  <a:latin typeface="Times New Roman" panose="02020603050405020304" pitchFamily="18" charset="0"/>
                  <a:ea typeface="楷体_GB2312" pitchFamily="49" charset="-122"/>
                </a:rPr>
                <a:t>2</a:t>
              </a:r>
              <a:endParaRPr lang="en-US" altLang="zh-CN" sz="2400" b="1" dirty="0">
                <a:latin typeface="Times New Roman" panose="02020603050405020304" pitchFamily="18" charset="0"/>
                <a:ea typeface="楷体_GB2312" pitchFamily="49" charset="-122"/>
              </a:endParaRPr>
            </a:p>
          </p:txBody>
        </p:sp>
        <p:sp>
          <p:nvSpPr>
            <p:cNvPr id="32816" name="Text Box 70"/>
            <p:cNvSpPr txBox="1"/>
            <p:nvPr/>
          </p:nvSpPr>
          <p:spPr>
            <a:xfrm>
              <a:off x="1848" y="899"/>
              <a:ext cx="660" cy="452"/>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latin typeface="Times New Roman" panose="02020603050405020304" pitchFamily="18" charset="0"/>
                  <a:ea typeface="楷体_GB2312" pitchFamily="49" charset="-122"/>
                </a:rPr>
                <a:t>R</a:t>
              </a:r>
              <a:r>
                <a:rPr lang="en-US" altLang="zh-CN" sz="2000" b="1" baseline="-25000" dirty="0">
                  <a:latin typeface="Times New Roman" panose="02020603050405020304" pitchFamily="18" charset="0"/>
                  <a:ea typeface="楷体_GB2312" pitchFamily="49" charset="-122"/>
                </a:rPr>
                <a:t>1</a:t>
              </a:r>
              <a:endParaRPr lang="en-US" altLang="zh-CN" sz="2400" b="1" dirty="0">
                <a:latin typeface="Times New Roman" panose="02020603050405020304" pitchFamily="18" charset="0"/>
                <a:ea typeface="楷体_GB2312" pitchFamily="49" charset="-122"/>
              </a:endParaRPr>
            </a:p>
          </p:txBody>
        </p:sp>
        <p:sp>
          <p:nvSpPr>
            <p:cNvPr id="32817" name="Text Box 71"/>
            <p:cNvSpPr txBox="1"/>
            <p:nvPr/>
          </p:nvSpPr>
          <p:spPr>
            <a:xfrm>
              <a:off x="1848" y="1260"/>
              <a:ext cx="780" cy="452"/>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latin typeface="Times New Roman" panose="02020603050405020304" pitchFamily="18" charset="0"/>
                  <a:ea typeface="楷体_GB2312" pitchFamily="49" charset="-122"/>
                </a:rPr>
                <a:t>3k</a:t>
              </a:r>
              <a:endParaRPr lang="en-US" altLang="zh-CN" sz="2400" b="1" dirty="0">
                <a:latin typeface="Times New Roman" panose="02020603050405020304" pitchFamily="18" charset="0"/>
                <a:ea typeface="楷体_GB2312" pitchFamily="49" charset="-122"/>
              </a:endParaRPr>
            </a:p>
          </p:txBody>
        </p:sp>
        <p:sp>
          <p:nvSpPr>
            <p:cNvPr id="32818" name="Text Box 72"/>
            <p:cNvSpPr txBox="1"/>
            <p:nvPr/>
          </p:nvSpPr>
          <p:spPr>
            <a:xfrm>
              <a:off x="2820" y="1956"/>
              <a:ext cx="384" cy="452"/>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latin typeface="Times New Roman" panose="02020603050405020304" pitchFamily="18" charset="0"/>
                  <a:ea typeface="楷体_GB2312" pitchFamily="49" charset="-122"/>
                </a:rPr>
                <a:t>T</a:t>
              </a:r>
              <a:r>
                <a:rPr lang="en-US" altLang="zh-CN" sz="2000" b="1" baseline="-25000" dirty="0">
                  <a:latin typeface="Times New Roman" panose="02020603050405020304" pitchFamily="18" charset="0"/>
                  <a:ea typeface="楷体_GB2312" pitchFamily="49" charset="-122"/>
                </a:rPr>
                <a:t>2</a:t>
              </a:r>
              <a:endParaRPr lang="en-US" altLang="zh-CN" sz="2000" b="1" dirty="0">
                <a:latin typeface="Times New Roman" panose="02020603050405020304" pitchFamily="18" charset="0"/>
                <a:ea typeface="楷体_GB2312" pitchFamily="49" charset="-122"/>
              </a:endParaRPr>
            </a:p>
          </p:txBody>
        </p:sp>
        <p:sp>
          <p:nvSpPr>
            <p:cNvPr id="32819" name="Text Box 73"/>
            <p:cNvSpPr txBox="1"/>
            <p:nvPr/>
          </p:nvSpPr>
          <p:spPr>
            <a:xfrm>
              <a:off x="3084" y="2340"/>
              <a:ext cx="396" cy="452"/>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latin typeface="Times New Roman" panose="02020603050405020304" pitchFamily="18" charset="0"/>
                  <a:ea typeface="楷体_GB2312" pitchFamily="49" charset="-122"/>
                </a:rPr>
                <a:t>R</a:t>
              </a:r>
              <a:r>
                <a:rPr lang="en-US" altLang="zh-CN" sz="2000" b="1" baseline="-25000" dirty="0">
                  <a:latin typeface="Times New Roman" panose="02020603050405020304" pitchFamily="18" charset="0"/>
                  <a:ea typeface="楷体_GB2312" pitchFamily="49" charset="-122"/>
                </a:rPr>
                <a:t>5</a:t>
              </a:r>
              <a:endParaRPr lang="en-US" altLang="zh-CN" sz="2400" b="1" dirty="0">
                <a:latin typeface="Times New Roman" panose="02020603050405020304" pitchFamily="18" charset="0"/>
                <a:ea typeface="楷体_GB2312" pitchFamily="49" charset="-122"/>
              </a:endParaRPr>
            </a:p>
          </p:txBody>
        </p:sp>
        <p:sp>
          <p:nvSpPr>
            <p:cNvPr id="32820" name="Text Box 74"/>
            <p:cNvSpPr txBox="1"/>
            <p:nvPr/>
          </p:nvSpPr>
          <p:spPr>
            <a:xfrm>
              <a:off x="2976" y="3252"/>
              <a:ext cx="648" cy="452"/>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latin typeface="Times New Roman" panose="02020603050405020304" pitchFamily="18" charset="0"/>
                  <a:ea typeface="楷体_GB2312" pitchFamily="49" charset="-122"/>
                </a:rPr>
                <a:t>R</a:t>
              </a:r>
              <a:r>
                <a:rPr lang="en-US" altLang="zh-CN" sz="2000" b="1" baseline="-25000" dirty="0">
                  <a:latin typeface="Times New Roman" panose="02020603050405020304" pitchFamily="18" charset="0"/>
                  <a:ea typeface="楷体_GB2312" pitchFamily="49" charset="-122"/>
                </a:rPr>
                <a:t>3</a:t>
              </a:r>
              <a:endParaRPr lang="en-US" altLang="zh-CN" sz="2400" b="1" dirty="0">
                <a:latin typeface="Times New Roman" panose="02020603050405020304" pitchFamily="18" charset="0"/>
                <a:ea typeface="楷体_GB2312" pitchFamily="49" charset="-122"/>
              </a:endParaRPr>
            </a:p>
          </p:txBody>
        </p:sp>
        <p:sp>
          <p:nvSpPr>
            <p:cNvPr id="32821" name="Text Box 75"/>
            <p:cNvSpPr txBox="1"/>
            <p:nvPr/>
          </p:nvSpPr>
          <p:spPr>
            <a:xfrm>
              <a:off x="3420" y="1728"/>
              <a:ext cx="624" cy="452"/>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latin typeface="Times New Roman" panose="02020603050405020304" pitchFamily="18" charset="0"/>
                  <a:ea typeface="楷体_GB2312" pitchFamily="49" charset="-122"/>
                </a:rPr>
                <a:t>T</a:t>
              </a:r>
              <a:r>
                <a:rPr lang="en-US" altLang="zh-CN" sz="2000" b="1" baseline="-25000" dirty="0">
                  <a:latin typeface="Times New Roman" panose="02020603050405020304" pitchFamily="18" charset="0"/>
                  <a:ea typeface="楷体_GB2312" pitchFamily="49" charset="-122"/>
                </a:rPr>
                <a:t>3</a:t>
              </a:r>
              <a:endParaRPr lang="en-US" altLang="zh-CN" sz="2000" b="1" dirty="0">
                <a:latin typeface="Times New Roman" panose="02020603050405020304" pitchFamily="18" charset="0"/>
                <a:ea typeface="楷体_GB2312" pitchFamily="49" charset="-122"/>
              </a:endParaRPr>
            </a:p>
          </p:txBody>
        </p:sp>
        <p:sp>
          <p:nvSpPr>
            <p:cNvPr id="32822" name="Text Box 76"/>
            <p:cNvSpPr txBox="1"/>
            <p:nvPr/>
          </p:nvSpPr>
          <p:spPr>
            <a:xfrm>
              <a:off x="4068" y="1968"/>
              <a:ext cx="420" cy="452"/>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latin typeface="Times New Roman" panose="02020603050405020304" pitchFamily="18" charset="0"/>
                  <a:ea typeface="楷体_GB2312" pitchFamily="49" charset="-122"/>
                </a:rPr>
                <a:t>T</a:t>
              </a:r>
              <a:r>
                <a:rPr lang="en-US" altLang="zh-CN" sz="2000" b="1" baseline="-25000" dirty="0">
                  <a:latin typeface="Times New Roman" panose="02020603050405020304" pitchFamily="18" charset="0"/>
                  <a:ea typeface="楷体_GB2312" pitchFamily="49" charset="-122"/>
                </a:rPr>
                <a:t>4</a:t>
              </a:r>
              <a:endParaRPr lang="en-US" altLang="zh-CN" sz="2400" b="1" dirty="0">
                <a:latin typeface="Times New Roman" panose="02020603050405020304" pitchFamily="18" charset="0"/>
                <a:ea typeface="楷体_GB2312" pitchFamily="49" charset="-122"/>
              </a:endParaRPr>
            </a:p>
          </p:txBody>
        </p:sp>
        <p:sp>
          <p:nvSpPr>
            <p:cNvPr id="32823" name="Text Box 77"/>
            <p:cNvSpPr txBox="1"/>
            <p:nvPr/>
          </p:nvSpPr>
          <p:spPr>
            <a:xfrm>
              <a:off x="1620" y="2112"/>
              <a:ext cx="456" cy="522"/>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楷体_GB2312" pitchFamily="49" charset="-122"/>
                </a:rPr>
                <a:t>T</a:t>
              </a:r>
              <a:r>
                <a:rPr lang="en-US" altLang="zh-CN" sz="2400" b="1" baseline="-25000" dirty="0">
                  <a:latin typeface="Times New Roman" panose="02020603050405020304" pitchFamily="18" charset="0"/>
                  <a:ea typeface="楷体_GB2312" pitchFamily="49" charset="-122"/>
                </a:rPr>
                <a:t>1</a:t>
              </a:r>
              <a:endParaRPr lang="en-US" altLang="zh-CN" sz="2400" b="1" dirty="0">
                <a:latin typeface="Times New Roman" panose="02020603050405020304" pitchFamily="18" charset="0"/>
                <a:ea typeface="楷体_GB2312" pitchFamily="49" charset="-122"/>
              </a:endParaRPr>
            </a:p>
          </p:txBody>
        </p:sp>
        <p:sp>
          <p:nvSpPr>
            <p:cNvPr id="32824" name="Text Box 78"/>
            <p:cNvSpPr txBox="1"/>
            <p:nvPr/>
          </p:nvSpPr>
          <p:spPr>
            <a:xfrm>
              <a:off x="4080" y="2844"/>
              <a:ext cx="420" cy="452"/>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latin typeface="Times New Roman" panose="02020603050405020304" pitchFamily="18" charset="0"/>
                  <a:ea typeface="楷体_GB2312" pitchFamily="49" charset="-122"/>
                </a:rPr>
                <a:t>T</a:t>
              </a:r>
              <a:r>
                <a:rPr lang="en-US" altLang="zh-CN" sz="2000" b="1" baseline="-25000" dirty="0">
                  <a:latin typeface="Times New Roman" panose="02020603050405020304" pitchFamily="18" charset="0"/>
                  <a:ea typeface="楷体_GB2312" pitchFamily="49" charset="-122"/>
                </a:rPr>
                <a:t>5</a:t>
              </a:r>
              <a:endParaRPr lang="en-US" altLang="zh-CN" sz="2400" b="1" dirty="0">
                <a:latin typeface="Times New Roman" panose="02020603050405020304" pitchFamily="18" charset="0"/>
                <a:ea typeface="楷体_GB2312" pitchFamily="49" charset="-122"/>
              </a:endParaRPr>
            </a:p>
          </p:txBody>
        </p:sp>
        <p:sp>
          <p:nvSpPr>
            <p:cNvPr id="32825" name="Text Box 79"/>
            <p:cNvSpPr txBox="1"/>
            <p:nvPr/>
          </p:nvSpPr>
          <p:spPr>
            <a:xfrm>
              <a:off x="1788" y="1572"/>
              <a:ext cx="504" cy="452"/>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latin typeface="Times New Roman" panose="02020603050405020304" pitchFamily="18" charset="0"/>
                  <a:ea typeface="楷体_GB2312" pitchFamily="49" charset="-122"/>
                </a:rPr>
                <a:t>b</a:t>
              </a:r>
              <a:r>
                <a:rPr lang="en-US" altLang="zh-CN" sz="2000" b="1" baseline="-25000" dirty="0">
                  <a:latin typeface="Times New Roman" panose="02020603050405020304" pitchFamily="18" charset="0"/>
                  <a:ea typeface="楷体_GB2312" pitchFamily="49" charset="-122"/>
                </a:rPr>
                <a:t>1</a:t>
              </a:r>
              <a:endParaRPr lang="en-US" altLang="zh-CN" sz="2400" b="1" dirty="0">
                <a:latin typeface="Times New Roman" panose="02020603050405020304" pitchFamily="18" charset="0"/>
                <a:ea typeface="楷体_GB2312" pitchFamily="49" charset="-122"/>
              </a:endParaRPr>
            </a:p>
          </p:txBody>
        </p:sp>
        <p:sp>
          <p:nvSpPr>
            <p:cNvPr id="32826" name="Text Box 80"/>
            <p:cNvSpPr txBox="1"/>
            <p:nvPr/>
          </p:nvSpPr>
          <p:spPr>
            <a:xfrm>
              <a:off x="2064" y="1752"/>
              <a:ext cx="636" cy="522"/>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楷体_GB2312" pitchFamily="49" charset="-122"/>
                </a:rPr>
                <a:t>c</a:t>
              </a:r>
              <a:r>
                <a:rPr lang="en-US" altLang="zh-CN" sz="2400" b="1" baseline="-25000" dirty="0">
                  <a:latin typeface="Times New Roman" panose="02020603050405020304" pitchFamily="18" charset="0"/>
                  <a:ea typeface="楷体_GB2312" pitchFamily="49" charset="-122"/>
                </a:rPr>
                <a:t>1</a:t>
              </a:r>
              <a:endParaRPr lang="en-US" altLang="zh-CN" sz="2400" b="1" dirty="0">
                <a:latin typeface="Times New Roman" panose="02020603050405020304" pitchFamily="18" charset="0"/>
                <a:ea typeface="楷体_GB2312" pitchFamily="49" charset="-122"/>
              </a:endParaRPr>
            </a:p>
          </p:txBody>
        </p:sp>
        <p:sp>
          <p:nvSpPr>
            <p:cNvPr id="32827" name="Text Box 81"/>
            <p:cNvSpPr txBox="1"/>
            <p:nvPr/>
          </p:nvSpPr>
          <p:spPr>
            <a:xfrm>
              <a:off x="436" y="1897"/>
              <a:ext cx="444" cy="452"/>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latin typeface="Times New Roman" panose="02020603050405020304" pitchFamily="18" charset="0"/>
                  <a:ea typeface="楷体_GB2312" pitchFamily="49" charset="-122"/>
                </a:rPr>
                <a:t>A</a:t>
              </a:r>
              <a:endParaRPr lang="en-US" altLang="zh-CN" sz="2000" b="1" dirty="0">
                <a:latin typeface="Times New Roman" panose="02020603050405020304" pitchFamily="18" charset="0"/>
                <a:ea typeface="楷体_GB2312" pitchFamily="49" charset="-122"/>
              </a:endParaRPr>
            </a:p>
          </p:txBody>
        </p:sp>
        <p:sp>
          <p:nvSpPr>
            <p:cNvPr id="32828" name="Text Box 82"/>
            <p:cNvSpPr txBox="1"/>
            <p:nvPr/>
          </p:nvSpPr>
          <p:spPr>
            <a:xfrm>
              <a:off x="436" y="2149"/>
              <a:ext cx="444" cy="452"/>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2000" b="1" dirty="0">
                  <a:latin typeface="Times New Roman" panose="02020603050405020304" pitchFamily="18" charset="0"/>
                  <a:ea typeface="楷体_GB2312" pitchFamily="49" charset="-122"/>
                </a:rPr>
                <a:t>B</a:t>
              </a:r>
              <a:endParaRPr lang="en-US" altLang="zh-CN" sz="2000" b="1" dirty="0">
                <a:latin typeface="Times New Roman" panose="02020603050405020304" pitchFamily="18" charset="0"/>
                <a:ea typeface="楷体_GB2312" pitchFamily="49" charset="-122"/>
              </a:endParaRPr>
            </a:p>
          </p:txBody>
        </p:sp>
      </p:grpSp>
      <p:pic>
        <p:nvPicPr>
          <p:cNvPr id="79"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412615" y="3797300"/>
            <a:ext cx="4401185" cy="2789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4825" y="422275"/>
            <a:ext cx="8134350"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2"/>
          <p:cNvPicPr>
            <a:picLocks noChangeAspect="1" noChangeArrowheads="1"/>
          </p:cNvPicPr>
          <p:nvPr/>
        </p:nvPicPr>
        <p:blipFill>
          <a:blip r:embed="rId2">
            <a:extLst>
              <a:ext uri="{28A0092B-C50C-407E-A947-70E740481C1C}">
                <a14:useLocalDpi xmlns:a14="http://schemas.microsoft.com/office/drawing/2010/main" val="0"/>
              </a:ext>
            </a:extLst>
          </a:blip>
          <a:srcRect t="21037" r="-21951"/>
          <a:stretch>
            <a:fillRect/>
          </a:stretch>
        </p:blipFill>
        <p:spPr bwMode="auto">
          <a:xfrm>
            <a:off x="504825" y="3987800"/>
            <a:ext cx="6365875"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文本框 3"/>
          <p:cNvSpPr txBox="1"/>
          <p:nvPr/>
        </p:nvSpPr>
        <p:spPr>
          <a:xfrm>
            <a:off x="293688" y="3798888"/>
            <a:ext cx="3775075"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fontAlgn="ctr" hangingPunct="1">
              <a:spcBef>
                <a:spcPct val="0"/>
              </a:spcBef>
              <a:buClrTx/>
              <a:buSzTx/>
              <a:buFontTx/>
              <a:buNone/>
            </a:pPr>
            <a:r>
              <a:rPr lang="zh-CN" altLang="en-US" sz="2800" dirty="0">
                <a:latin typeface="Times New Roman" panose="02020603050405020304" pitchFamily="18" charset="0"/>
              </a:rPr>
              <a:t>一位二进制加法运算：</a:t>
            </a:r>
            <a:endParaRPr lang="zh-CN" altLang="en-US" sz="2800" dirty="0">
              <a:latin typeface="Times New Roman" panose="02020603050405020304" pitchFamily="18" charset="0"/>
            </a:endParaRPr>
          </a:p>
        </p:txBody>
      </p:sp>
      <p:sp>
        <p:nvSpPr>
          <p:cNvPr id="2" name="文本框 1"/>
          <p:cNvSpPr txBox="1"/>
          <p:nvPr/>
        </p:nvSpPr>
        <p:spPr>
          <a:xfrm>
            <a:off x="3524250" y="4543425"/>
            <a:ext cx="1576388" cy="18161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2800" dirty="0">
                <a:latin typeface="Times New Roman" panose="02020603050405020304" pitchFamily="18" charset="0"/>
              </a:rPr>
              <a:t>0 + 0 =  0</a:t>
            </a:r>
            <a:endParaRPr lang="en-US" altLang="zh-CN" sz="2800" dirty="0">
              <a:latin typeface="Times New Roman" panose="02020603050405020304" pitchFamily="18" charset="0"/>
            </a:endParaRPr>
          </a:p>
          <a:p>
            <a:pPr marL="0" lvl="0" indent="0">
              <a:spcBef>
                <a:spcPct val="0"/>
              </a:spcBef>
              <a:buClrTx/>
              <a:buSzTx/>
              <a:buFontTx/>
              <a:buNone/>
            </a:pPr>
            <a:r>
              <a:rPr lang="en-US" altLang="zh-CN" sz="2800" dirty="0">
                <a:latin typeface="Times New Roman" panose="02020603050405020304" pitchFamily="18" charset="0"/>
              </a:rPr>
              <a:t>0 + 1 =  1</a:t>
            </a:r>
            <a:endParaRPr lang="en-US" altLang="zh-CN" sz="2800" dirty="0">
              <a:latin typeface="Times New Roman" panose="02020603050405020304" pitchFamily="18" charset="0"/>
            </a:endParaRPr>
          </a:p>
          <a:p>
            <a:pPr marL="0" lvl="0" indent="0">
              <a:spcBef>
                <a:spcPct val="0"/>
              </a:spcBef>
              <a:buClrTx/>
              <a:buSzTx/>
              <a:buFontTx/>
              <a:buNone/>
            </a:pPr>
            <a:r>
              <a:rPr lang="en-US" altLang="zh-CN" sz="2800" dirty="0">
                <a:latin typeface="Times New Roman" panose="02020603050405020304" pitchFamily="18" charset="0"/>
              </a:rPr>
              <a:t>1 + 0 =  1</a:t>
            </a:r>
            <a:endParaRPr lang="en-US" altLang="zh-CN" sz="2800" dirty="0">
              <a:latin typeface="Times New Roman" panose="02020603050405020304" pitchFamily="18" charset="0"/>
            </a:endParaRPr>
          </a:p>
          <a:p>
            <a:pPr marL="0" lvl="0" indent="0">
              <a:spcBef>
                <a:spcPct val="0"/>
              </a:spcBef>
              <a:buClrTx/>
              <a:buSzTx/>
              <a:buFontTx/>
              <a:buNone/>
            </a:pPr>
            <a:r>
              <a:rPr lang="en-US" altLang="zh-CN" sz="2800" dirty="0">
                <a:latin typeface="Times New Roman" panose="02020603050405020304" pitchFamily="18" charset="0"/>
              </a:rPr>
              <a:t>1 + 1 =</a:t>
            </a:r>
            <a:r>
              <a:rPr lang="en-US" altLang="zh-CN" sz="2800" dirty="0">
                <a:solidFill>
                  <a:srgbClr val="FF0000"/>
                </a:solidFill>
                <a:latin typeface="Times New Roman" panose="02020603050405020304" pitchFamily="18" charset="0"/>
              </a:rPr>
              <a:t>1</a:t>
            </a:r>
            <a:r>
              <a:rPr lang="en-US" altLang="zh-CN" sz="2800" dirty="0">
                <a:latin typeface="Times New Roman" panose="02020603050405020304" pitchFamily="18" charset="0"/>
              </a:rPr>
              <a:t>0</a:t>
            </a:r>
            <a:endParaRPr lang="zh-CN" altLang="en-US" sz="2800" dirty="0">
              <a:latin typeface="Times New Roman" panose="02020603050405020304" pitchFamily="18" charset="0"/>
            </a:endParaRPr>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t="21037" r="-21951"/>
          <a:stretch>
            <a:fillRect/>
          </a:stretch>
        </p:blipFill>
        <p:spPr bwMode="auto">
          <a:xfrm>
            <a:off x="1333500" y="498475"/>
            <a:ext cx="6715125" cy="293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307496"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1.3  </a:t>
            </a:r>
            <a:r>
              <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数字逻辑及数字电路</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7669213" cy="527580"/>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1.3.3 </a:t>
            </a:r>
            <a:r>
              <a:rPr kumimoji="1" lang="zh-CN" altLang="en-US"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仿真软件及</a:t>
            </a:r>
            <a:r>
              <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HDL</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 name="Text Box 4"/>
          <p:cNvSpPr txBox="1">
            <a:spLocks noChangeArrowheads="1"/>
          </p:cNvSpPr>
          <p:nvPr/>
        </p:nvSpPr>
        <p:spPr bwMode="auto">
          <a:xfrm>
            <a:off x="715339" y="1742018"/>
            <a:ext cx="7850016" cy="4590872"/>
          </a:xfrm>
          <a:prstGeom prst="rect">
            <a:avLst/>
          </a:prstGeom>
          <a:noFill/>
          <a:ln w="9525">
            <a:noFill/>
            <a:miter lim="800000"/>
          </a:ln>
          <a:effectLst/>
        </p:spPr>
        <p:txBody>
          <a:bodyPr wrap="square">
            <a:spAutoFit/>
          </a:bodyPr>
          <a:lstStyle/>
          <a:p>
            <a:pPr lvl="0" eaLnBrk="1" hangingPunct="1">
              <a:lnSpc>
                <a:spcPct val="110000"/>
              </a:lnSpc>
              <a:spcBef>
                <a:spcPts val="290"/>
              </a:spcBef>
              <a:spcAft>
                <a:spcPct val="10000"/>
              </a:spcAft>
              <a:defRPr/>
            </a:pPr>
            <a:r>
              <a:rPr kumimoji="1" lang="en-US" altLang="zh-CN" sz="2400" b="1" dirty="0"/>
              <a:t>1.</a:t>
            </a:r>
            <a:r>
              <a:rPr kumimoji="1" lang="zh-CN" altLang="en-US" sz="2400" b="1" dirty="0"/>
              <a:t> </a:t>
            </a:r>
            <a:r>
              <a:rPr kumimoji="1" lang="en-US" altLang="zh-CN" sz="2400" b="1" dirty="0">
                <a:solidFill>
                  <a:srgbClr val="FF0000"/>
                </a:solidFill>
              </a:rPr>
              <a:t>Logisim</a:t>
            </a:r>
            <a:r>
              <a:rPr kumimoji="1" lang="zh-CN" altLang="en-US" sz="2400" b="1" dirty="0"/>
              <a:t>：是一款用以教育教学的数字逻辑电路设计和模拟的仿真软件。</a:t>
            </a:r>
            <a:endParaRPr kumimoji="1" lang="en-US" altLang="zh-CN" sz="2400" b="1" dirty="0"/>
          </a:p>
          <a:p>
            <a:pPr lvl="0" eaLnBrk="1" hangingPunct="1">
              <a:lnSpc>
                <a:spcPct val="110000"/>
              </a:lnSpc>
              <a:spcBef>
                <a:spcPts val="290"/>
              </a:spcBef>
              <a:spcAft>
                <a:spcPct val="10000"/>
              </a:spcAft>
              <a:defRPr/>
            </a:pPr>
            <a:r>
              <a:rPr kumimoji="1" lang="en-US" altLang="zh-CN" sz="2200" b="1" dirty="0"/>
              <a:t>Logisim</a:t>
            </a:r>
            <a:r>
              <a:rPr kumimoji="1" lang="zh-CN" altLang="en-US" sz="2200" b="1" dirty="0"/>
              <a:t>具有如下特点：</a:t>
            </a:r>
            <a:endParaRPr kumimoji="1" lang="zh-CN" altLang="en-US" sz="2200" b="1" dirty="0"/>
          </a:p>
          <a:p>
            <a:pPr lvl="0" eaLnBrk="1" hangingPunct="1">
              <a:lnSpc>
                <a:spcPct val="110000"/>
              </a:lnSpc>
              <a:spcBef>
                <a:spcPts val="290"/>
              </a:spcBef>
              <a:spcAft>
                <a:spcPct val="10000"/>
              </a:spcAft>
              <a:defRPr/>
            </a:pPr>
            <a:r>
              <a:rPr kumimoji="1" lang="zh-CN" altLang="en-US" sz="2200" b="1" dirty="0"/>
              <a:t>    </a:t>
            </a:r>
            <a:r>
              <a:rPr kumimoji="1" lang="en-US" altLang="zh-CN" sz="2200" b="1" dirty="0"/>
              <a:t>1</a:t>
            </a:r>
            <a:r>
              <a:rPr kumimoji="1" lang="zh-CN" altLang="en-US" sz="2200" b="1" dirty="0"/>
              <a:t>）是一款开源软件，能够有效地进行电路仿真和验证，电路设计和调试简单；</a:t>
            </a:r>
            <a:endParaRPr kumimoji="1" lang="zh-CN" altLang="en-US" sz="2200" b="1" dirty="0"/>
          </a:p>
          <a:p>
            <a:pPr lvl="0" eaLnBrk="1" hangingPunct="1">
              <a:lnSpc>
                <a:spcPct val="110000"/>
              </a:lnSpc>
              <a:spcBef>
                <a:spcPts val="290"/>
              </a:spcBef>
              <a:spcAft>
                <a:spcPct val="10000"/>
              </a:spcAft>
              <a:defRPr/>
            </a:pPr>
            <a:r>
              <a:rPr kumimoji="1" lang="zh-CN" altLang="en-US" sz="2200" b="1" dirty="0"/>
              <a:t>    </a:t>
            </a:r>
            <a:r>
              <a:rPr kumimoji="1" lang="en-US" altLang="zh-CN" sz="2200" b="1" dirty="0"/>
              <a:t>2</a:t>
            </a:r>
            <a:r>
              <a:rPr kumimoji="1" lang="zh-CN" altLang="en-US" sz="2200" b="1" dirty="0"/>
              <a:t>）内置的“组合分析”模块可以方便地进行电路、真值表和布尔表达式间的转换；</a:t>
            </a:r>
            <a:endParaRPr kumimoji="1" lang="zh-CN" altLang="en-US" sz="2200" b="1" dirty="0"/>
          </a:p>
          <a:p>
            <a:pPr lvl="0" eaLnBrk="1" hangingPunct="1">
              <a:lnSpc>
                <a:spcPct val="110000"/>
              </a:lnSpc>
              <a:spcBef>
                <a:spcPts val="290"/>
              </a:spcBef>
              <a:spcAft>
                <a:spcPct val="10000"/>
              </a:spcAft>
              <a:defRPr/>
            </a:pPr>
            <a:r>
              <a:rPr kumimoji="1" lang="zh-CN" altLang="en-US" sz="2200" b="1" dirty="0"/>
              <a:t>    </a:t>
            </a:r>
            <a:r>
              <a:rPr kumimoji="1" lang="en-US" altLang="zh-CN" sz="2200" b="1" dirty="0"/>
              <a:t>3</a:t>
            </a:r>
            <a:r>
              <a:rPr kumimoji="1" lang="zh-CN" altLang="en-US" sz="2200" b="1" dirty="0"/>
              <a:t>）支持子电路封装，易于构建复杂数字电路系统；</a:t>
            </a:r>
            <a:endParaRPr kumimoji="1" lang="zh-CN" altLang="en-US" sz="2200" b="1" dirty="0"/>
          </a:p>
          <a:p>
            <a:pPr lvl="0" eaLnBrk="1" hangingPunct="1">
              <a:lnSpc>
                <a:spcPct val="110000"/>
              </a:lnSpc>
              <a:spcBef>
                <a:spcPts val="290"/>
              </a:spcBef>
              <a:spcAft>
                <a:spcPct val="10000"/>
              </a:spcAft>
              <a:defRPr/>
            </a:pPr>
            <a:r>
              <a:rPr kumimoji="1" lang="zh-CN" altLang="en-US" sz="2200" b="1" dirty="0"/>
              <a:t>    </a:t>
            </a:r>
            <a:r>
              <a:rPr kumimoji="1" lang="en-US" altLang="zh-CN" sz="2200" b="1" dirty="0"/>
              <a:t>4</a:t>
            </a:r>
            <a:r>
              <a:rPr kumimoji="1" lang="zh-CN" altLang="en-US" sz="2200" b="1" dirty="0"/>
              <a:t>）延续了数字逻辑中数字电路设计方法，有利于培养硬件设计思想，又回避了硬件描述语言过于抽象、硬件设计程序化的问题。</a:t>
            </a:r>
            <a:endParaRPr kumimoji="1" lang="zh-CN" altLang="en-US" sz="2200" b="1" dirty="0"/>
          </a:p>
        </p:txBody>
      </p:sp>
    </p:spTree>
  </p:cSld>
  <p:clrMapOvr>
    <a:masterClrMapping/>
  </p:clrMapOvr>
  <p:transition spd="med">
    <p:zo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0" y="490538"/>
            <a:ext cx="5307496" cy="584775"/>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1.3  </a:t>
            </a:r>
            <a:r>
              <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rPr>
              <a:t>数字逻辑及数字电路</a:t>
            </a:r>
            <a:endParaRPr kumimoji="1" lang="zh-CN" altLang="en-US" sz="3200" b="1" i="0" u="none" strike="noStrike" kern="1200" cap="none" spc="0" normalizeH="0" baseline="0" noProof="0" dirty="0">
              <a:ln>
                <a:noFill/>
              </a:ln>
              <a:solidFill>
                <a:srgbClr val="FF3300"/>
              </a:solidFill>
              <a:effectLst>
                <a:outerShdw blurRad="38100" dist="38100" dir="2700000" algn="tl">
                  <a:srgbClr val="000000"/>
                </a:outerShdw>
              </a:effectLst>
              <a:uLnTx/>
              <a:uFillTx/>
              <a:latin typeface="幼圆" panose="02010509060101010101" pitchFamily="49" charset="-122"/>
              <a:ea typeface="幼圆" panose="02010509060101010101" pitchFamily="49" charset="-122"/>
              <a:cs typeface="+mn-cs"/>
            </a:endParaRPr>
          </a:p>
        </p:txBody>
      </p:sp>
      <p:sp>
        <p:nvSpPr>
          <p:cNvPr id="7172" name="Text Box 4"/>
          <p:cNvSpPr txBox="1">
            <a:spLocks noChangeArrowheads="1"/>
          </p:cNvSpPr>
          <p:nvPr/>
        </p:nvSpPr>
        <p:spPr bwMode="auto">
          <a:xfrm>
            <a:off x="709613" y="1214438"/>
            <a:ext cx="7669213" cy="527580"/>
          </a:xfrm>
          <a:prstGeom prst="rect">
            <a:avLst/>
          </a:prstGeom>
          <a:noFill/>
          <a:ln w="9525">
            <a:noFill/>
            <a:miter lim="800000"/>
          </a:ln>
          <a:effectLst/>
        </p:spPr>
        <p:txBody>
          <a:bodyPr>
            <a:spAutoFit/>
          </a:bodyPr>
          <a:lstStyle/>
          <a:p>
            <a:pPr marR="0" lvl="0" algn="l" defTabSz="914400" rtl="0" eaLnBrk="1" fontAlgn="base" latinLnBrk="0" hangingPunct="1">
              <a:lnSpc>
                <a:spcPct val="110000"/>
              </a:lnSpc>
              <a:spcBef>
                <a:spcPct val="10000"/>
              </a:spcBef>
              <a:spcAft>
                <a:spcPct val="10000"/>
              </a:spcAft>
              <a:buClrTx/>
              <a:buSzTx/>
              <a:defRPr/>
            </a:pPr>
            <a:r>
              <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1.3.3 </a:t>
            </a:r>
            <a:r>
              <a:rPr kumimoji="1" lang="zh-CN" altLang="en-US"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仿真软件及</a:t>
            </a:r>
            <a:r>
              <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rPr>
              <a:t>HDL</a:t>
            </a:r>
            <a:endParaRPr kumimoji="1" lang="en-US" altLang="zh-CN" sz="2800" b="1" i="0" u="none" strike="noStrike" kern="1200" cap="none" spc="0" normalizeH="0" baseline="0" noProof="0" dirty="0">
              <a:ln>
                <a:noFill/>
              </a:ln>
              <a:solidFill>
                <a:srgbClr val="CC66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cs typeface="+mn-cs"/>
            </a:endParaRPr>
          </a:p>
        </p:txBody>
      </p:sp>
      <p:sp>
        <p:nvSpPr>
          <p:cNvPr id="3" name="Text Box 4"/>
          <p:cNvSpPr txBox="1">
            <a:spLocks noChangeArrowheads="1"/>
          </p:cNvSpPr>
          <p:nvPr/>
        </p:nvSpPr>
        <p:spPr bwMode="auto">
          <a:xfrm>
            <a:off x="737393" y="1742018"/>
            <a:ext cx="7850016" cy="3790974"/>
          </a:xfrm>
          <a:prstGeom prst="rect">
            <a:avLst/>
          </a:prstGeom>
          <a:noFill/>
          <a:ln w="9525">
            <a:noFill/>
            <a:miter lim="800000"/>
          </a:ln>
          <a:effectLst/>
        </p:spPr>
        <p:txBody>
          <a:bodyPr wrap="square">
            <a:spAutoFit/>
          </a:bodyPr>
          <a:lstStyle/>
          <a:p>
            <a:pPr lvl="0" eaLnBrk="1" hangingPunct="1">
              <a:lnSpc>
                <a:spcPct val="110000"/>
              </a:lnSpc>
              <a:spcBef>
                <a:spcPts val="290"/>
              </a:spcBef>
              <a:spcAft>
                <a:spcPct val="10000"/>
              </a:spcAft>
              <a:defRPr/>
            </a:pPr>
            <a:r>
              <a:rPr kumimoji="1" lang="en-US" altLang="zh-CN" sz="2400" b="1" dirty="0"/>
              <a:t>2.</a:t>
            </a:r>
            <a:r>
              <a:rPr kumimoji="1" lang="zh-CN" altLang="en-US" sz="2400" b="1" dirty="0"/>
              <a:t> </a:t>
            </a:r>
            <a:r>
              <a:rPr kumimoji="1" lang="zh-CN" altLang="en-US" sz="2400" b="1" dirty="0">
                <a:solidFill>
                  <a:srgbClr val="FF0000"/>
                </a:solidFill>
              </a:rPr>
              <a:t>硬件描述语言</a:t>
            </a:r>
            <a:r>
              <a:rPr kumimoji="1" lang="en-US" altLang="zh-CN" sz="2400" b="1" dirty="0">
                <a:solidFill>
                  <a:srgbClr val="FF0000"/>
                </a:solidFill>
              </a:rPr>
              <a:t>HDL</a:t>
            </a:r>
            <a:r>
              <a:rPr kumimoji="1" lang="zh-CN" altLang="en-US" sz="2400" b="1" dirty="0"/>
              <a:t>：是一种用形式化方法来描述数字电路和系统的语言。数字电路系统的设计者利用这种语言可以从上层到下层（从抽象到具体）逐层描述自己的设计思想，用一系列分层次的模块来表示极其复杂的数字系统。</a:t>
            </a:r>
            <a:endParaRPr kumimoji="1" lang="en-US" altLang="zh-CN" sz="2400" b="1" dirty="0"/>
          </a:p>
          <a:p>
            <a:pPr lvl="0" eaLnBrk="1" hangingPunct="1">
              <a:lnSpc>
                <a:spcPct val="110000"/>
              </a:lnSpc>
              <a:spcBef>
                <a:spcPts val="290"/>
              </a:spcBef>
              <a:spcAft>
                <a:spcPct val="10000"/>
              </a:spcAft>
              <a:defRPr/>
            </a:pPr>
            <a:r>
              <a:rPr kumimoji="1" lang="en-US" altLang="zh-CN" sz="2400" b="1" dirty="0"/>
              <a:t>    </a:t>
            </a:r>
            <a:r>
              <a:rPr kumimoji="1" lang="en-US" altLang="zh-CN" sz="2400" b="1" dirty="0">
                <a:solidFill>
                  <a:srgbClr val="FF0000"/>
                </a:solidFill>
              </a:rPr>
              <a:t>Verilog HDL</a:t>
            </a:r>
            <a:r>
              <a:rPr kumimoji="1" lang="zh-CN" altLang="en-US" sz="2400" b="1" dirty="0"/>
              <a:t>是硬件描述语言的一种，是在</a:t>
            </a:r>
            <a:r>
              <a:rPr kumimoji="1" lang="en-US" altLang="zh-CN" sz="2400" b="1" dirty="0"/>
              <a:t>1983</a:t>
            </a:r>
            <a:r>
              <a:rPr kumimoji="1" lang="zh-CN" altLang="en-US" sz="2400" b="1" dirty="0"/>
              <a:t>年由公司的</a:t>
            </a:r>
            <a:r>
              <a:rPr kumimoji="1" lang="en-US" altLang="zh-CN" sz="2400" b="1" dirty="0"/>
              <a:t>Phil </a:t>
            </a:r>
            <a:r>
              <a:rPr kumimoji="1" lang="en-US" altLang="zh-CN" sz="2400" b="1" dirty="0" err="1"/>
              <a:t>Moorby</a:t>
            </a:r>
            <a:r>
              <a:rPr kumimoji="1" lang="zh-CN" altLang="en-US" sz="2400" b="1" dirty="0"/>
              <a:t>首创的。该语言以文本形式来描述数字系统硬件的结构和行为，允许设计者进行各种级别的逻辑设计，完成数字逻辑系统的仿真验证、时序分析、逻辑综合。它是目前应用较广泛的一种硬件描述语言。</a:t>
            </a:r>
            <a:endParaRPr kumimoji="1" lang="zh-CN" altLang="en-US" sz="2400" b="1" dirty="0"/>
          </a:p>
        </p:txBody>
      </p:sp>
    </p:spTree>
  </p:cSld>
  <p:clrMapOvr>
    <a:masterClrMapping/>
  </p:clrMapOvr>
  <p:transition spd="med">
    <p:zoom/>
  </p:transition>
  <p:timing>
    <p:tnLst>
      <p:par>
        <p:cTn id="1" dur="indefinite" restart="never" nodeType="tmRoot"/>
      </p:par>
    </p:tnLst>
  </p:timing>
</p:sld>
</file>

<file path=ppt/tags/tag1.xml><?xml version="1.0" encoding="utf-8"?>
<p:tagLst xmlns:p="http://schemas.openxmlformats.org/presentationml/2006/main">
  <p:tag name="COMMONDATA" val="eyJoZGlkIjoiNzEyYTQ1ZTkxNzgyMjUxNmZmODI5MjdiYTcxOGE3YWEifQ=="/>
</p:tagLst>
</file>

<file path=ppt/theme/theme1.xml><?xml version="1.0" encoding="utf-8"?>
<a:theme xmlns:a="http://schemas.openxmlformats.org/drawingml/2006/main" name="Pixel">
  <a:themeElements>
    <a:clrScheme name="">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989B7"/>
      </a:accent6>
      <a:hlink>
        <a:srgbClr val="666699"/>
      </a:hlink>
      <a:folHlink>
        <a:srgbClr val="CCCCE6"/>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none" lIns="91440" tIns="45720" rIns="91440" bIns="45720" numCol="1" anchor="t" anchorCtr="0" compatLnSpc="1">
        <a:spAutoFit/>
      </a:bodyPr>
      <a:lstStyle>
        <a:defPPr marL="0" marR="0" indent="0" algn="l" defTabSz="914400" rtl="0" eaLnBrk="1" fontAlgn="ctr" latinLnBrk="0" hangingPunct="1">
          <a:lnSpc>
            <a:spcPct val="100000"/>
          </a:lnSpc>
          <a:spcBef>
            <a:spcPct val="0"/>
          </a:spcBef>
          <a:spcAft>
            <a:spcPct val="0"/>
          </a:spcAft>
          <a:buClrTx/>
          <a:buSzTx/>
          <a:buFontTx/>
          <a:buNone/>
          <a:defRPr kumimoji="0"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a:bodyPr/>
      <a:lstStyle/>
      <a:style>
        <a:lnRef idx="1">
          <a:schemeClr val="dk1"/>
        </a:lnRef>
        <a:fillRef idx="0">
          <a:schemeClr val="dk1"/>
        </a:fillRef>
        <a:effectRef idx="0">
          <a:schemeClr val="dk1"/>
        </a:effectRef>
        <a:fontRef idx="minor">
          <a:schemeClr val="tx1"/>
        </a:fontRef>
      </a: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4071</Words>
  <Application>WPS 演示</Application>
  <PresentationFormat>全屏显示(4:3)</PresentationFormat>
  <Paragraphs>623</Paragraphs>
  <Slides>34</Slides>
  <Notes>0</Notes>
  <HiddenSlides>0</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1</vt:i4>
      </vt:variant>
      <vt:variant>
        <vt:lpstr>幻灯片标题</vt:lpstr>
      </vt:variant>
      <vt:variant>
        <vt:i4>34</vt:i4>
      </vt:variant>
    </vt:vector>
  </HeadingPairs>
  <TitlesOfParts>
    <vt:vector size="51" baseType="lpstr">
      <vt:lpstr>Arial</vt:lpstr>
      <vt:lpstr>宋体</vt:lpstr>
      <vt:lpstr>Wingdings</vt:lpstr>
      <vt:lpstr>Times New Roman</vt:lpstr>
      <vt:lpstr>Arial Black</vt:lpstr>
      <vt:lpstr>华文中宋</vt:lpstr>
      <vt:lpstr>华文宋体</vt:lpstr>
      <vt:lpstr>幼圆</vt:lpstr>
      <vt:lpstr>微软雅黑</vt:lpstr>
      <vt:lpstr>Arial Unicode MS</vt:lpstr>
      <vt:lpstr>Calibri</vt:lpstr>
      <vt:lpstr>Symbol</vt:lpstr>
      <vt:lpstr>楷体_GB2312</vt:lpstr>
      <vt:lpstr>新宋体</vt:lpstr>
      <vt:lpstr>Pixel</vt:lpstr>
      <vt:lpstr>1_Pixel</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dell</dc:creator>
  <cp:lastModifiedBy>wujing</cp:lastModifiedBy>
  <cp:revision>429</cp:revision>
  <cp:lastPrinted>1999-10-10T02:25:00Z</cp:lastPrinted>
  <dcterms:created xsi:type="dcterms:W3CDTF">1999-09-13T01:56:00Z</dcterms:created>
  <dcterms:modified xsi:type="dcterms:W3CDTF">2025-04-05T13:16:04Z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9FBE08EB3E1646A0AB1CF22DCB80F8AF_12</vt:lpwstr>
  </property>
</Properties>
</file>