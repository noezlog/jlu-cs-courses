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57"/>
  </p:notesMasterIdLst>
  <p:sldIdLst>
    <p:sldId id="256" r:id="rId2"/>
    <p:sldId id="300" r:id="rId3"/>
    <p:sldId id="257" r:id="rId4"/>
    <p:sldId id="259" r:id="rId5"/>
    <p:sldId id="258" r:id="rId6"/>
    <p:sldId id="260" r:id="rId7"/>
    <p:sldId id="261" r:id="rId8"/>
    <p:sldId id="262" r:id="rId9"/>
    <p:sldId id="263" r:id="rId10"/>
    <p:sldId id="264" r:id="rId11"/>
    <p:sldId id="302" r:id="rId12"/>
    <p:sldId id="265" r:id="rId13"/>
    <p:sldId id="266" r:id="rId14"/>
    <p:sldId id="267" r:id="rId15"/>
    <p:sldId id="268" r:id="rId16"/>
    <p:sldId id="270" r:id="rId17"/>
    <p:sldId id="269" r:id="rId18"/>
    <p:sldId id="271" r:id="rId19"/>
    <p:sldId id="272" r:id="rId20"/>
    <p:sldId id="273" r:id="rId21"/>
    <p:sldId id="274" r:id="rId22"/>
    <p:sldId id="275" r:id="rId23"/>
    <p:sldId id="301" r:id="rId24"/>
    <p:sldId id="276" r:id="rId25"/>
    <p:sldId id="277" r:id="rId26"/>
    <p:sldId id="298" r:id="rId27"/>
    <p:sldId id="279" r:id="rId28"/>
    <p:sldId id="280" r:id="rId29"/>
    <p:sldId id="278" r:id="rId30"/>
    <p:sldId id="281" r:id="rId31"/>
    <p:sldId id="282" r:id="rId32"/>
    <p:sldId id="283" r:id="rId33"/>
    <p:sldId id="284" r:id="rId34"/>
    <p:sldId id="285" r:id="rId35"/>
    <p:sldId id="286" r:id="rId36"/>
    <p:sldId id="287" r:id="rId37"/>
    <p:sldId id="290" r:id="rId38"/>
    <p:sldId id="291" r:id="rId39"/>
    <p:sldId id="289" r:id="rId40"/>
    <p:sldId id="288" r:id="rId41"/>
    <p:sldId id="293" r:id="rId42"/>
    <p:sldId id="292" r:id="rId43"/>
    <p:sldId id="304" r:id="rId44"/>
    <p:sldId id="305" r:id="rId45"/>
    <p:sldId id="294" r:id="rId46"/>
    <p:sldId id="295" r:id="rId47"/>
    <p:sldId id="296" r:id="rId48"/>
    <p:sldId id="297" r:id="rId49"/>
    <p:sldId id="303" r:id="rId50"/>
    <p:sldId id="306" r:id="rId51"/>
    <p:sldId id="307" r:id="rId52"/>
    <p:sldId id="308" r:id="rId53"/>
    <p:sldId id="309" r:id="rId54"/>
    <p:sldId id="310" r:id="rId55"/>
    <p:sldId id="311" r:id="rId5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82"/>
    <p:restoredTop sz="72406"/>
  </p:normalViewPr>
  <p:slideViewPr>
    <p:cSldViewPr>
      <p:cViewPr varScale="1">
        <p:scale>
          <a:sx n="77" d="100"/>
          <a:sy n="77" d="100"/>
        </p:scale>
        <p:origin x="1528" y="19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1041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1" Type="http://schemas.openxmlformats.org/officeDocument/2006/relationships/slide" Target="slides/slide3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 Id="rId4" Type="http://schemas.openxmlformats.org/officeDocument/2006/relationships/image" Target="../media/image14.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F7547CE-113E-4C47-A3B1-28969CD07CC4}"/>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1" sz="1200">
                <a:latin typeface="Times New Roman" pitchFamily="18" charset="0"/>
                <a:ea typeface="宋体" pitchFamily="2" charset="-122"/>
                <a:cs typeface="+mn-cs"/>
              </a:defRPr>
            </a:lvl1pPr>
          </a:lstStyle>
          <a:p>
            <a:pPr>
              <a:defRPr/>
            </a:pPr>
            <a:endParaRPr lang="en-US" altLang="zh-CN"/>
          </a:p>
        </p:txBody>
      </p:sp>
      <p:sp>
        <p:nvSpPr>
          <p:cNvPr id="47107" name="Rectangle 3">
            <a:extLst>
              <a:ext uri="{FF2B5EF4-FFF2-40B4-BE49-F238E27FC236}">
                <a16:creationId xmlns:a16="http://schemas.microsoft.com/office/drawing/2014/main" id="{D2A8921F-02A8-BB45-882F-401FA2E3FB7A}"/>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ea typeface="宋体" pitchFamily="2" charset="-122"/>
                <a:cs typeface="+mn-cs"/>
              </a:defRPr>
            </a:lvl1pPr>
          </a:lstStyle>
          <a:p>
            <a:pPr>
              <a:defRPr/>
            </a:pPr>
            <a:endParaRPr lang="en-US" altLang="zh-CN"/>
          </a:p>
        </p:txBody>
      </p:sp>
      <p:sp>
        <p:nvSpPr>
          <p:cNvPr id="53252" name="Rectangle 4">
            <a:extLst>
              <a:ext uri="{FF2B5EF4-FFF2-40B4-BE49-F238E27FC236}">
                <a16:creationId xmlns:a16="http://schemas.microsoft.com/office/drawing/2014/main" id="{AB2A0718-5818-6345-AA27-831FFC6A646E}"/>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 uri="{FAA26D3D-D897-4be2-8F04-BA451C77F1D7}">
              <ma14:placeholderFlag xmlns:ma14="http://schemas.microsoft.com/office/mac/drawingml/2011/main" xmlns="" val="1"/>
            </a:ext>
          </a:extLst>
        </p:spPr>
      </p:sp>
      <p:sp>
        <p:nvSpPr>
          <p:cNvPr id="47109" name="Rectangle 5">
            <a:extLst>
              <a:ext uri="{FF2B5EF4-FFF2-40B4-BE49-F238E27FC236}">
                <a16:creationId xmlns:a16="http://schemas.microsoft.com/office/drawing/2014/main" id="{FC71A319-D2D5-7E40-9D8F-0E8D0DD21928}"/>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7110" name="Rectangle 6">
            <a:extLst>
              <a:ext uri="{FF2B5EF4-FFF2-40B4-BE49-F238E27FC236}">
                <a16:creationId xmlns:a16="http://schemas.microsoft.com/office/drawing/2014/main" id="{EAE9C42E-97D8-DB47-83F6-EE31DA9FE5B2}"/>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1" sz="1200">
                <a:latin typeface="Times New Roman" pitchFamily="18" charset="0"/>
                <a:ea typeface="宋体" pitchFamily="2" charset="-122"/>
                <a:cs typeface="+mn-cs"/>
              </a:defRPr>
            </a:lvl1pPr>
          </a:lstStyle>
          <a:p>
            <a:pPr>
              <a:defRPr/>
            </a:pPr>
            <a:endParaRPr lang="en-US" altLang="zh-CN"/>
          </a:p>
        </p:txBody>
      </p:sp>
      <p:sp>
        <p:nvSpPr>
          <p:cNvPr id="47111" name="Rectangle 7">
            <a:extLst>
              <a:ext uri="{FF2B5EF4-FFF2-40B4-BE49-F238E27FC236}">
                <a16:creationId xmlns:a16="http://schemas.microsoft.com/office/drawing/2014/main" id="{140B43F7-41B6-0A45-912B-F24F9F217334}"/>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a:latin typeface="Times New Roman" panose="02020603050405020304" pitchFamily="18" charset="0"/>
              </a:defRPr>
            </a:lvl1pPr>
          </a:lstStyle>
          <a:p>
            <a:fld id="{44634221-8AFE-F14C-A104-66C681C2F963}"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宋体" pitchFamily="2" charset="-122"/>
        <a:cs typeface="宋体" charset="0"/>
      </a:defRPr>
    </a:lvl1pPr>
    <a:lvl2pPr marL="4572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baike.baidu.com/item/%E7%90%86%E8%AE%BA%E7%89%A9%E7%90%86%E5%AD%A6%E5%AE%B6/8738737"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E332BEBD-1413-E743-A6B7-D2A6549F1ADA}"/>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4CD4FEAF-ACA9-384B-81C4-F71692C953D3}" type="slidenum">
              <a:rPr lang="zh-CN" altLang="en-US" sz="1200">
                <a:latin typeface="Times New Roman" panose="02020603050405020304" pitchFamily="18" charset="0"/>
              </a:rPr>
              <a:pPr/>
              <a:t>1</a:t>
            </a:fld>
            <a:endParaRPr lang="en-US" altLang="zh-CN" sz="1200">
              <a:latin typeface="Times New Roman" panose="02020603050405020304" pitchFamily="18" charset="0"/>
            </a:endParaRPr>
          </a:p>
        </p:txBody>
      </p:sp>
      <p:sp>
        <p:nvSpPr>
          <p:cNvPr id="54275" name="Rectangle 2">
            <a:extLst>
              <a:ext uri="{FF2B5EF4-FFF2-40B4-BE49-F238E27FC236}">
                <a16:creationId xmlns:a16="http://schemas.microsoft.com/office/drawing/2014/main" id="{7F0DE8FC-A5D1-C342-955B-7421E4824D36}"/>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A5A0047C-52F7-AC42-B36D-A5AC7B7A5779}"/>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r>
              <a:rPr lang="zh-CN" altLang="en-US">
                <a:ea typeface="宋体" charset="0"/>
              </a:rPr>
              <a:t>图论的诞生：</a:t>
            </a:r>
            <a:r>
              <a:rPr lang="en-US" altLang="zh-CN">
                <a:ea typeface="宋体" charset="0"/>
              </a:rPr>
              <a:t>1736</a:t>
            </a:r>
            <a:r>
              <a:rPr lang="zh-CN" altLang="en-US">
                <a:ea typeface="宋体" charset="0"/>
              </a:rPr>
              <a:t>年，欧拉发表的论文中提出的哥尼斯堡的七座桥问题。</a:t>
            </a:r>
            <a:r>
              <a:rPr lang="en-US" altLang="zh-CN">
                <a:ea typeface="宋体" charset="0"/>
              </a:rPr>
              <a:t>P91</a:t>
            </a:r>
            <a:r>
              <a:rPr lang="zh-CN" altLang="en-US">
                <a:ea typeface="宋体" charset="0"/>
              </a:rPr>
              <a:t>。</a:t>
            </a:r>
          </a:p>
          <a:p>
            <a:pPr eaLnBrk="1" hangingPunct="1">
              <a:defRPr/>
            </a:pPr>
            <a:r>
              <a:rPr lang="zh-CN" altLang="en-US">
                <a:ea typeface="宋体" charset="0"/>
              </a:rPr>
              <a:t>图论刚诞生时，似乎无用，只是针对一些娱乐性问题。后来发现，几乎每个领域都会用到图论。如规划问题：高速公路。</a:t>
            </a:r>
            <a:r>
              <a:rPr lang="en-US" altLang="zh-CN">
                <a:ea typeface="宋体" charset="0"/>
              </a:rPr>
              <a:t>P92</a:t>
            </a:r>
            <a:r>
              <a:rPr lang="zh-CN" altLang="en-US">
                <a:ea typeface="宋体" charset="0"/>
              </a:rP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A02E65A-37E6-1C45-B465-E121E3408767}"/>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683D4957-CBFF-0343-8B3D-009ED2C87EAC}" type="slidenum">
              <a:rPr lang="zh-CN" altLang="en-US" sz="1200">
                <a:latin typeface="Times New Roman" panose="02020603050405020304" pitchFamily="18" charset="0"/>
              </a:rPr>
              <a:pPr/>
              <a:t>7</a:t>
            </a:fld>
            <a:endParaRPr lang="en-US" altLang="zh-CN" sz="1200">
              <a:latin typeface="Times New Roman" panose="02020603050405020304" pitchFamily="18" charset="0"/>
            </a:endParaRPr>
          </a:p>
        </p:txBody>
      </p:sp>
      <p:sp>
        <p:nvSpPr>
          <p:cNvPr id="55299" name="Rectangle 2">
            <a:extLst>
              <a:ext uri="{FF2B5EF4-FFF2-40B4-BE49-F238E27FC236}">
                <a16:creationId xmlns:a16="http://schemas.microsoft.com/office/drawing/2014/main" id="{41B9C9F0-9557-E64A-BC74-4C709D1FC4A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40CDE75A-C890-3248-85A3-FDEB8D4C8532}"/>
              </a:ext>
            </a:extLst>
          </p:cNvPr>
          <p:cNvSpPr>
            <a:spLocks noGrp="1" noChangeArrowheads="1"/>
          </p:cNvSpPr>
          <p:nvPr>
            <p:ph type="body" idx="1"/>
          </p:nvPr>
        </p:nvSpPr>
        <p:spPr/>
        <p:txBody>
          <a:bodyPr/>
          <a:lstStyle/>
          <a:p>
            <a:pPr eaLnBrk="1" hangingPunct="1">
              <a:defRPr/>
            </a:pPr>
            <a:endParaRPr lang="en-US" altLang="zh-CN" dirty="0">
              <a:solidFill>
                <a:schemeClr val="tx2"/>
              </a:solidFill>
              <a:effectLst>
                <a:outerShdw blurRad="38100" dist="38100" dir="2700000" algn="tl">
                  <a:srgbClr val="DDDDDD"/>
                </a:outerShdw>
              </a:effectLst>
              <a:latin typeface="宋体" charset="0"/>
              <a:ea typeface="宋体"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405E35C1-633E-C64B-A20C-D5A086531763}"/>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0411F554-1FB7-4F4E-BA67-7D6E2E3FE044}" type="slidenum">
              <a:rPr lang="zh-CN" altLang="en-US" sz="1200">
                <a:latin typeface="Times New Roman" panose="02020603050405020304" pitchFamily="18" charset="0"/>
              </a:rPr>
              <a:pPr/>
              <a:t>11</a:t>
            </a:fld>
            <a:endParaRPr lang="en-US" altLang="zh-CN" sz="1200">
              <a:latin typeface="Times New Roman" panose="02020603050405020304" pitchFamily="18" charset="0"/>
            </a:endParaRPr>
          </a:p>
        </p:txBody>
      </p:sp>
      <p:sp>
        <p:nvSpPr>
          <p:cNvPr id="56323" name="Rectangle 2">
            <a:extLst>
              <a:ext uri="{FF2B5EF4-FFF2-40B4-BE49-F238E27FC236}">
                <a16:creationId xmlns:a16="http://schemas.microsoft.com/office/drawing/2014/main" id="{B73965FB-E022-9143-8CBB-0AF5BFCB560D}"/>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A992B420-49D6-EC4B-99CF-02533D78E195}"/>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r>
              <a:rPr lang="en-US" altLang="zh-CN">
                <a:ea typeface="宋体" charset="0"/>
              </a:rPr>
              <a:t>1)</a:t>
            </a:r>
            <a:r>
              <a:rPr lang="zh-CN" altLang="en-US">
                <a:ea typeface="宋体" charset="0"/>
              </a:rPr>
              <a:t>不同构，</a:t>
            </a:r>
            <a:r>
              <a:rPr lang="en-US" altLang="zh-CN">
                <a:ea typeface="宋体" charset="0"/>
              </a:rPr>
              <a:t>H</a:t>
            </a:r>
            <a:r>
              <a:rPr lang="zh-CN" altLang="en-US">
                <a:ea typeface="宋体" charset="0"/>
              </a:rPr>
              <a:t>中存在只和一个点相邻的</a:t>
            </a:r>
            <a:r>
              <a:rPr lang="en-US" altLang="zh-CN">
                <a:ea typeface="宋体" charset="0"/>
              </a:rPr>
              <a:t>(1</a:t>
            </a:r>
            <a:r>
              <a:rPr lang="zh-CN" altLang="en-US">
                <a:ea typeface="宋体" charset="0"/>
              </a:rPr>
              <a:t>度</a:t>
            </a:r>
            <a:r>
              <a:rPr lang="en-US" altLang="zh-CN">
                <a:ea typeface="宋体" charset="0"/>
              </a:rPr>
              <a:t>)</a:t>
            </a:r>
            <a:r>
              <a:rPr lang="zh-CN" altLang="en-US">
                <a:ea typeface="宋体" charset="0"/>
              </a:rPr>
              <a:t>点，</a:t>
            </a:r>
            <a:r>
              <a:rPr lang="en-US" altLang="zh-CN">
                <a:ea typeface="宋体" charset="0"/>
              </a:rPr>
              <a:t>G</a:t>
            </a:r>
            <a:r>
              <a:rPr lang="zh-CN" altLang="en-US">
                <a:ea typeface="宋体" charset="0"/>
              </a:rPr>
              <a:t>中没有。</a:t>
            </a:r>
          </a:p>
          <a:p>
            <a:pPr eaLnBrk="1" hangingPunct="1">
              <a:defRPr/>
            </a:pPr>
            <a:r>
              <a:rPr lang="en-US" altLang="zh-CN">
                <a:ea typeface="宋体" charset="0"/>
              </a:rPr>
              <a:t>2)</a:t>
            </a:r>
            <a:r>
              <a:rPr lang="zh-CN" altLang="en-US">
                <a:ea typeface="宋体" charset="0"/>
              </a:rPr>
              <a:t>不同构，有两个相邻点的</a:t>
            </a:r>
            <a:r>
              <a:rPr lang="en-US" altLang="zh-CN">
                <a:ea typeface="宋体" charset="0"/>
              </a:rPr>
              <a:t>(2</a:t>
            </a:r>
            <a:r>
              <a:rPr lang="zh-CN" altLang="en-US">
                <a:ea typeface="宋体" charset="0"/>
              </a:rPr>
              <a:t>度</a:t>
            </a:r>
            <a:r>
              <a:rPr lang="en-US" altLang="zh-CN">
                <a:ea typeface="宋体" charset="0"/>
              </a:rPr>
              <a:t>)</a:t>
            </a:r>
            <a:r>
              <a:rPr lang="zh-CN" altLang="en-US">
                <a:ea typeface="宋体" charset="0"/>
              </a:rPr>
              <a:t>点在</a:t>
            </a:r>
            <a:r>
              <a:rPr lang="en-US" altLang="zh-CN">
                <a:ea typeface="宋体" charset="0"/>
              </a:rPr>
              <a:t>G</a:t>
            </a:r>
            <a:r>
              <a:rPr lang="zh-CN" altLang="en-US">
                <a:ea typeface="宋体" charset="0"/>
              </a:rPr>
              <a:t>中和其他有两个相邻点的</a:t>
            </a:r>
            <a:r>
              <a:rPr lang="en-US" altLang="zh-CN">
                <a:ea typeface="宋体" charset="0"/>
              </a:rPr>
              <a:t>(2</a:t>
            </a:r>
            <a:r>
              <a:rPr lang="zh-CN" altLang="en-US">
                <a:ea typeface="宋体" charset="0"/>
              </a:rPr>
              <a:t>度</a:t>
            </a:r>
            <a:r>
              <a:rPr lang="en-US" altLang="zh-CN">
                <a:ea typeface="宋体" charset="0"/>
              </a:rPr>
              <a:t>)</a:t>
            </a:r>
            <a:r>
              <a:rPr lang="zh-CN" altLang="en-US">
                <a:ea typeface="宋体" charset="0"/>
              </a:rPr>
              <a:t>点不相邻，而</a:t>
            </a:r>
            <a:r>
              <a:rPr lang="en-US" altLang="zh-CN">
                <a:ea typeface="宋体" charset="0"/>
              </a:rPr>
              <a:t>H</a:t>
            </a:r>
            <a:r>
              <a:rPr lang="zh-CN" altLang="en-US">
                <a:ea typeface="宋体" charset="0"/>
              </a:rPr>
              <a:t>中有两对这样的</a:t>
            </a:r>
            <a:r>
              <a:rPr lang="en-US" altLang="zh-CN">
                <a:ea typeface="宋体" charset="0"/>
              </a:rPr>
              <a:t>(2</a:t>
            </a:r>
            <a:r>
              <a:rPr lang="zh-CN" altLang="en-US">
                <a:ea typeface="宋体" charset="0"/>
              </a:rPr>
              <a:t>度</a:t>
            </a:r>
            <a:r>
              <a:rPr lang="en-US" altLang="zh-CN">
                <a:ea typeface="宋体" charset="0"/>
              </a:rPr>
              <a:t>)</a:t>
            </a:r>
            <a:r>
              <a:rPr lang="zh-CN" altLang="en-US">
                <a:ea typeface="宋体" charset="0"/>
              </a:rPr>
              <a:t>点是相邻的。</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1CACE641-B006-7047-815E-7F9EE0B570EF}"/>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13FF6517-8C9B-E84C-BEEF-8BAFC1946B4B}" type="slidenum">
              <a:rPr lang="zh-CN" altLang="en-US" sz="1200">
                <a:latin typeface="Times New Roman" panose="02020603050405020304" pitchFamily="18" charset="0"/>
              </a:rPr>
              <a:pPr/>
              <a:t>12</a:t>
            </a:fld>
            <a:endParaRPr lang="en-US" altLang="zh-CN" sz="1200">
              <a:latin typeface="Times New Roman" panose="02020603050405020304" pitchFamily="18" charset="0"/>
            </a:endParaRPr>
          </a:p>
        </p:txBody>
      </p:sp>
      <p:sp>
        <p:nvSpPr>
          <p:cNvPr id="57347" name="Rectangle 2">
            <a:extLst>
              <a:ext uri="{FF2B5EF4-FFF2-40B4-BE49-F238E27FC236}">
                <a16:creationId xmlns:a16="http://schemas.microsoft.com/office/drawing/2014/main" id="{6751C7E9-FA23-6E4B-915E-E36F138ADE31}"/>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914309D7-1875-B74B-AE02-4C753CB464E2}"/>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r>
              <a:rPr lang="zh-CN" altLang="en-US">
                <a:ea typeface="宋体" charset="0"/>
              </a:rPr>
              <a:t>诱导子图：如果两个端点在</a:t>
            </a:r>
            <a:r>
              <a:rPr lang="en-US" altLang="zh-CN">
                <a:ea typeface="宋体" charset="0"/>
              </a:rPr>
              <a:t>H</a:t>
            </a:r>
            <a:r>
              <a:rPr lang="zh-CN" altLang="en-US">
                <a:ea typeface="宋体" charset="0"/>
              </a:rPr>
              <a:t>中出现，则</a:t>
            </a:r>
            <a:r>
              <a:rPr lang="en-US" altLang="zh-CN">
                <a:ea typeface="宋体" charset="0"/>
              </a:rPr>
              <a:t>G</a:t>
            </a:r>
            <a:r>
              <a:rPr lang="zh-CN" altLang="en-US">
                <a:ea typeface="宋体" charset="0"/>
              </a:rPr>
              <a:t>中是相邻的，</a:t>
            </a:r>
            <a:r>
              <a:rPr lang="en-US" altLang="zh-CN">
                <a:ea typeface="宋体" charset="0"/>
              </a:rPr>
              <a:t>H</a:t>
            </a:r>
            <a:r>
              <a:rPr lang="zh-CN" altLang="en-US">
                <a:ea typeface="宋体" charset="0"/>
              </a:rPr>
              <a:t>中也必须是相邻的；</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59D1F19F-B7CA-9644-A612-9F5C34B699D4}"/>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78DEB5D6-B60D-A44B-8163-BB4C12E38949}" type="slidenum">
              <a:rPr lang="zh-CN" altLang="en-US" sz="1200">
                <a:latin typeface="Times New Roman" panose="02020603050405020304" pitchFamily="18" charset="0"/>
              </a:rPr>
              <a:pPr/>
              <a:t>14</a:t>
            </a:fld>
            <a:endParaRPr lang="en-US" altLang="zh-CN" sz="1200">
              <a:latin typeface="Times New Roman" panose="02020603050405020304" pitchFamily="18" charset="0"/>
            </a:endParaRPr>
          </a:p>
        </p:txBody>
      </p:sp>
      <p:sp>
        <p:nvSpPr>
          <p:cNvPr id="58371" name="Rectangle 2">
            <a:extLst>
              <a:ext uri="{FF2B5EF4-FFF2-40B4-BE49-F238E27FC236}">
                <a16:creationId xmlns:a16="http://schemas.microsoft.com/office/drawing/2014/main" id="{A37AFD7D-8716-9E40-8544-F97EBE782858}"/>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821056B9-7C00-A346-BF9D-72B6CC8D5197}"/>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r>
              <a:rPr lang="zh-CN" altLang="en-US">
                <a:ea typeface="宋体" charset="0"/>
              </a:rPr>
              <a:t>度反映了有多少条边关联着一个点。</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10397EE6-AF38-9F4B-8398-1967E0524332}"/>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F285CCDB-B490-C54D-B4BC-748CF16C7EF6}" type="slidenum">
              <a:rPr lang="zh-CN" altLang="en-US" sz="1200">
                <a:latin typeface="Times New Roman" panose="02020603050405020304" pitchFamily="18" charset="0"/>
              </a:rPr>
              <a:pPr/>
              <a:t>18</a:t>
            </a:fld>
            <a:endParaRPr lang="en-US" altLang="zh-CN" sz="1200">
              <a:latin typeface="Times New Roman" panose="02020603050405020304" pitchFamily="18" charset="0"/>
            </a:endParaRPr>
          </a:p>
        </p:txBody>
      </p:sp>
      <p:sp>
        <p:nvSpPr>
          <p:cNvPr id="59395" name="Rectangle 2">
            <a:extLst>
              <a:ext uri="{FF2B5EF4-FFF2-40B4-BE49-F238E27FC236}">
                <a16:creationId xmlns:a16="http://schemas.microsoft.com/office/drawing/2014/main" id="{498C1B88-66AC-0642-934F-78DF45D8792D}"/>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AD26B5E6-FF2C-CA48-A325-273F22E8697A}"/>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r>
              <a:rPr lang="zh-CN" altLang="en-US">
                <a:ea typeface="宋体" charset="0"/>
              </a:rPr>
              <a:t>见书上</a:t>
            </a:r>
            <a:r>
              <a:rPr lang="en-US" altLang="zh-CN">
                <a:ea typeface="宋体" charset="0"/>
              </a:rPr>
              <a:t>P95</a:t>
            </a:r>
            <a:r>
              <a:rPr lang="zh-CN" altLang="en-US">
                <a:ea typeface="宋体" charset="0"/>
              </a:rPr>
              <a:t>图上的注释，解释每一行、每一列如何理解。</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4E13CA7A-313E-9E47-9655-3F161C6400A1}"/>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00F70553-A1C2-AF42-971B-0372E66C0EA6}" type="slidenum">
              <a:rPr lang="zh-CN" altLang="en-US" sz="1200">
                <a:latin typeface="Times New Roman" panose="02020603050405020304" pitchFamily="18" charset="0"/>
              </a:rPr>
              <a:pPr/>
              <a:t>23</a:t>
            </a:fld>
            <a:endParaRPr lang="en-US" altLang="zh-CN" sz="1200">
              <a:latin typeface="Times New Roman" panose="02020603050405020304" pitchFamily="18" charset="0"/>
            </a:endParaRPr>
          </a:p>
        </p:txBody>
      </p:sp>
      <p:sp>
        <p:nvSpPr>
          <p:cNvPr id="60419" name="Rectangle 2">
            <a:extLst>
              <a:ext uri="{FF2B5EF4-FFF2-40B4-BE49-F238E27FC236}">
                <a16:creationId xmlns:a16="http://schemas.microsoft.com/office/drawing/2014/main" id="{3AB1FEAE-095E-C243-A19F-AAD5EF1079C4}"/>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361CE64C-ADFA-E441-892C-CD0E726A6FB7}"/>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r>
              <a:rPr lang="en-US" altLang="zh-CN">
                <a:ea typeface="宋体" charset="0"/>
              </a:rPr>
              <a:t>1)</a:t>
            </a:r>
            <a:r>
              <a:rPr lang="zh-CN" altLang="en-US">
                <a:ea typeface="宋体" charset="0"/>
              </a:rPr>
              <a:t>有，如图。</a:t>
            </a:r>
          </a:p>
          <a:p>
            <a:pPr eaLnBrk="1" hangingPunct="1">
              <a:defRPr/>
            </a:pPr>
            <a:r>
              <a:rPr lang="en-US" altLang="zh-CN">
                <a:ea typeface="宋体" charset="0"/>
              </a:rPr>
              <a:t>2)</a:t>
            </a:r>
            <a:r>
              <a:rPr lang="zh-CN" altLang="en-US">
                <a:ea typeface="宋体" charset="0"/>
              </a:rPr>
              <a:t>没有，度的和为奇数。</a:t>
            </a:r>
          </a:p>
          <a:p>
            <a:pPr eaLnBrk="1" hangingPunct="1">
              <a:defRPr/>
            </a:pPr>
            <a:r>
              <a:rPr lang="en-US" altLang="zh-CN">
                <a:ea typeface="宋体" charset="0"/>
              </a:rPr>
              <a:t>3)</a:t>
            </a:r>
            <a:r>
              <a:rPr lang="zh-CN" altLang="en-US">
                <a:ea typeface="宋体" charset="0"/>
              </a:rPr>
              <a:t>没有，虽然度的和为偶数，但是画不出简单图，能画出无向图。</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27A49BDC-FF2F-BE4C-A49A-C4C3D109FEA5}"/>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DCE40F97-9E33-F348-B18A-E5A52DC3B942}" type="slidenum">
              <a:rPr lang="zh-CN" altLang="en-US" sz="1200">
                <a:latin typeface="Times New Roman" panose="02020603050405020304" pitchFamily="18" charset="0"/>
              </a:rPr>
              <a:pPr/>
              <a:t>27</a:t>
            </a:fld>
            <a:endParaRPr lang="en-US" altLang="zh-CN" sz="1200">
              <a:latin typeface="Times New Roman" panose="02020603050405020304" pitchFamily="18" charset="0"/>
            </a:endParaRPr>
          </a:p>
        </p:txBody>
      </p:sp>
      <p:sp>
        <p:nvSpPr>
          <p:cNvPr id="61443" name="Rectangle 2">
            <a:extLst>
              <a:ext uri="{FF2B5EF4-FFF2-40B4-BE49-F238E27FC236}">
                <a16:creationId xmlns:a16="http://schemas.microsoft.com/office/drawing/2014/main" id="{A395E8CF-50E6-3C45-9DEC-B772269548F5}"/>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8801F214-6E72-4C46-87B4-1B64D12B6B8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r>
              <a:rPr lang="zh-CN" altLang="en-US">
                <a:ea typeface="宋体" charset="0"/>
              </a:rPr>
              <a:t>上例中，</a:t>
            </a:r>
            <a:r>
              <a:rPr lang="en-US" altLang="zh-CN">
                <a:ea typeface="宋体" charset="0"/>
              </a:rPr>
              <a:t>(A,B,C,D)</a:t>
            </a:r>
            <a:r>
              <a:rPr lang="zh-CN" altLang="en-US">
                <a:ea typeface="宋体" charset="0"/>
              </a:rPr>
              <a:t>和</a:t>
            </a:r>
            <a:r>
              <a:rPr lang="en-US" altLang="zh-CN">
                <a:ea typeface="宋体" charset="0"/>
              </a:rPr>
              <a:t>(A,E,D,A)</a:t>
            </a:r>
            <a:r>
              <a:rPr lang="zh-CN" altLang="en-US">
                <a:ea typeface="宋体" charset="0"/>
              </a:rPr>
              <a:t>是简单路。</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7DABC2B8-666B-3D48-BA97-3E629F9A62DE}"/>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C727CB23-70AE-7F4A-A49F-826CEAB38239}" type="slidenum">
              <a:rPr lang="zh-CN" altLang="en-US" sz="1200">
                <a:latin typeface="Times New Roman" panose="02020603050405020304" pitchFamily="18" charset="0"/>
              </a:rPr>
              <a:pPr/>
              <a:t>28</a:t>
            </a:fld>
            <a:endParaRPr lang="en-US" altLang="zh-CN" sz="1200">
              <a:latin typeface="Times New Roman" panose="02020603050405020304" pitchFamily="18" charset="0"/>
            </a:endParaRPr>
          </a:p>
        </p:txBody>
      </p:sp>
      <p:sp>
        <p:nvSpPr>
          <p:cNvPr id="62467" name="Rectangle 2">
            <a:extLst>
              <a:ext uri="{FF2B5EF4-FFF2-40B4-BE49-F238E27FC236}">
                <a16:creationId xmlns:a16="http://schemas.microsoft.com/office/drawing/2014/main" id="{F3C80AA5-9C5A-CC4D-8CEA-AD3437420B9D}"/>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3B48972A-6904-A244-9354-6F698733C301}"/>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zh-CN" altLang="en-US" dirty="0">
              <a:ea typeface="宋体"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2A543D4A-E76C-F143-AA29-667DDE6D9950}"/>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574EA578-A4C1-E042-97B7-188B34BA80DE}" type="slidenum">
              <a:rPr lang="zh-CN" altLang="en-US" sz="1200">
                <a:latin typeface="Times New Roman" panose="02020603050405020304" pitchFamily="18" charset="0"/>
              </a:rPr>
              <a:pPr/>
              <a:t>30</a:t>
            </a:fld>
            <a:endParaRPr lang="en-US" altLang="zh-CN" sz="1200">
              <a:latin typeface="Times New Roman" panose="02020603050405020304" pitchFamily="18" charset="0"/>
            </a:endParaRPr>
          </a:p>
        </p:txBody>
      </p:sp>
      <p:sp>
        <p:nvSpPr>
          <p:cNvPr id="63491" name="Rectangle 2">
            <a:extLst>
              <a:ext uri="{FF2B5EF4-FFF2-40B4-BE49-F238E27FC236}">
                <a16:creationId xmlns:a16="http://schemas.microsoft.com/office/drawing/2014/main" id="{3087963D-B64D-4148-8FE0-8F4E6FFD29C0}"/>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3FD1DA82-47D3-244F-A51D-9682F9DED6A6}"/>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zh-CN" altLang="en-US" dirty="0">
              <a:ea typeface="宋体"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6D3BAD76-6D9F-BC43-A0FD-7A42AB4EA784}"/>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94741CE8-9D31-7B49-9F45-BAC9B92A7F4B}" type="slidenum">
              <a:rPr lang="zh-CN" altLang="en-US" sz="1200">
                <a:latin typeface="Times New Roman" panose="02020603050405020304" pitchFamily="18" charset="0"/>
              </a:rPr>
              <a:pPr/>
              <a:t>31</a:t>
            </a:fld>
            <a:endParaRPr lang="en-US" altLang="zh-CN" sz="1200">
              <a:latin typeface="Times New Roman" panose="02020603050405020304" pitchFamily="18" charset="0"/>
            </a:endParaRPr>
          </a:p>
        </p:txBody>
      </p:sp>
      <p:sp>
        <p:nvSpPr>
          <p:cNvPr id="64515" name="Rectangle 2">
            <a:extLst>
              <a:ext uri="{FF2B5EF4-FFF2-40B4-BE49-F238E27FC236}">
                <a16:creationId xmlns:a16="http://schemas.microsoft.com/office/drawing/2014/main" id="{B522CFD4-2EB0-8642-BF13-B1FA7F7E16DD}"/>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30717A5D-93BC-1D41-B7A3-4C040094BDC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r>
              <a:rPr lang="en-US" altLang="zh-CN">
                <a:ea typeface="宋体" charset="0"/>
              </a:rPr>
              <a:t>1)G</a:t>
            </a:r>
            <a:r>
              <a:rPr lang="zh-CN" altLang="en-US">
                <a:ea typeface="宋体" charset="0"/>
              </a:rPr>
              <a:t>是连通的；只有一个连通分支；</a:t>
            </a:r>
          </a:p>
          <a:p>
            <a:pPr eaLnBrk="1" hangingPunct="1">
              <a:defRPr/>
            </a:pPr>
            <a:r>
              <a:rPr lang="en-US" altLang="zh-CN">
                <a:ea typeface="宋体" charset="0"/>
              </a:rPr>
              <a:t>2)H</a:t>
            </a:r>
            <a:r>
              <a:rPr lang="zh-CN" altLang="en-US">
                <a:ea typeface="宋体" charset="0"/>
              </a:rPr>
              <a:t>不是连通的，有两个连通分支，</a:t>
            </a:r>
            <a:r>
              <a:rPr lang="en-US" altLang="zh-CN">
                <a:ea typeface="宋体" charset="0"/>
              </a:rPr>
              <a:t>W(H)=2</a:t>
            </a:r>
            <a:r>
              <a:rPr lang="zh-CN" altLang="en-US">
                <a:ea typeface="宋体" charset="0"/>
              </a:rPr>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CAF6E3FE-DB2D-8D4A-AD85-C09054A8EFFF}"/>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F2E4BD16-DBA9-CD4B-ABB8-598C785B8301}" type="slidenum">
              <a:rPr lang="zh-CN" altLang="en-US" sz="1200">
                <a:latin typeface="Times New Roman" panose="02020603050405020304" pitchFamily="18" charset="0"/>
              </a:rPr>
              <a:pPr/>
              <a:t>39</a:t>
            </a:fld>
            <a:endParaRPr lang="en-US" altLang="zh-CN" sz="1200">
              <a:latin typeface="Times New Roman" panose="02020603050405020304" pitchFamily="18" charset="0"/>
            </a:endParaRPr>
          </a:p>
        </p:txBody>
      </p:sp>
      <p:sp>
        <p:nvSpPr>
          <p:cNvPr id="65539" name="Rectangle 2">
            <a:extLst>
              <a:ext uri="{FF2B5EF4-FFF2-40B4-BE49-F238E27FC236}">
                <a16:creationId xmlns:a16="http://schemas.microsoft.com/office/drawing/2014/main" id="{2C7A8772-A9D7-9441-8FB8-B731601E8816}"/>
              </a:ext>
            </a:extLst>
          </p:cNvPr>
          <p:cNvSpPr>
            <a:spLocks noGrp="1" noRot="1" noChangeAspect="1" noChangeArrowheads="1" noTextEdit="1"/>
          </p:cNvSpPr>
          <p:nvPr>
            <p:ph type="sldImg"/>
          </p:nvPr>
        </p:nvSpPr>
        <p:spPr>
          <a:solidFill>
            <a:srgbClr val="FFFFFF"/>
          </a:solidFill>
          <a:ln/>
        </p:spPr>
      </p:sp>
      <p:sp>
        <p:nvSpPr>
          <p:cNvPr id="65540" name="Rectangle 3">
            <a:extLst>
              <a:ext uri="{FF2B5EF4-FFF2-40B4-BE49-F238E27FC236}">
                <a16:creationId xmlns:a16="http://schemas.microsoft.com/office/drawing/2014/main" id="{FEE45919-10E3-104B-B6ED-60D83F00F2C6}"/>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ltLang="zh-CN">
              <a:ea typeface="宋体"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BC8BE370-D841-E849-BA22-516BDE6FF7A3}"/>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8870C392-CFA1-CF45-BF13-7BFB31564BB8}" type="slidenum">
              <a:rPr lang="zh-CN" altLang="en-US" sz="1200">
                <a:latin typeface="Times New Roman" panose="02020603050405020304" pitchFamily="18" charset="0"/>
              </a:rPr>
              <a:pPr/>
              <a:t>40</a:t>
            </a:fld>
            <a:endParaRPr lang="en-US" altLang="zh-CN" sz="1200">
              <a:latin typeface="Times New Roman" panose="02020603050405020304" pitchFamily="18" charset="0"/>
            </a:endParaRPr>
          </a:p>
        </p:txBody>
      </p:sp>
      <p:sp>
        <p:nvSpPr>
          <p:cNvPr id="66563" name="Rectangle 2">
            <a:extLst>
              <a:ext uri="{FF2B5EF4-FFF2-40B4-BE49-F238E27FC236}">
                <a16:creationId xmlns:a16="http://schemas.microsoft.com/office/drawing/2014/main" id="{AEE91271-B876-D84B-992D-B6BF5DF81113}"/>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A32DA50E-A8D6-554A-A9E9-E6BC42E5AE4A}"/>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ltLang="zh-CN" dirty="0">
              <a:ea typeface="宋体"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A8B79034-15CF-BB4E-B771-25AAC2FD6CBF}"/>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81B7FBC8-A90E-834C-AF64-D702F2F0272A}" type="slidenum">
              <a:rPr lang="zh-CN" altLang="en-US" sz="1200">
                <a:latin typeface="Times New Roman" panose="02020603050405020304" pitchFamily="18" charset="0"/>
              </a:rPr>
              <a:pPr/>
              <a:t>41</a:t>
            </a:fld>
            <a:endParaRPr lang="en-US" altLang="zh-CN" sz="1200">
              <a:latin typeface="Times New Roman" panose="02020603050405020304" pitchFamily="18" charset="0"/>
            </a:endParaRPr>
          </a:p>
        </p:txBody>
      </p:sp>
      <p:sp>
        <p:nvSpPr>
          <p:cNvPr id="67587" name="Rectangle 2">
            <a:extLst>
              <a:ext uri="{FF2B5EF4-FFF2-40B4-BE49-F238E27FC236}">
                <a16:creationId xmlns:a16="http://schemas.microsoft.com/office/drawing/2014/main" id="{399E03D0-0512-C142-811A-8B4B718F7449}"/>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CAF2BA47-0B54-384D-9800-958ECFA755D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ltLang="zh-CN">
              <a:ea typeface="宋体"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C5934671-D334-994D-B450-0DA5F7223F9D}"/>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46249098-34EE-BB41-9847-C53AB6C9BDDA}" type="slidenum">
              <a:rPr lang="zh-CN" altLang="en-US" sz="1200">
                <a:latin typeface="Times New Roman" panose="02020603050405020304" pitchFamily="18" charset="0"/>
              </a:rPr>
              <a:pPr/>
              <a:t>42</a:t>
            </a:fld>
            <a:endParaRPr lang="en-US" altLang="zh-CN" sz="1200">
              <a:latin typeface="Times New Roman" panose="02020603050405020304" pitchFamily="18" charset="0"/>
            </a:endParaRPr>
          </a:p>
        </p:txBody>
      </p:sp>
      <p:sp>
        <p:nvSpPr>
          <p:cNvPr id="68611" name="Rectangle 2">
            <a:extLst>
              <a:ext uri="{FF2B5EF4-FFF2-40B4-BE49-F238E27FC236}">
                <a16:creationId xmlns:a16="http://schemas.microsoft.com/office/drawing/2014/main" id="{BB931884-3AB1-3C4D-B328-B0E8A3B0908D}"/>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E53827DE-B1E9-794C-A45D-82C40F860440}"/>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ltLang="zh-CN" dirty="0">
              <a:ea typeface="宋体"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4B1131E2-13AD-9A44-989C-5FDDFF5F3FB7}"/>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D3833EEA-0627-444F-8CAA-DC5779926861}" type="slidenum">
              <a:rPr lang="zh-CN" altLang="en-US" sz="1200">
                <a:latin typeface="Times New Roman" panose="02020603050405020304" pitchFamily="18" charset="0"/>
              </a:rPr>
              <a:pPr/>
              <a:t>45</a:t>
            </a:fld>
            <a:endParaRPr lang="en-US" altLang="zh-CN" sz="1200">
              <a:latin typeface="Times New Roman" panose="02020603050405020304" pitchFamily="18" charset="0"/>
            </a:endParaRPr>
          </a:p>
        </p:txBody>
      </p:sp>
      <p:sp>
        <p:nvSpPr>
          <p:cNvPr id="69635" name="Rectangle 2">
            <a:extLst>
              <a:ext uri="{FF2B5EF4-FFF2-40B4-BE49-F238E27FC236}">
                <a16:creationId xmlns:a16="http://schemas.microsoft.com/office/drawing/2014/main" id="{CECBD123-B85F-3046-B95C-85B6E7FC8F7D}"/>
              </a:ext>
            </a:extLst>
          </p:cNvPr>
          <p:cNvSpPr>
            <a:spLocks noGrp="1" noRot="1" noChangeAspect="1" noChangeArrowheads="1" noTextEdit="1"/>
          </p:cNvSpPr>
          <p:nvPr>
            <p:ph type="sldImg"/>
          </p:nvPr>
        </p:nvSpPr>
        <p:spPr>
          <a:solidFill>
            <a:srgbClr val="FFFFFF"/>
          </a:solidFill>
          <a:ln/>
        </p:spPr>
      </p:sp>
      <p:sp>
        <p:nvSpPr>
          <p:cNvPr id="69636" name="Rectangle 3">
            <a:extLst>
              <a:ext uri="{FF2B5EF4-FFF2-40B4-BE49-F238E27FC236}">
                <a16:creationId xmlns:a16="http://schemas.microsoft.com/office/drawing/2014/main" id="{5A0A1B1A-1AF5-7E4C-840C-5665303E3C89}"/>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ltLang="zh-CN">
              <a:ea typeface="宋体"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467E1E29-4CBB-6940-9D7F-214B936BCFBA}"/>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C63D5FB9-2B95-FE43-9891-0C6E715CEB40}" type="slidenum">
              <a:rPr lang="zh-CN" altLang="en-US" sz="1200">
                <a:latin typeface="Times New Roman" panose="02020603050405020304" pitchFamily="18" charset="0"/>
              </a:rPr>
              <a:pPr/>
              <a:t>46</a:t>
            </a:fld>
            <a:endParaRPr lang="en-US" altLang="zh-CN" sz="1200">
              <a:latin typeface="Times New Roman" panose="02020603050405020304" pitchFamily="18" charset="0"/>
            </a:endParaRPr>
          </a:p>
        </p:txBody>
      </p:sp>
      <p:sp>
        <p:nvSpPr>
          <p:cNvPr id="70659" name="Rectangle 2">
            <a:extLst>
              <a:ext uri="{FF2B5EF4-FFF2-40B4-BE49-F238E27FC236}">
                <a16:creationId xmlns:a16="http://schemas.microsoft.com/office/drawing/2014/main" id="{429AFC3F-44EC-BD40-AD14-A9943B777B3B}"/>
              </a:ext>
            </a:extLst>
          </p:cNvPr>
          <p:cNvSpPr>
            <a:spLocks noGrp="1" noRot="1" noChangeAspect="1" noChangeArrowheads="1" noTextEdit="1"/>
          </p:cNvSpPr>
          <p:nvPr>
            <p:ph type="sldImg"/>
          </p:nvPr>
        </p:nvSpPr>
        <p:spPr>
          <a:solidFill>
            <a:srgbClr val="FFFFFF"/>
          </a:solidFill>
          <a:ln/>
        </p:spPr>
      </p:sp>
      <p:sp>
        <p:nvSpPr>
          <p:cNvPr id="70660" name="Rectangle 3">
            <a:extLst>
              <a:ext uri="{FF2B5EF4-FFF2-40B4-BE49-F238E27FC236}">
                <a16:creationId xmlns:a16="http://schemas.microsoft.com/office/drawing/2014/main" id="{CBC3A0A2-2381-C74C-8472-3D90F9C73826}"/>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ltLang="zh-CN">
              <a:ea typeface="宋体"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2A3AF902-6173-AB4C-8005-69B382570AAA}"/>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B17DB630-8688-5D45-AB64-A9D5C7946209}" type="slidenum">
              <a:rPr lang="zh-CN" altLang="en-US" sz="1200">
                <a:latin typeface="Times New Roman" panose="02020603050405020304" pitchFamily="18" charset="0"/>
              </a:rPr>
              <a:pPr/>
              <a:t>47</a:t>
            </a:fld>
            <a:endParaRPr lang="en-US" altLang="zh-CN" sz="1200">
              <a:latin typeface="Times New Roman" panose="02020603050405020304" pitchFamily="18" charset="0"/>
            </a:endParaRPr>
          </a:p>
        </p:txBody>
      </p:sp>
      <p:sp>
        <p:nvSpPr>
          <p:cNvPr id="71683" name="Rectangle 2">
            <a:extLst>
              <a:ext uri="{FF2B5EF4-FFF2-40B4-BE49-F238E27FC236}">
                <a16:creationId xmlns:a16="http://schemas.microsoft.com/office/drawing/2014/main" id="{E4D0963B-6B15-8344-9CC1-92ED4CD95562}"/>
              </a:ext>
            </a:extLst>
          </p:cNvPr>
          <p:cNvSpPr>
            <a:spLocks noGrp="1" noRot="1" noChangeAspect="1" noChangeArrowheads="1" noTextEdit="1"/>
          </p:cNvSpPr>
          <p:nvPr>
            <p:ph type="sldImg"/>
          </p:nvPr>
        </p:nvSpPr>
        <p:spPr>
          <a:solidFill>
            <a:srgbClr val="FFFFFF"/>
          </a:solidFill>
          <a:ln/>
        </p:spPr>
      </p:sp>
      <p:sp>
        <p:nvSpPr>
          <p:cNvPr id="71684" name="Rectangle 3">
            <a:extLst>
              <a:ext uri="{FF2B5EF4-FFF2-40B4-BE49-F238E27FC236}">
                <a16:creationId xmlns:a16="http://schemas.microsoft.com/office/drawing/2014/main" id="{14CF3B86-7B35-354E-AE42-D24435BF6575}"/>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ltLang="zh-CN">
              <a:ea typeface="宋体"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FB2C3839-3314-4E40-B1F5-046A42B8682C}"/>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A6D57735-369A-0742-BE09-A0A39854F1D6}" type="slidenum">
              <a:rPr lang="zh-CN" altLang="en-US" sz="1200">
                <a:latin typeface="Times New Roman" panose="02020603050405020304" pitchFamily="18" charset="0"/>
              </a:rPr>
              <a:pPr/>
              <a:t>48</a:t>
            </a:fld>
            <a:endParaRPr lang="en-US" altLang="zh-CN" sz="1200">
              <a:latin typeface="Times New Roman" panose="02020603050405020304" pitchFamily="18" charset="0"/>
            </a:endParaRPr>
          </a:p>
        </p:txBody>
      </p:sp>
      <p:sp>
        <p:nvSpPr>
          <p:cNvPr id="72707" name="Rectangle 2">
            <a:extLst>
              <a:ext uri="{FF2B5EF4-FFF2-40B4-BE49-F238E27FC236}">
                <a16:creationId xmlns:a16="http://schemas.microsoft.com/office/drawing/2014/main" id="{F00F4319-C190-C844-A0EE-314AB781749E}"/>
              </a:ext>
            </a:extLst>
          </p:cNvPr>
          <p:cNvSpPr>
            <a:spLocks noGrp="1" noRot="1" noChangeAspect="1" noChangeArrowheads="1" noTextEdit="1"/>
          </p:cNvSpPr>
          <p:nvPr>
            <p:ph type="sldImg"/>
          </p:nvPr>
        </p:nvSpPr>
        <p:spPr>
          <a:solidFill>
            <a:srgbClr val="FFFFFF"/>
          </a:solidFill>
          <a:ln/>
        </p:spPr>
      </p:sp>
      <p:sp>
        <p:nvSpPr>
          <p:cNvPr id="72708" name="Rectangle 3">
            <a:extLst>
              <a:ext uri="{FF2B5EF4-FFF2-40B4-BE49-F238E27FC236}">
                <a16:creationId xmlns:a16="http://schemas.microsoft.com/office/drawing/2014/main" id="{D9A0F4B0-B3E3-7743-899D-3E39B0DF8148}"/>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ltLang="zh-CN">
              <a:ea typeface="宋体"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6B544B-2523-5049-BA79-D84677E272DD}"/>
              </a:ext>
            </a:extLst>
          </p:cNvPr>
          <p:cNvSpPr>
            <a:spLocks noGrp="1" noRot="1" noChangeAspect="1"/>
          </p:cNvSpPr>
          <p:nvPr>
            <p:ph type="sldImg"/>
          </p:nvPr>
        </p:nvSpPr>
        <p:spPr/>
      </p:sp>
      <p:sp>
        <p:nvSpPr>
          <p:cNvPr id="95234" name="备注占位符 2">
            <a:extLst>
              <a:ext uri="{FF2B5EF4-FFF2-40B4-BE49-F238E27FC236}">
                <a16:creationId xmlns:a16="http://schemas.microsoft.com/office/drawing/2014/main" id="{474655D2-31F8-7341-A66C-5E817A488F95}"/>
              </a:ext>
            </a:extLst>
          </p:cNvPr>
          <p:cNvSpPr>
            <a:spLocks noGrp="1"/>
          </p:cNvSpPr>
          <p:nvPr>
            <p:ph type="body" idx="1"/>
          </p:nvPr>
        </p:nvSpPr>
        <p:spPr/>
        <p:txBody>
          <a:bodyPr/>
          <a:lstStyle/>
          <a:p>
            <a:r>
              <a:rPr lang="en-US" altLang="zh-CN">
                <a:latin typeface="Arial" panose="020B0604020202020204" pitchFamily="34" charset="0"/>
              </a:rPr>
              <a:t>Dijkstra</a:t>
            </a:r>
            <a:r>
              <a:rPr lang="zh-CN" altLang="en-US">
                <a:latin typeface="Arial" panose="020B0604020202020204" pitchFamily="34" charset="0"/>
              </a:rPr>
              <a:t>当时正在攻读理论物理学位，他发现理论物理课程和程序设计在精力上越来越冲突，他又拿不定主意，到底成为一个</a:t>
            </a:r>
            <a:r>
              <a:rPr lang="zh-CN" altLang="en-US">
                <a:latin typeface="Arial" panose="020B0604020202020204" pitchFamily="34" charset="0"/>
                <a:hlinkClick r:id="rId3"/>
              </a:rPr>
              <a:t>理论物理学家</a:t>
            </a:r>
            <a:r>
              <a:rPr lang="zh-CN" altLang="en-US">
                <a:latin typeface="Arial" panose="020B0604020202020204" pitchFamily="34" charset="0"/>
              </a:rPr>
              <a:t>还是选择程序设计作为自己的职业，而他当时又担心程序设计能否成为被尊敬的学科。充满不安心情的</a:t>
            </a:r>
            <a:r>
              <a:rPr lang="en-US" altLang="zh-CN">
                <a:latin typeface="Arial" panose="020B0604020202020204" pitchFamily="34" charset="0"/>
              </a:rPr>
              <a:t>Dijkstra</a:t>
            </a:r>
            <a:r>
              <a:rPr lang="zh-CN" altLang="en-US">
                <a:latin typeface="Arial" panose="020B0604020202020204" pitchFamily="34" charset="0"/>
              </a:rPr>
              <a:t>于</a:t>
            </a:r>
            <a:r>
              <a:rPr lang="en-US" altLang="zh-CN">
                <a:latin typeface="Arial" panose="020B0604020202020204" pitchFamily="34" charset="0"/>
              </a:rPr>
              <a:t>1952</a:t>
            </a:r>
            <a:r>
              <a:rPr lang="zh-CN" altLang="en-US">
                <a:latin typeface="Arial" panose="020B0604020202020204" pitchFamily="34" charset="0"/>
              </a:rPr>
              <a:t>年春的一个早晨敲开了</a:t>
            </a:r>
            <a:r>
              <a:rPr lang="en-US" altLang="zh-CN">
                <a:latin typeface="Arial" panose="020B0604020202020204" pitchFamily="34" charset="0"/>
              </a:rPr>
              <a:t>Wijingaarden</a:t>
            </a:r>
            <a:r>
              <a:rPr lang="zh-CN" altLang="en-US">
                <a:latin typeface="Arial" panose="020B0604020202020204" pitchFamily="34" charset="0"/>
              </a:rPr>
              <a:t>办公室的门。几个小时的谈话，使</a:t>
            </a:r>
            <a:r>
              <a:rPr lang="en-US" altLang="zh-CN">
                <a:latin typeface="Arial" panose="020B0604020202020204" pitchFamily="34" charset="0"/>
              </a:rPr>
              <a:t>Dijkstra</a:t>
            </a:r>
            <a:r>
              <a:rPr lang="zh-CN" altLang="en-US">
                <a:latin typeface="Arial" panose="020B0604020202020204" pitchFamily="34" charset="0"/>
              </a:rPr>
              <a:t>变了另外一个人，因为</a:t>
            </a:r>
            <a:r>
              <a:rPr lang="en-US" altLang="zh-CN">
                <a:latin typeface="Arial" panose="020B0604020202020204" pitchFamily="34" charset="0"/>
              </a:rPr>
              <a:t>Wijingaarden</a:t>
            </a:r>
            <a:r>
              <a:rPr lang="zh-CN" altLang="en-US">
                <a:latin typeface="Arial" panose="020B0604020202020204" pitchFamily="34" charset="0"/>
              </a:rPr>
              <a:t>向他指明了程序设计这门学科正处在起步阶段，因而有重大的机会，</a:t>
            </a:r>
            <a:r>
              <a:rPr lang="en-US" altLang="zh-CN">
                <a:latin typeface="Arial" panose="020B0604020202020204" pitchFamily="34" charset="0"/>
              </a:rPr>
              <a:t>Dijkstra</a:t>
            </a:r>
            <a:r>
              <a:rPr lang="zh-CN" altLang="en-US">
                <a:latin typeface="Arial" panose="020B0604020202020204" pitchFamily="34" charset="0"/>
              </a:rPr>
              <a:t>可以努力使程序设计变成一个受人尊敬的学科。</a:t>
            </a:r>
            <a:r>
              <a:rPr lang="en-US" altLang="zh-CN">
                <a:latin typeface="Arial" panose="020B0604020202020204" pitchFamily="34" charset="0"/>
              </a:rPr>
              <a:t>Dijkstra</a:t>
            </a:r>
            <a:r>
              <a:rPr lang="zh-CN" altLang="en-US">
                <a:latin typeface="Arial" panose="020B0604020202020204" pitchFamily="34" charset="0"/>
              </a:rPr>
              <a:t>把这次谈话称为他一生中的转折点，于是决定尽快结束理论物理研究，全身心地投入程序设计。</a:t>
            </a:r>
            <a:r>
              <a:rPr lang="en-US" altLang="zh-CN">
                <a:latin typeface="Arial" panose="020B0604020202020204" pitchFamily="34" charset="0"/>
              </a:rPr>
              <a:t>Dijkstra</a:t>
            </a:r>
            <a:r>
              <a:rPr lang="zh-CN" altLang="en-US">
                <a:latin typeface="Arial" panose="020B0604020202020204" pitchFamily="34" charset="0"/>
              </a:rPr>
              <a:t>说，为此他应该终生感谢</a:t>
            </a:r>
            <a:r>
              <a:rPr lang="en-US" altLang="zh-CN">
                <a:latin typeface="Arial" panose="020B0604020202020204" pitchFamily="34" charset="0"/>
              </a:rPr>
              <a:t>Wijingaarden</a:t>
            </a:r>
            <a:r>
              <a:rPr lang="zh-CN" altLang="en-US">
                <a:latin typeface="Arial" panose="020B0604020202020204" pitchFamily="34" charset="0"/>
              </a:rPr>
              <a:t>。</a:t>
            </a:r>
          </a:p>
        </p:txBody>
      </p:sp>
      <p:sp>
        <p:nvSpPr>
          <p:cNvPr id="95235" name="幻灯片编号占位符 3">
            <a:extLst>
              <a:ext uri="{FF2B5EF4-FFF2-40B4-BE49-F238E27FC236}">
                <a16:creationId xmlns:a16="http://schemas.microsoft.com/office/drawing/2014/main" id="{2EDFA4C8-FF4D-2145-A952-9297248BF8A8}"/>
              </a:ext>
            </a:extLst>
          </p:cNvPr>
          <p:cNvSpPr>
            <a:spLocks noGrp="1"/>
          </p:cNvSpPr>
          <p:nvPr>
            <p:ph type="sldNum" sz="quarter" idx="5"/>
          </p:nvPr>
        </p:nvSpPr>
        <p:spPr>
          <a:noFill/>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DC162AAE-B39D-EC4E-AC00-DA82952F8701}" type="slidenum">
              <a:rPr lang="zh-CN" altLang="en-US" sz="1200">
                <a:latin typeface="Times New Roman" panose="02020603050405020304" pitchFamily="18" charset="0"/>
              </a:rPr>
              <a:pPr/>
              <a:t>52</a:t>
            </a:fld>
            <a:endParaRPr lang="en-US" altLang="zh-CN" sz="120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2202BB-6D66-F04D-8990-2A0E194C3698}"/>
              </a:ext>
            </a:extLst>
          </p:cNvPr>
          <p:cNvSpPr>
            <a:spLocks noGrp="1" noRot="1" noChangeAspect="1"/>
          </p:cNvSpPr>
          <p:nvPr>
            <p:ph type="sldImg"/>
          </p:nvPr>
        </p:nvSpPr>
        <p:spPr/>
      </p:sp>
      <p:sp>
        <p:nvSpPr>
          <p:cNvPr id="96258" name="备注占位符 2">
            <a:extLst>
              <a:ext uri="{FF2B5EF4-FFF2-40B4-BE49-F238E27FC236}">
                <a16:creationId xmlns:a16="http://schemas.microsoft.com/office/drawing/2014/main" id="{6513E428-0ED5-6946-A031-E907A71296E7}"/>
              </a:ext>
            </a:extLst>
          </p:cNvPr>
          <p:cNvSpPr>
            <a:spLocks noGrp="1"/>
          </p:cNvSpPr>
          <p:nvPr>
            <p:ph type="body" idx="1"/>
          </p:nvPr>
        </p:nvSpPr>
        <p:spPr/>
        <p:txBody>
          <a:bodyPr/>
          <a:lstStyle/>
          <a:p>
            <a:endParaRPr lang="zh-CN" altLang="en-US">
              <a:latin typeface="Arial" panose="020B0604020202020204" pitchFamily="34" charset="0"/>
            </a:endParaRPr>
          </a:p>
        </p:txBody>
      </p:sp>
      <p:sp>
        <p:nvSpPr>
          <p:cNvPr id="96259" name="幻灯片编号占位符 3">
            <a:extLst>
              <a:ext uri="{FF2B5EF4-FFF2-40B4-BE49-F238E27FC236}">
                <a16:creationId xmlns:a16="http://schemas.microsoft.com/office/drawing/2014/main" id="{6EF54F0B-8AD2-734D-B3FE-29CE8011CB53}"/>
              </a:ext>
            </a:extLst>
          </p:cNvPr>
          <p:cNvSpPr>
            <a:spLocks noGrp="1"/>
          </p:cNvSpPr>
          <p:nvPr>
            <p:ph type="sldNum" sz="quarter" idx="5"/>
          </p:nvPr>
        </p:nvSpPr>
        <p:spPr>
          <a:noFill/>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87D71321-1325-3640-B7C8-ECA579F8C651}" type="slidenum">
              <a:rPr lang="zh-CN" altLang="en-US" sz="1200">
                <a:latin typeface="Times New Roman" panose="02020603050405020304" pitchFamily="18" charset="0"/>
              </a:rPr>
              <a:pPr/>
              <a:t>53</a:t>
            </a:fld>
            <a:endParaRPr lang="en-US" altLang="zh-CN" sz="12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57B6E705-7CA1-DE40-8554-AF311CA2FFFB}"/>
              </a:ext>
            </a:extLst>
          </p:cNvPr>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11">
            <a:extLst>
              <a:ext uri="{FF2B5EF4-FFF2-40B4-BE49-F238E27FC236}">
                <a16:creationId xmlns:a16="http://schemas.microsoft.com/office/drawing/2014/main" id="{F66CE612-1AFA-CA4C-9CF0-F91E247DF03E}"/>
              </a:ext>
            </a:extLst>
          </p:cNvPr>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 name="Rectangle 12">
            <a:extLst>
              <a:ext uri="{FF2B5EF4-FFF2-40B4-BE49-F238E27FC236}">
                <a16:creationId xmlns:a16="http://schemas.microsoft.com/office/drawing/2014/main" id="{BF283A6F-7F70-564C-AE7F-D82DB361CCDD}"/>
              </a:ext>
            </a:extLst>
          </p:cNvPr>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Oval 13">
            <a:extLst>
              <a:ext uri="{FF2B5EF4-FFF2-40B4-BE49-F238E27FC236}">
                <a16:creationId xmlns:a16="http://schemas.microsoft.com/office/drawing/2014/main" id="{385B6E36-12FA-2A48-A1E4-83ABB8F2FE7E}"/>
              </a:ext>
            </a:extLst>
          </p:cNvPr>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2" name="Title 1"/>
          <p:cNvSpPr>
            <a:spLocks noGrp="1"/>
          </p:cNvSpPr>
          <p:nvPr>
            <p:ph type="ctrTitle"/>
          </p:nvPr>
        </p:nvSpPr>
        <p:spPr>
          <a:xfrm>
            <a:off x="817581" y="3132290"/>
            <a:ext cx="7175351" cy="1793167"/>
          </a:xfrm>
          <a:effectLst/>
        </p:spPr>
        <p:txBody>
          <a:bodyPr/>
          <a:lstStyle>
            <a:lvl1pPr marL="640080" indent="-457200" algn="l">
              <a:defRPr sz="5400"/>
            </a:lvl1pPr>
          </a:lstStyle>
          <a:p>
            <a:r>
              <a:rPr lang="zh-CN" altLang="en-US"/>
              <a:t>单击此处编辑母版标题样式</a:t>
            </a:r>
            <a:endParaRPr lang="en-US" dirty="0"/>
          </a:p>
        </p:txBody>
      </p:sp>
      <p:sp>
        <p:nvSpPr>
          <p:cNvPr id="8" name="Date Placeholder 3">
            <a:extLst>
              <a:ext uri="{FF2B5EF4-FFF2-40B4-BE49-F238E27FC236}">
                <a16:creationId xmlns:a16="http://schemas.microsoft.com/office/drawing/2014/main" id="{FD8DB8FB-1902-EE4F-B1F1-3110CDEB692A}"/>
              </a:ext>
            </a:extLst>
          </p:cNvPr>
          <p:cNvSpPr>
            <a:spLocks noGrp="1"/>
          </p:cNvSpPr>
          <p:nvPr>
            <p:ph type="dt" sz="half" idx="10"/>
          </p:nvPr>
        </p:nvSpPr>
        <p:spPr/>
        <p:txBody>
          <a:bodyPr/>
          <a:lstStyle>
            <a:lvl1pPr>
              <a:defRPr/>
            </a:lvl1pPr>
          </a:lstStyle>
          <a:p>
            <a:pPr>
              <a:defRPr/>
            </a:pPr>
            <a:endParaRPr lang="en-US" altLang="zh-CN"/>
          </a:p>
        </p:txBody>
      </p:sp>
      <p:sp>
        <p:nvSpPr>
          <p:cNvPr id="9" name="Footer Placeholder 4">
            <a:extLst>
              <a:ext uri="{FF2B5EF4-FFF2-40B4-BE49-F238E27FC236}">
                <a16:creationId xmlns:a16="http://schemas.microsoft.com/office/drawing/2014/main" id="{9A580AE3-3A96-8348-AD75-81534BCAC1DA}"/>
              </a:ext>
            </a:extLst>
          </p:cNvPr>
          <p:cNvSpPr>
            <a:spLocks noGrp="1"/>
          </p:cNvSpPr>
          <p:nvPr>
            <p:ph type="ftr" sz="quarter" idx="11"/>
          </p:nvPr>
        </p:nvSpPr>
        <p:spPr/>
        <p:txBody>
          <a:bodyPr/>
          <a:lstStyle>
            <a:lvl1pPr>
              <a:defRPr/>
            </a:lvl1pPr>
          </a:lstStyle>
          <a:p>
            <a:pPr>
              <a:defRPr/>
            </a:pPr>
            <a:endParaRPr lang="en-US" altLang="zh-CN"/>
          </a:p>
        </p:txBody>
      </p:sp>
      <p:sp>
        <p:nvSpPr>
          <p:cNvPr id="10" name="Slide Number Placeholder 5">
            <a:extLst>
              <a:ext uri="{FF2B5EF4-FFF2-40B4-BE49-F238E27FC236}">
                <a16:creationId xmlns:a16="http://schemas.microsoft.com/office/drawing/2014/main" id="{A462B937-79C8-894F-8313-BC4A8FFB7D4B}"/>
              </a:ext>
            </a:extLst>
          </p:cNvPr>
          <p:cNvSpPr>
            <a:spLocks noGrp="1"/>
          </p:cNvSpPr>
          <p:nvPr>
            <p:ph type="sldNum" sz="quarter" idx="12"/>
          </p:nvPr>
        </p:nvSpPr>
        <p:spPr/>
        <p:txBody>
          <a:bodyPr/>
          <a:lstStyle>
            <a:lvl1pPr>
              <a:defRPr/>
            </a:lvl1pPr>
          </a:lstStyle>
          <a:p>
            <a:fld id="{575753E2-27FE-4F47-9A4A-641EEF0A63B4}" type="slidenum">
              <a:rPr lang="zh-CN" altLang="en-US"/>
              <a:pPr/>
              <a:t>‹#›</a:t>
            </a:fld>
            <a:endParaRPr lang="en-US" altLang="zh-CN"/>
          </a:p>
        </p:txBody>
      </p:sp>
    </p:spTree>
    <p:extLst>
      <p:ext uri="{BB962C8B-B14F-4D97-AF65-F5344CB8AC3E}">
        <p14:creationId xmlns:p14="http://schemas.microsoft.com/office/powerpoint/2010/main" val="216679139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a:t>单击此处编辑母版标题样式</a:t>
            </a:r>
            <a:endParaRPr lang="en-US"/>
          </a:p>
        </p:txBody>
      </p:sp>
      <p:sp>
        <p:nvSpPr>
          <p:cNvPr id="10" name="Content Placeholder 9"/>
          <p:cNvSpPr>
            <a:spLocks noGrp="1"/>
          </p:cNvSpPr>
          <p:nvPr>
            <p:ph sz="quarter" idx="13"/>
          </p:nvPr>
        </p:nvSpPr>
        <p:spPr>
          <a:xfrm>
            <a:off x="1143000" y="731520"/>
            <a:ext cx="6400800" cy="34747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2C74FB59-38DE-EC4F-80A6-3E2293BD8D82}"/>
              </a:ext>
            </a:extLst>
          </p:cNvPr>
          <p:cNvSpPr>
            <a:spLocks noGrp="1"/>
          </p:cNvSpPr>
          <p:nvPr>
            <p:ph type="dt" sz="half" idx="14"/>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9A8E48DB-8A6E-B34F-806A-93DD43719923}"/>
              </a:ext>
            </a:extLst>
          </p:cNvPr>
          <p:cNvSpPr>
            <a:spLocks noGrp="1"/>
          </p:cNvSpPr>
          <p:nvPr>
            <p:ph type="ftr" sz="quarter" idx="15"/>
          </p:nvPr>
        </p:nvSpPr>
        <p:spPr/>
        <p:txBody>
          <a:bodyPr/>
          <a:lstStyle>
            <a:lvl1pPr>
              <a:defRPr/>
            </a:lvl1pPr>
          </a:lstStyle>
          <a:p>
            <a:pPr>
              <a:defRPr/>
            </a:pPr>
            <a:endParaRPr lang="en-US" altLang="zh-CN"/>
          </a:p>
        </p:txBody>
      </p:sp>
      <p:sp>
        <p:nvSpPr>
          <p:cNvPr id="6" name="Slide Number Placeholder 5">
            <a:extLst>
              <a:ext uri="{FF2B5EF4-FFF2-40B4-BE49-F238E27FC236}">
                <a16:creationId xmlns:a16="http://schemas.microsoft.com/office/drawing/2014/main" id="{FBF8F6F1-02EA-594A-B7B8-7F8556D9E7A2}"/>
              </a:ext>
            </a:extLst>
          </p:cNvPr>
          <p:cNvSpPr>
            <a:spLocks noGrp="1"/>
          </p:cNvSpPr>
          <p:nvPr>
            <p:ph type="sldNum" sz="quarter" idx="16"/>
          </p:nvPr>
        </p:nvSpPr>
        <p:spPr/>
        <p:txBody>
          <a:bodyPr/>
          <a:lstStyle>
            <a:lvl1pPr>
              <a:defRPr/>
            </a:lvl1pPr>
          </a:lstStyle>
          <a:p>
            <a:fld id="{A7052049-65B7-2A43-A057-9341842705EF}" type="slidenum">
              <a:rPr lang="zh-CN" altLang="en-US"/>
              <a:pPr/>
              <a:t>‹#›</a:t>
            </a:fld>
            <a:endParaRPr lang="en-US" altLang="zh-CN"/>
          </a:p>
        </p:txBody>
      </p:sp>
    </p:spTree>
    <p:extLst>
      <p:ext uri="{BB962C8B-B14F-4D97-AF65-F5344CB8AC3E}">
        <p14:creationId xmlns:p14="http://schemas.microsoft.com/office/powerpoint/2010/main" val="235825594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CB92608F-D0AE-854C-B856-025F2BA873D4}"/>
              </a:ext>
            </a:extLst>
          </p:cNvPr>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7">
            <a:extLst>
              <a:ext uri="{FF2B5EF4-FFF2-40B4-BE49-F238E27FC236}">
                <a16:creationId xmlns:a16="http://schemas.microsoft.com/office/drawing/2014/main" id="{095CC195-50CF-C245-958B-0E183FCCD20B}"/>
              </a:ext>
            </a:extLst>
          </p:cNvPr>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 name="Rectangle 8">
            <a:extLst>
              <a:ext uri="{FF2B5EF4-FFF2-40B4-BE49-F238E27FC236}">
                <a16:creationId xmlns:a16="http://schemas.microsoft.com/office/drawing/2014/main" id="{D3344A72-B389-434E-B337-7DC971CFA0DD}"/>
              </a:ext>
            </a:extLst>
          </p:cNvPr>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Oval 9">
            <a:extLst>
              <a:ext uri="{FF2B5EF4-FFF2-40B4-BE49-F238E27FC236}">
                <a16:creationId xmlns:a16="http://schemas.microsoft.com/office/drawing/2014/main" id="{A9D21C76-3BD8-5246-B378-19B1313F807A}"/>
              </a:ext>
            </a:extLst>
          </p:cNvPr>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zh-CN" altLang="en-US"/>
              <a:t>单击此处编辑母版标题样式</a:t>
            </a:r>
            <a:endParaRPr lang="en-US" dirty="0"/>
          </a:p>
        </p:txBody>
      </p:sp>
      <p:sp>
        <p:nvSpPr>
          <p:cNvPr id="3" name="Text Placeholder 2"/>
          <p:cNvSpPr>
            <a:spLocks noGrp="1"/>
          </p:cNvSpPr>
          <p:nvPr>
            <p:ph type="body" idx="1"/>
          </p:nvPr>
        </p:nvSpPr>
        <p:spPr>
          <a:xfrm>
            <a:off x="2022438" y="4607511"/>
            <a:ext cx="5970494" cy="835460"/>
          </a:xfrm>
        </p:spPr>
        <p:txBody>
          <a:bodyPr/>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8" name="Date Placeholder 3">
            <a:extLst>
              <a:ext uri="{FF2B5EF4-FFF2-40B4-BE49-F238E27FC236}">
                <a16:creationId xmlns:a16="http://schemas.microsoft.com/office/drawing/2014/main" id="{009DF1A9-C0F0-A641-94FA-52FE5DACBE42}"/>
              </a:ext>
            </a:extLst>
          </p:cNvPr>
          <p:cNvSpPr>
            <a:spLocks noGrp="1"/>
          </p:cNvSpPr>
          <p:nvPr>
            <p:ph type="dt" sz="half" idx="10"/>
          </p:nvPr>
        </p:nvSpPr>
        <p:spPr/>
        <p:txBody>
          <a:bodyPr/>
          <a:lstStyle>
            <a:lvl1pPr>
              <a:defRPr/>
            </a:lvl1pPr>
          </a:lstStyle>
          <a:p>
            <a:pPr>
              <a:defRPr/>
            </a:pPr>
            <a:endParaRPr lang="en-US" altLang="zh-CN"/>
          </a:p>
        </p:txBody>
      </p:sp>
      <p:sp>
        <p:nvSpPr>
          <p:cNvPr id="9" name="Footer Placeholder 4">
            <a:extLst>
              <a:ext uri="{FF2B5EF4-FFF2-40B4-BE49-F238E27FC236}">
                <a16:creationId xmlns:a16="http://schemas.microsoft.com/office/drawing/2014/main" id="{9F33EFDE-75DB-EA46-8D1C-A7C5CA0BE6CB}"/>
              </a:ext>
            </a:extLst>
          </p:cNvPr>
          <p:cNvSpPr>
            <a:spLocks noGrp="1"/>
          </p:cNvSpPr>
          <p:nvPr>
            <p:ph type="ftr" sz="quarter" idx="11"/>
          </p:nvPr>
        </p:nvSpPr>
        <p:spPr/>
        <p:txBody>
          <a:bodyPr/>
          <a:lstStyle>
            <a:lvl1pPr>
              <a:defRPr/>
            </a:lvl1pPr>
          </a:lstStyle>
          <a:p>
            <a:pPr>
              <a:defRPr/>
            </a:pPr>
            <a:endParaRPr lang="en-US" altLang="zh-CN"/>
          </a:p>
        </p:txBody>
      </p:sp>
      <p:sp>
        <p:nvSpPr>
          <p:cNvPr id="10" name="Slide Number Placeholder 5">
            <a:extLst>
              <a:ext uri="{FF2B5EF4-FFF2-40B4-BE49-F238E27FC236}">
                <a16:creationId xmlns:a16="http://schemas.microsoft.com/office/drawing/2014/main" id="{54CE7AA6-18D8-5344-B4EB-55F0CEFD5AC6}"/>
              </a:ext>
            </a:extLst>
          </p:cNvPr>
          <p:cNvSpPr>
            <a:spLocks noGrp="1"/>
          </p:cNvSpPr>
          <p:nvPr>
            <p:ph type="sldNum" sz="quarter" idx="12"/>
          </p:nvPr>
        </p:nvSpPr>
        <p:spPr/>
        <p:txBody>
          <a:bodyPr/>
          <a:lstStyle>
            <a:lvl1pPr>
              <a:defRPr/>
            </a:lvl1pPr>
          </a:lstStyle>
          <a:p>
            <a:fld id="{DBEADC23-16C0-7640-8EC4-4C0157F552FA}" type="slidenum">
              <a:rPr lang="zh-CN" altLang="en-US"/>
              <a:pPr/>
              <a:t>‹#›</a:t>
            </a:fld>
            <a:endParaRPr lang="en-US" altLang="zh-CN"/>
          </a:p>
        </p:txBody>
      </p:sp>
    </p:spTree>
    <p:extLst>
      <p:ext uri="{BB962C8B-B14F-4D97-AF65-F5344CB8AC3E}">
        <p14:creationId xmlns:p14="http://schemas.microsoft.com/office/powerpoint/2010/main" val="279301532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a:t>单击此处编辑母版标题样式</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3">
            <a:extLst>
              <a:ext uri="{FF2B5EF4-FFF2-40B4-BE49-F238E27FC236}">
                <a16:creationId xmlns:a16="http://schemas.microsoft.com/office/drawing/2014/main" id="{09498B53-07A9-3B44-BC64-0E595236E2A3}"/>
              </a:ext>
            </a:extLst>
          </p:cNvPr>
          <p:cNvSpPr>
            <a:spLocks noGrp="1"/>
          </p:cNvSpPr>
          <p:nvPr>
            <p:ph type="dt" sz="half" idx="15"/>
          </p:nvPr>
        </p:nvSpPr>
        <p:spPr/>
        <p:txBody>
          <a:bodyPr/>
          <a:lstStyle>
            <a:lvl1pPr>
              <a:defRPr/>
            </a:lvl1pPr>
          </a:lstStyle>
          <a:p>
            <a:pPr>
              <a:defRPr/>
            </a:pPr>
            <a:endParaRPr lang="en-US" altLang="zh-CN"/>
          </a:p>
        </p:txBody>
      </p:sp>
      <p:sp>
        <p:nvSpPr>
          <p:cNvPr id="6" name="Footer Placeholder 4">
            <a:extLst>
              <a:ext uri="{FF2B5EF4-FFF2-40B4-BE49-F238E27FC236}">
                <a16:creationId xmlns:a16="http://schemas.microsoft.com/office/drawing/2014/main" id="{B0B13A03-1088-A849-AEA0-DD6B598FC264}"/>
              </a:ext>
            </a:extLst>
          </p:cNvPr>
          <p:cNvSpPr>
            <a:spLocks noGrp="1"/>
          </p:cNvSpPr>
          <p:nvPr>
            <p:ph type="ftr" sz="quarter" idx="16"/>
          </p:nvPr>
        </p:nvSpPr>
        <p:spPr/>
        <p:txBody>
          <a:bodyPr/>
          <a:lstStyle>
            <a:lvl1pPr>
              <a:defRPr/>
            </a:lvl1pPr>
          </a:lstStyle>
          <a:p>
            <a:pPr>
              <a:defRPr/>
            </a:pPr>
            <a:endParaRPr lang="en-US" altLang="zh-CN"/>
          </a:p>
        </p:txBody>
      </p:sp>
      <p:sp>
        <p:nvSpPr>
          <p:cNvPr id="7" name="Slide Number Placeholder 5">
            <a:extLst>
              <a:ext uri="{FF2B5EF4-FFF2-40B4-BE49-F238E27FC236}">
                <a16:creationId xmlns:a16="http://schemas.microsoft.com/office/drawing/2014/main" id="{46FA5EC8-2B11-0442-A69F-4D9F6025649F}"/>
              </a:ext>
            </a:extLst>
          </p:cNvPr>
          <p:cNvSpPr>
            <a:spLocks noGrp="1"/>
          </p:cNvSpPr>
          <p:nvPr>
            <p:ph type="sldNum" sz="quarter" idx="17"/>
          </p:nvPr>
        </p:nvSpPr>
        <p:spPr/>
        <p:txBody>
          <a:bodyPr/>
          <a:lstStyle>
            <a:lvl1pPr>
              <a:defRPr/>
            </a:lvl1pPr>
          </a:lstStyle>
          <a:p>
            <a:fld id="{6F0CF2CF-6452-4540-BC53-F922D558630D}" type="slidenum">
              <a:rPr lang="zh-CN" altLang="en-US"/>
              <a:pPr/>
              <a:t>‹#›</a:t>
            </a:fld>
            <a:endParaRPr lang="en-US" altLang="zh-CN"/>
          </a:p>
        </p:txBody>
      </p:sp>
    </p:spTree>
    <p:extLst>
      <p:ext uri="{BB962C8B-B14F-4D97-AF65-F5344CB8AC3E}">
        <p14:creationId xmlns:p14="http://schemas.microsoft.com/office/powerpoint/2010/main" val="333510108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 name="Title 9"/>
          <p:cNvSpPr>
            <a:spLocks noGrp="1"/>
          </p:cNvSpPr>
          <p:nvPr>
            <p:ph type="title"/>
          </p:nvPr>
        </p:nvSpPr>
        <p:spPr/>
        <p:txBody>
          <a:bodyPr/>
          <a:lstStyle/>
          <a:p>
            <a:r>
              <a:rPr lang="zh-CN" altLang="en-US"/>
              <a:t>单击此处编辑母版标题样式</a:t>
            </a:r>
            <a:endParaRPr lang="en-US" dirty="0"/>
          </a:p>
        </p:txBody>
      </p:sp>
      <p:sp>
        <p:nvSpPr>
          <p:cNvPr id="7" name="Date Placeholder 3">
            <a:extLst>
              <a:ext uri="{FF2B5EF4-FFF2-40B4-BE49-F238E27FC236}">
                <a16:creationId xmlns:a16="http://schemas.microsoft.com/office/drawing/2014/main" id="{777C2C76-C18B-A84F-A512-2AA910F9BCAB}"/>
              </a:ext>
            </a:extLst>
          </p:cNvPr>
          <p:cNvSpPr>
            <a:spLocks noGrp="1"/>
          </p:cNvSpPr>
          <p:nvPr>
            <p:ph type="dt" sz="half" idx="10"/>
          </p:nvPr>
        </p:nvSpPr>
        <p:spPr/>
        <p:txBody>
          <a:bodyPr/>
          <a:lstStyle>
            <a:lvl1pPr>
              <a:defRPr/>
            </a:lvl1pPr>
          </a:lstStyle>
          <a:p>
            <a:pPr>
              <a:defRPr/>
            </a:pPr>
            <a:endParaRPr lang="en-US" altLang="zh-CN"/>
          </a:p>
        </p:txBody>
      </p:sp>
      <p:sp>
        <p:nvSpPr>
          <p:cNvPr id="8" name="Footer Placeholder 4">
            <a:extLst>
              <a:ext uri="{FF2B5EF4-FFF2-40B4-BE49-F238E27FC236}">
                <a16:creationId xmlns:a16="http://schemas.microsoft.com/office/drawing/2014/main" id="{3ADFA6CA-9D5E-B249-A32C-E7C3EA92A0A1}"/>
              </a:ext>
            </a:extLst>
          </p:cNvPr>
          <p:cNvSpPr>
            <a:spLocks noGrp="1"/>
          </p:cNvSpPr>
          <p:nvPr>
            <p:ph type="ftr" sz="quarter" idx="11"/>
          </p:nvPr>
        </p:nvSpPr>
        <p:spPr/>
        <p:txBody>
          <a:bodyPr/>
          <a:lstStyle>
            <a:lvl1pPr>
              <a:defRPr/>
            </a:lvl1pPr>
          </a:lstStyle>
          <a:p>
            <a:pPr>
              <a:defRPr/>
            </a:pPr>
            <a:endParaRPr lang="en-US" altLang="zh-CN"/>
          </a:p>
        </p:txBody>
      </p:sp>
      <p:sp>
        <p:nvSpPr>
          <p:cNvPr id="9" name="Slide Number Placeholder 5">
            <a:extLst>
              <a:ext uri="{FF2B5EF4-FFF2-40B4-BE49-F238E27FC236}">
                <a16:creationId xmlns:a16="http://schemas.microsoft.com/office/drawing/2014/main" id="{63352CE4-B945-C847-910F-44FADFE1EF82}"/>
              </a:ext>
            </a:extLst>
          </p:cNvPr>
          <p:cNvSpPr>
            <a:spLocks noGrp="1"/>
          </p:cNvSpPr>
          <p:nvPr>
            <p:ph type="sldNum" sz="quarter" idx="12"/>
          </p:nvPr>
        </p:nvSpPr>
        <p:spPr/>
        <p:txBody>
          <a:bodyPr/>
          <a:lstStyle>
            <a:lvl1pPr>
              <a:defRPr/>
            </a:lvl1pPr>
          </a:lstStyle>
          <a:p>
            <a:fld id="{295F05AD-0B6F-8744-92DB-79595C3B0587}" type="slidenum">
              <a:rPr lang="zh-CN" altLang="en-US"/>
              <a:pPr/>
              <a:t>‹#›</a:t>
            </a:fld>
            <a:endParaRPr lang="en-US" altLang="zh-CN"/>
          </a:p>
        </p:txBody>
      </p:sp>
    </p:spTree>
    <p:extLst>
      <p:ext uri="{BB962C8B-B14F-4D97-AF65-F5344CB8AC3E}">
        <p14:creationId xmlns:p14="http://schemas.microsoft.com/office/powerpoint/2010/main" val="363164754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a:extLst>
              <a:ext uri="{FF2B5EF4-FFF2-40B4-BE49-F238E27FC236}">
                <a16:creationId xmlns:a16="http://schemas.microsoft.com/office/drawing/2014/main" id="{02B72D83-A88B-4341-AD66-FB2BD57CCAB3}"/>
              </a:ext>
            </a:extLst>
          </p:cNvPr>
          <p:cNvSpPr>
            <a:spLocks noGrp="1"/>
          </p:cNvSpPr>
          <p:nvPr>
            <p:ph type="dt" sz="half" idx="10"/>
          </p:nvPr>
        </p:nvSpPr>
        <p:spPr/>
        <p:txBody>
          <a:bodyPr/>
          <a:lstStyle>
            <a:lvl1pPr>
              <a:defRPr/>
            </a:lvl1pPr>
          </a:lstStyle>
          <a:p>
            <a:pPr>
              <a:defRPr/>
            </a:pPr>
            <a:endParaRPr lang="en-US" altLang="zh-CN"/>
          </a:p>
        </p:txBody>
      </p:sp>
      <p:sp>
        <p:nvSpPr>
          <p:cNvPr id="4" name="Footer Placeholder 4">
            <a:extLst>
              <a:ext uri="{FF2B5EF4-FFF2-40B4-BE49-F238E27FC236}">
                <a16:creationId xmlns:a16="http://schemas.microsoft.com/office/drawing/2014/main" id="{7F55E502-40E5-AE4B-8E6C-CD6770B3F737}"/>
              </a:ext>
            </a:extLst>
          </p:cNvPr>
          <p:cNvSpPr>
            <a:spLocks noGrp="1"/>
          </p:cNvSpPr>
          <p:nvPr>
            <p:ph type="ftr" sz="quarter" idx="11"/>
          </p:nvPr>
        </p:nvSpPr>
        <p:spPr/>
        <p:txBody>
          <a:bodyPr/>
          <a:lstStyle>
            <a:lvl1pPr>
              <a:defRPr/>
            </a:lvl1pPr>
          </a:lstStyle>
          <a:p>
            <a:pPr>
              <a:defRPr/>
            </a:pPr>
            <a:endParaRPr lang="en-US" altLang="zh-CN"/>
          </a:p>
        </p:txBody>
      </p:sp>
      <p:sp>
        <p:nvSpPr>
          <p:cNvPr id="5" name="Slide Number Placeholder 5">
            <a:extLst>
              <a:ext uri="{FF2B5EF4-FFF2-40B4-BE49-F238E27FC236}">
                <a16:creationId xmlns:a16="http://schemas.microsoft.com/office/drawing/2014/main" id="{2AB96C72-E412-AB42-8533-A61A6A3D2094}"/>
              </a:ext>
            </a:extLst>
          </p:cNvPr>
          <p:cNvSpPr>
            <a:spLocks noGrp="1"/>
          </p:cNvSpPr>
          <p:nvPr>
            <p:ph type="sldNum" sz="quarter" idx="12"/>
          </p:nvPr>
        </p:nvSpPr>
        <p:spPr/>
        <p:txBody>
          <a:bodyPr/>
          <a:lstStyle>
            <a:lvl1pPr>
              <a:defRPr/>
            </a:lvl1pPr>
          </a:lstStyle>
          <a:p>
            <a:fld id="{90FC6449-5088-484E-9DA0-B1E42CC1D4E9}" type="slidenum">
              <a:rPr lang="zh-CN" altLang="en-US"/>
              <a:pPr/>
              <a:t>‹#›</a:t>
            </a:fld>
            <a:endParaRPr lang="en-US" altLang="zh-CN"/>
          </a:p>
        </p:txBody>
      </p:sp>
    </p:spTree>
    <p:extLst>
      <p:ext uri="{BB962C8B-B14F-4D97-AF65-F5344CB8AC3E}">
        <p14:creationId xmlns:p14="http://schemas.microsoft.com/office/powerpoint/2010/main" val="244421404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C894CF1-0927-6C40-BB93-D55A3FD9A752}"/>
              </a:ext>
            </a:extLst>
          </p:cNvPr>
          <p:cNvSpPr>
            <a:spLocks noGrp="1"/>
          </p:cNvSpPr>
          <p:nvPr>
            <p:ph type="dt" sz="half" idx="10"/>
          </p:nvPr>
        </p:nvSpPr>
        <p:spPr/>
        <p:txBody>
          <a:bodyPr/>
          <a:lstStyle>
            <a:lvl1pPr>
              <a:defRPr/>
            </a:lvl1pPr>
          </a:lstStyle>
          <a:p>
            <a:pPr>
              <a:defRPr/>
            </a:pPr>
            <a:endParaRPr lang="en-US" altLang="zh-CN"/>
          </a:p>
        </p:txBody>
      </p:sp>
      <p:sp>
        <p:nvSpPr>
          <p:cNvPr id="3" name="Footer Placeholder 4">
            <a:extLst>
              <a:ext uri="{FF2B5EF4-FFF2-40B4-BE49-F238E27FC236}">
                <a16:creationId xmlns:a16="http://schemas.microsoft.com/office/drawing/2014/main" id="{92FF980A-1942-E845-8D39-80169D34C163}"/>
              </a:ext>
            </a:extLst>
          </p:cNvPr>
          <p:cNvSpPr>
            <a:spLocks noGrp="1"/>
          </p:cNvSpPr>
          <p:nvPr>
            <p:ph type="ftr" sz="quarter" idx="11"/>
          </p:nvPr>
        </p:nvSpPr>
        <p:spPr/>
        <p:txBody>
          <a:bodyPr/>
          <a:lstStyle>
            <a:lvl1pPr>
              <a:defRPr/>
            </a:lvl1pPr>
          </a:lstStyle>
          <a:p>
            <a:pPr>
              <a:defRPr/>
            </a:pPr>
            <a:endParaRPr lang="en-US" altLang="zh-CN"/>
          </a:p>
        </p:txBody>
      </p:sp>
      <p:sp>
        <p:nvSpPr>
          <p:cNvPr id="4" name="Slide Number Placeholder 5">
            <a:extLst>
              <a:ext uri="{FF2B5EF4-FFF2-40B4-BE49-F238E27FC236}">
                <a16:creationId xmlns:a16="http://schemas.microsoft.com/office/drawing/2014/main" id="{F1158BAA-07E6-064B-9B39-D34F026DC0F8}"/>
              </a:ext>
            </a:extLst>
          </p:cNvPr>
          <p:cNvSpPr>
            <a:spLocks noGrp="1"/>
          </p:cNvSpPr>
          <p:nvPr>
            <p:ph type="sldNum" sz="quarter" idx="12"/>
          </p:nvPr>
        </p:nvSpPr>
        <p:spPr/>
        <p:txBody>
          <a:bodyPr/>
          <a:lstStyle>
            <a:lvl1pPr>
              <a:defRPr/>
            </a:lvl1pPr>
          </a:lstStyle>
          <a:p>
            <a:fld id="{FE50648D-50D3-084C-8E86-C89460EB7F93}" type="slidenum">
              <a:rPr lang="zh-CN" altLang="en-US"/>
              <a:pPr/>
              <a:t>‹#›</a:t>
            </a:fld>
            <a:endParaRPr lang="en-US" altLang="zh-CN"/>
          </a:p>
        </p:txBody>
      </p:sp>
    </p:spTree>
    <p:extLst>
      <p:ext uri="{BB962C8B-B14F-4D97-AF65-F5344CB8AC3E}">
        <p14:creationId xmlns:p14="http://schemas.microsoft.com/office/powerpoint/2010/main" val="1023237579"/>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lstStyle>
            <a:lvl1pPr marL="228600" indent="-228600" algn="l">
              <a:defRPr sz="2800" b="1">
                <a:effectLst/>
              </a:defRPr>
            </a:lvl1pPr>
          </a:lstStyle>
          <a:p>
            <a:r>
              <a:rPr lang="zh-CN" altLang="en-US"/>
              <a:t>单击此处编辑母版标题样式</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3">
            <a:extLst>
              <a:ext uri="{FF2B5EF4-FFF2-40B4-BE49-F238E27FC236}">
                <a16:creationId xmlns:a16="http://schemas.microsoft.com/office/drawing/2014/main" id="{9395B27E-E4C8-2144-B43E-377AB91A1B58}"/>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4">
            <a:extLst>
              <a:ext uri="{FF2B5EF4-FFF2-40B4-BE49-F238E27FC236}">
                <a16:creationId xmlns:a16="http://schemas.microsoft.com/office/drawing/2014/main" id="{051027CD-0797-3F49-BD88-8589EDF4CAFC}"/>
              </a:ext>
            </a:extLst>
          </p:cNvPr>
          <p:cNvSpPr>
            <a:spLocks noGrp="1"/>
          </p:cNvSpPr>
          <p:nvPr>
            <p:ph type="ftr" sz="quarter" idx="11"/>
          </p:nvPr>
        </p:nvSpPr>
        <p:spPr/>
        <p:txBody>
          <a:bodyPr/>
          <a:lstStyle>
            <a:lvl1pPr>
              <a:defRPr/>
            </a:lvl1pPr>
          </a:lstStyle>
          <a:p>
            <a:pPr>
              <a:defRPr/>
            </a:pPr>
            <a:endParaRPr lang="en-US" altLang="zh-CN"/>
          </a:p>
        </p:txBody>
      </p:sp>
      <p:sp>
        <p:nvSpPr>
          <p:cNvPr id="7" name="Slide Number Placeholder 5">
            <a:extLst>
              <a:ext uri="{FF2B5EF4-FFF2-40B4-BE49-F238E27FC236}">
                <a16:creationId xmlns:a16="http://schemas.microsoft.com/office/drawing/2014/main" id="{F7CDD94B-C4A3-5642-BD00-64280DDB1E9B}"/>
              </a:ext>
            </a:extLst>
          </p:cNvPr>
          <p:cNvSpPr>
            <a:spLocks noGrp="1"/>
          </p:cNvSpPr>
          <p:nvPr>
            <p:ph type="sldNum" sz="quarter" idx="12"/>
          </p:nvPr>
        </p:nvSpPr>
        <p:spPr/>
        <p:txBody>
          <a:bodyPr/>
          <a:lstStyle>
            <a:lvl1pPr>
              <a:defRPr/>
            </a:lvl1pPr>
          </a:lstStyle>
          <a:p>
            <a:fld id="{0BEFBD21-2A77-5F45-85C1-52F2556BF080}" type="slidenum">
              <a:rPr lang="zh-CN" altLang="en-US"/>
              <a:pPr/>
              <a:t>‹#›</a:t>
            </a:fld>
            <a:endParaRPr lang="en-US" altLang="zh-CN"/>
          </a:p>
        </p:txBody>
      </p:sp>
    </p:spTree>
    <p:extLst>
      <p:ext uri="{BB962C8B-B14F-4D97-AF65-F5344CB8AC3E}">
        <p14:creationId xmlns:p14="http://schemas.microsoft.com/office/powerpoint/2010/main" val="103836985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3436C8B-79D6-5644-9652-F8647359DA2E}"/>
              </a:ext>
            </a:extLst>
          </p:cNvPr>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8">
            <a:extLst>
              <a:ext uri="{FF2B5EF4-FFF2-40B4-BE49-F238E27FC236}">
                <a16:creationId xmlns:a16="http://schemas.microsoft.com/office/drawing/2014/main" id="{ACE1E95C-7ACF-244C-8F55-77122034B032}"/>
              </a:ext>
            </a:extLst>
          </p:cNvPr>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7" name="Rectangle 9">
            <a:extLst>
              <a:ext uri="{FF2B5EF4-FFF2-40B4-BE49-F238E27FC236}">
                <a16:creationId xmlns:a16="http://schemas.microsoft.com/office/drawing/2014/main" id="{560DA868-33F6-F241-AED0-01A0ADA0D100}"/>
              </a:ext>
            </a:extLst>
          </p:cNvPr>
          <p:cNvSpPr/>
          <p:nvPr/>
        </p:nvSpPr>
        <p:spPr>
          <a:xfrm>
            <a:off x="0" y="2652713"/>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Oval 10">
            <a:extLst>
              <a:ext uri="{FF2B5EF4-FFF2-40B4-BE49-F238E27FC236}">
                <a16:creationId xmlns:a16="http://schemas.microsoft.com/office/drawing/2014/main" id="{DD9A0698-784D-734E-9FD4-62D0D32ED7B3}"/>
              </a:ext>
            </a:extLst>
          </p:cNvPr>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rtlCol="0">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将图片拖动到占位符，或单击添加图标</a:t>
            </a:r>
            <a:endParaRPr lang="en-US" noProof="0"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 name="Title 1"/>
          <p:cNvSpPr>
            <a:spLocks noGrp="1"/>
          </p:cNvSpPr>
          <p:nvPr>
            <p:ph type="title"/>
          </p:nvPr>
        </p:nvSpPr>
        <p:spPr>
          <a:xfrm>
            <a:off x="727268" y="4464421"/>
            <a:ext cx="6383538" cy="1143000"/>
          </a:xfrm>
        </p:spPr>
        <p:txBody>
          <a:bodyPr anchor="b"/>
          <a:lstStyle>
            <a:lvl1pPr algn="l">
              <a:defRPr sz="4600" b="1"/>
            </a:lvl1pPr>
          </a:lstStyle>
          <a:p>
            <a:r>
              <a:rPr lang="zh-CN" altLang="en-US"/>
              <a:t>单击此处编辑母版标题样式</a:t>
            </a:r>
            <a:endParaRPr lang="en-US" dirty="0"/>
          </a:p>
        </p:txBody>
      </p:sp>
      <p:sp>
        <p:nvSpPr>
          <p:cNvPr id="9" name="Date Placeholder 4">
            <a:extLst>
              <a:ext uri="{FF2B5EF4-FFF2-40B4-BE49-F238E27FC236}">
                <a16:creationId xmlns:a16="http://schemas.microsoft.com/office/drawing/2014/main" id="{A6B9E035-B3BA-9E43-82F4-EF971816E565}"/>
              </a:ext>
            </a:extLst>
          </p:cNvPr>
          <p:cNvSpPr>
            <a:spLocks noGrp="1"/>
          </p:cNvSpPr>
          <p:nvPr>
            <p:ph type="dt" sz="half" idx="10"/>
          </p:nvPr>
        </p:nvSpPr>
        <p:spPr/>
        <p:txBody>
          <a:bodyPr/>
          <a:lstStyle>
            <a:lvl1pPr>
              <a:defRPr/>
            </a:lvl1pPr>
          </a:lstStyle>
          <a:p>
            <a:pPr>
              <a:defRPr/>
            </a:pPr>
            <a:endParaRPr lang="en-US" altLang="zh-CN"/>
          </a:p>
        </p:txBody>
      </p:sp>
      <p:sp>
        <p:nvSpPr>
          <p:cNvPr id="10" name="Footer Placeholder 5">
            <a:extLst>
              <a:ext uri="{FF2B5EF4-FFF2-40B4-BE49-F238E27FC236}">
                <a16:creationId xmlns:a16="http://schemas.microsoft.com/office/drawing/2014/main" id="{15FB1EB8-71B2-EC40-9A9A-5F13B0565207}"/>
              </a:ext>
            </a:extLst>
          </p:cNvPr>
          <p:cNvSpPr>
            <a:spLocks noGrp="1"/>
          </p:cNvSpPr>
          <p:nvPr>
            <p:ph type="ftr" sz="quarter" idx="11"/>
          </p:nvPr>
        </p:nvSpPr>
        <p:spPr/>
        <p:txBody>
          <a:bodyPr/>
          <a:lstStyle>
            <a:lvl1pPr>
              <a:defRPr/>
            </a:lvl1pPr>
          </a:lstStyle>
          <a:p>
            <a:pPr>
              <a:defRPr/>
            </a:pPr>
            <a:endParaRPr lang="en-US" altLang="zh-CN"/>
          </a:p>
        </p:txBody>
      </p:sp>
      <p:sp>
        <p:nvSpPr>
          <p:cNvPr id="11" name="Slide Number Placeholder 6">
            <a:extLst>
              <a:ext uri="{FF2B5EF4-FFF2-40B4-BE49-F238E27FC236}">
                <a16:creationId xmlns:a16="http://schemas.microsoft.com/office/drawing/2014/main" id="{9F1F4680-E63F-5847-AB5C-92C30B81C4FC}"/>
              </a:ext>
            </a:extLst>
          </p:cNvPr>
          <p:cNvSpPr>
            <a:spLocks noGrp="1"/>
          </p:cNvSpPr>
          <p:nvPr>
            <p:ph type="sldNum" sz="quarter" idx="12"/>
          </p:nvPr>
        </p:nvSpPr>
        <p:spPr/>
        <p:txBody>
          <a:bodyPr/>
          <a:lstStyle>
            <a:lvl1pPr>
              <a:defRPr/>
            </a:lvl1pPr>
          </a:lstStyle>
          <a:p>
            <a:fld id="{276A55D9-3834-2443-BDBE-65CA7F57D9BC}" type="slidenum">
              <a:rPr lang="zh-CN" altLang="en-US"/>
              <a:pPr/>
              <a:t>‹#›</a:t>
            </a:fld>
            <a:endParaRPr lang="en-US" altLang="zh-CN"/>
          </a:p>
        </p:txBody>
      </p:sp>
    </p:spTree>
    <p:extLst>
      <p:ext uri="{BB962C8B-B14F-4D97-AF65-F5344CB8AC3E}">
        <p14:creationId xmlns:p14="http://schemas.microsoft.com/office/powerpoint/2010/main" val="382763953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a:extLst>
              <a:ext uri="{FF2B5EF4-FFF2-40B4-BE49-F238E27FC236}">
                <a16:creationId xmlns:a16="http://schemas.microsoft.com/office/drawing/2014/main" id="{9916E9EA-F590-A046-B63A-048BC0A7B1A5}"/>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96326633-F1DE-2E43-A78E-C3230CA12AE7}"/>
              </a:ext>
            </a:extLst>
          </p:cNvPr>
          <p:cNvSpPr>
            <a:spLocks noGrp="1"/>
          </p:cNvSpPr>
          <p:nvPr>
            <p:ph type="ftr" sz="quarter" idx="11"/>
          </p:nvPr>
        </p:nvSpPr>
        <p:spPr/>
        <p:txBody>
          <a:bodyPr/>
          <a:lstStyle>
            <a:lvl1pPr>
              <a:defRPr/>
            </a:lvl1pPr>
          </a:lstStyle>
          <a:p>
            <a:pPr>
              <a:defRPr/>
            </a:pPr>
            <a:endParaRPr lang="en-US" altLang="zh-CN"/>
          </a:p>
        </p:txBody>
      </p:sp>
      <p:sp>
        <p:nvSpPr>
          <p:cNvPr id="6" name="Slide Number Placeholder 5">
            <a:extLst>
              <a:ext uri="{FF2B5EF4-FFF2-40B4-BE49-F238E27FC236}">
                <a16:creationId xmlns:a16="http://schemas.microsoft.com/office/drawing/2014/main" id="{80DB1484-77CC-8E48-A0A3-CEA6F30F3446}"/>
              </a:ext>
            </a:extLst>
          </p:cNvPr>
          <p:cNvSpPr>
            <a:spLocks noGrp="1"/>
          </p:cNvSpPr>
          <p:nvPr>
            <p:ph type="sldNum" sz="quarter" idx="12"/>
          </p:nvPr>
        </p:nvSpPr>
        <p:spPr/>
        <p:txBody>
          <a:bodyPr/>
          <a:lstStyle>
            <a:lvl1pPr>
              <a:defRPr/>
            </a:lvl1pPr>
          </a:lstStyle>
          <a:p>
            <a:fld id="{6E4436B2-A0C8-6C43-A437-5B9503D6B4E6}" type="slidenum">
              <a:rPr lang="zh-CN" altLang="en-US"/>
              <a:pPr/>
              <a:t>‹#›</a:t>
            </a:fld>
            <a:endParaRPr lang="en-US" altLang="zh-CN"/>
          </a:p>
        </p:txBody>
      </p:sp>
    </p:spTree>
    <p:extLst>
      <p:ext uri="{BB962C8B-B14F-4D97-AF65-F5344CB8AC3E}">
        <p14:creationId xmlns:p14="http://schemas.microsoft.com/office/powerpoint/2010/main" val="222374364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zh-CN" altLang="en-US"/>
              <a:t>单击此处编辑母版标题样式</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6E08F7D6-482D-3A4A-80D5-684AFEBC0136}"/>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8DDCCA9D-1AA7-C74E-96C0-EE73D6BCA3B4}"/>
              </a:ext>
            </a:extLst>
          </p:cNvPr>
          <p:cNvSpPr>
            <a:spLocks noGrp="1"/>
          </p:cNvSpPr>
          <p:nvPr>
            <p:ph type="ftr" sz="quarter" idx="11"/>
          </p:nvPr>
        </p:nvSpPr>
        <p:spPr/>
        <p:txBody>
          <a:bodyPr/>
          <a:lstStyle>
            <a:lvl1pPr>
              <a:defRPr/>
            </a:lvl1pPr>
          </a:lstStyle>
          <a:p>
            <a:pPr>
              <a:defRPr/>
            </a:pPr>
            <a:endParaRPr lang="en-US" altLang="zh-CN"/>
          </a:p>
        </p:txBody>
      </p:sp>
      <p:sp>
        <p:nvSpPr>
          <p:cNvPr id="6" name="Slide Number Placeholder 5">
            <a:extLst>
              <a:ext uri="{FF2B5EF4-FFF2-40B4-BE49-F238E27FC236}">
                <a16:creationId xmlns:a16="http://schemas.microsoft.com/office/drawing/2014/main" id="{5070DC47-5FA8-EC47-8247-8CB7E59769B9}"/>
              </a:ext>
            </a:extLst>
          </p:cNvPr>
          <p:cNvSpPr>
            <a:spLocks noGrp="1"/>
          </p:cNvSpPr>
          <p:nvPr>
            <p:ph type="sldNum" sz="quarter" idx="12"/>
          </p:nvPr>
        </p:nvSpPr>
        <p:spPr/>
        <p:txBody>
          <a:bodyPr/>
          <a:lstStyle>
            <a:lvl1pPr>
              <a:defRPr/>
            </a:lvl1pPr>
          </a:lstStyle>
          <a:p>
            <a:fld id="{BB90A4E5-C9A1-084C-83B7-4CC92FAC04DC}" type="slidenum">
              <a:rPr lang="zh-CN" altLang="en-US"/>
              <a:pPr/>
              <a:t>‹#›</a:t>
            </a:fld>
            <a:endParaRPr lang="en-US" altLang="zh-CN"/>
          </a:p>
        </p:txBody>
      </p:sp>
    </p:spTree>
    <p:extLst>
      <p:ext uri="{BB962C8B-B14F-4D97-AF65-F5344CB8AC3E}">
        <p14:creationId xmlns:p14="http://schemas.microsoft.com/office/powerpoint/2010/main" val="82983546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58750" y="277813"/>
            <a:ext cx="8985250" cy="1143000"/>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34925" y="1600200"/>
            <a:ext cx="4038600" cy="453072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lipArt Placeholder 3"/>
          <p:cNvSpPr>
            <a:spLocks noGrp="1"/>
          </p:cNvSpPr>
          <p:nvPr>
            <p:ph type="clipArt" sz="half" idx="2"/>
          </p:nvPr>
        </p:nvSpPr>
        <p:spPr>
          <a:xfrm>
            <a:off x="4225925" y="1600200"/>
            <a:ext cx="4038600" cy="4530725"/>
          </a:xfrm>
        </p:spPr>
        <p:txBody>
          <a:bodyPr rtlCol="0">
            <a:normAutofit/>
          </a:bodyPr>
          <a:lstStyle/>
          <a:p>
            <a:pPr lvl="0"/>
            <a:endParaRPr lang="zh-CN" altLang="en-US" noProof="0"/>
          </a:p>
        </p:txBody>
      </p:sp>
      <p:sp>
        <p:nvSpPr>
          <p:cNvPr id="5" name="Date Placeholder 3">
            <a:extLst>
              <a:ext uri="{FF2B5EF4-FFF2-40B4-BE49-F238E27FC236}">
                <a16:creationId xmlns:a16="http://schemas.microsoft.com/office/drawing/2014/main" id="{86BE7EDA-C406-0D48-A511-F3880ED3DD37}"/>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4">
            <a:extLst>
              <a:ext uri="{FF2B5EF4-FFF2-40B4-BE49-F238E27FC236}">
                <a16:creationId xmlns:a16="http://schemas.microsoft.com/office/drawing/2014/main" id="{D7DF8A73-30CD-464B-9CA9-AC493D6E8ABF}"/>
              </a:ext>
            </a:extLst>
          </p:cNvPr>
          <p:cNvSpPr>
            <a:spLocks noGrp="1"/>
          </p:cNvSpPr>
          <p:nvPr>
            <p:ph type="ftr" sz="quarter" idx="11"/>
          </p:nvPr>
        </p:nvSpPr>
        <p:spPr/>
        <p:txBody>
          <a:bodyPr/>
          <a:lstStyle>
            <a:lvl1pPr>
              <a:defRPr/>
            </a:lvl1pPr>
          </a:lstStyle>
          <a:p>
            <a:pPr>
              <a:defRPr/>
            </a:pPr>
            <a:endParaRPr lang="en-US" altLang="zh-CN"/>
          </a:p>
        </p:txBody>
      </p:sp>
      <p:sp>
        <p:nvSpPr>
          <p:cNvPr id="7" name="Slide Number Placeholder 5">
            <a:extLst>
              <a:ext uri="{FF2B5EF4-FFF2-40B4-BE49-F238E27FC236}">
                <a16:creationId xmlns:a16="http://schemas.microsoft.com/office/drawing/2014/main" id="{05D85F70-71D2-1148-8099-2B7A675B0AD6}"/>
              </a:ext>
            </a:extLst>
          </p:cNvPr>
          <p:cNvSpPr>
            <a:spLocks noGrp="1"/>
          </p:cNvSpPr>
          <p:nvPr>
            <p:ph type="sldNum" sz="quarter" idx="12"/>
          </p:nvPr>
        </p:nvSpPr>
        <p:spPr/>
        <p:txBody>
          <a:bodyPr/>
          <a:lstStyle>
            <a:lvl1pPr>
              <a:defRPr/>
            </a:lvl1pPr>
          </a:lstStyle>
          <a:p>
            <a:fld id="{E0332515-39E9-9544-AC49-1C0E3803BBF5}" type="slidenum">
              <a:rPr lang="zh-CN" altLang="en-US"/>
              <a:pPr/>
              <a:t>‹#›</a:t>
            </a:fld>
            <a:endParaRPr lang="en-US" altLang="zh-CN"/>
          </a:p>
        </p:txBody>
      </p:sp>
    </p:spTree>
    <p:extLst>
      <p:ext uri="{BB962C8B-B14F-4D97-AF65-F5344CB8AC3E}">
        <p14:creationId xmlns:p14="http://schemas.microsoft.com/office/powerpoint/2010/main" val="1584284292"/>
      </p:ext>
    </p:extLst>
  </p:cSld>
  <p:clrMapOvr>
    <a:masterClrMapping/>
  </p:clrMapOvr>
  <p:transition>
    <p:blinds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8750" y="277813"/>
            <a:ext cx="8985250" cy="1143000"/>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34925" y="1600200"/>
            <a:ext cx="4038600" cy="453072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quarter" idx="2"/>
          </p:nvPr>
        </p:nvSpPr>
        <p:spPr>
          <a:xfrm>
            <a:off x="4225925" y="1600200"/>
            <a:ext cx="4038600" cy="21891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Content Placeholder 4"/>
          <p:cNvSpPr>
            <a:spLocks noGrp="1"/>
          </p:cNvSpPr>
          <p:nvPr>
            <p:ph sz="quarter" idx="3"/>
          </p:nvPr>
        </p:nvSpPr>
        <p:spPr>
          <a:xfrm>
            <a:off x="4225925" y="3941763"/>
            <a:ext cx="4038600" cy="2189162"/>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Date Placeholder 3">
            <a:extLst>
              <a:ext uri="{FF2B5EF4-FFF2-40B4-BE49-F238E27FC236}">
                <a16:creationId xmlns:a16="http://schemas.microsoft.com/office/drawing/2014/main" id="{9D7ADE86-4AE8-524F-8768-9EC7CFC6E0F6}"/>
              </a:ext>
            </a:extLst>
          </p:cNvPr>
          <p:cNvSpPr>
            <a:spLocks noGrp="1"/>
          </p:cNvSpPr>
          <p:nvPr>
            <p:ph type="dt" sz="half" idx="10"/>
          </p:nvPr>
        </p:nvSpPr>
        <p:spPr/>
        <p:txBody>
          <a:bodyPr/>
          <a:lstStyle>
            <a:lvl1pPr>
              <a:defRPr/>
            </a:lvl1pPr>
          </a:lstStyle>
          <a:p>
            <a:pPr>
              <a:defRPr/>
            </a:pPr>
            <a:endParaRPr lang="en-US" altLang="zh-CN"/>
          </a:p>
        </p:txBody>
      </p:sp>
      <p:sp>
        <p:nvSpPr>
          <p:cNvPr id="7" name="Footer Placeholder 4">
            <a:extLst>
              <a:ext uri="{FF2B5EF4-FFF2-40B4-BE49-F238E27FC236}">
                <a16:creationId xmlns:a16="http://schemas.microsoft.com/office/drawing/2014/main" id="{0F8F4682-8617-AF42-AF8C-DE9122A63E7B}"/>
              </a:ext>
            </a:extLst>
          </p:cNvPr>
          <p:cNvSpPr>
            <a:spLocks noGrp="1"/>
          </p:cNvSpPr>
          <p:nvPr>
            <p:ph type="ftr" sz="quarter" idx="11"/>
          </p:nvPr>
        </p:nvSpPr>
        <p:spPr/>
        <p:txBody>
          <a:bodyPr/>
          <a:lstStyle>
            <a:lvl1pPr>
              <a:defRPr/>
            </a:lvl1pPr>
          </a:lstStyle>
          <a:p>
            <a:pPr>
              <a:defRPr/>
            </a:pPr>
            <a:endParaRPr lang="en-US" altLang="zh-CN"/>
          </a:p>
        </p:txBody>
      </p:sp>
      <p:sp>
        <p:nvSpPr>
          <p:cNvPr id="8" name="Slide Number Placeholder 5">
            <a:extLst>
              <a:ext uri="{FF2B5EF4-FFF2-40B4-BE49-F238E27FC236}">
                <a16:creationId xmlns:a16="http://schemas.microsoft.com/office/drawing/2014/main" id="{20D077D7-900C-3A4E-95B6-8DD1EAF9001C}"/>
              </a:ext>
            </a:extLst>
          </p:cNvPr>
          <p:cNvSpPr>
            <a:spLocks noGrp="1"/>
          </p:cNvSpPr>
          <p:nvPr>
            <p:ph type="sldNum" sz="quarter" idx="12"/>
          </p:nvPr>
        </p:nvSpPr>
        <p:spPr/>
        <p:txBody>
          <a:bodyPr/>
          <a:lstStyle>
            <a:lvl1pPr>
              <a:defRPr/>
            </a:lvl1pPr>
          </a:lstStyle>
          <a:p>
            <a:fld id="{F4175AF7-B973-B54D-8A45-A51A4BED9764}" type="slidenum">
              <a:rPr lang="zh-CN" altLang="en-US"/>
              <a:pPr/>
              <a:t>‹#›</a:t>
            </a:fld>
            <a:endParaRPr lang="en-US" altLang="zh-CN"/>
          </a:p>
        </p:txBody>
      </p:sp>
    </p:spTree>
    <p:extLst>
      <p:ext uri="{BB962C8B-B14F-4D97-AF65-F5344CB8AC3E}">
        <p14:creationId xmlns:p14="http://schemas.microsoft.com/office/powerpoint/2010/main" val="50182000"/>
      </p:ext>
    </p:extLst>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6B5947-FE89-9545-84C5-DFE7FB7B3145}"/>
              </a:ext>
            </a:extLst>
          </p:cNvPr>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a:extLst>
              <a:ext uri="{FF2B5EF4-FFF2-40B4-BE49-F238E27FC236}">
                <a16:creationId xmlns:a16="http://schemas.microsoft.com/office/drawing/2014/main" id="{8C05E3B2-803E-764A-94B5-F033E7B2FBA8}"/>
              </a:ext>
            </a:extLst>
          </p:cNvPr>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9" name="Rectangle 8">
            <a:extLst>
              <a:ext uri="{FF2B5EF4-FFF2-40B4-BE49-F238E27FC236}">
                <a16:creationId xmlns:a16="http://schemas.microsoft.com/office/drawing/2014/main" id="{315E1044-F0F0-EE45-9715-279235CEDC95}"/>
              </a:ext>
            </a:extLst>
          </p:cNvPr>
          <p:cNvSpPr/>
          <p:nvPr/>
        </p:nvSpPr>
        <p:spPr>
          <a:xfrm>
            <a:off x="0" y="3768725"/>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Oval 9">
            <a:extLst>
              <a:ext uri="{FF2B5EF4-FFF2-40B4-BE49-F238E27FC236}">
                <a16:creationId xmlns:a16="http://schemas.microsoft.com/office/drawing/2014/main" id="{D313A6DA-5642-5141-8A06-F812FD630833}"/>
              </a:ext>
            </a:extLst>
          </p:cNvPr>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Placeholder 1">
            <a:extLst>
              <a:ext uri="{FF2B5EF4-FFF2-40B4-BE49-F238E27FC236}">
                <a16:creationId xmlns:a16="http://schemas.microsoft.com/office/drawing/2014/main" id="{30FAE361-BBF0-6440-9BC0-1AF47324502E}"/>
              </a:ext>
            </a:extLst>
          </p:cNvPr>
          <p:cNvSpPr>
            <a:spLocks noGrp="1"/>
          </p:cNvSpPr>
          <p:nvPr>
            <p:ph type="title"/>
          </p:nvPr>
        </p:nvSpPr>
        <p:spPr>
          <a:xfrm>
            <a:off x="1793875" y="4371975"/>
            <a:ext cx="6511925" cy="1143000"/>
          </a:xfrm>
          <a:prstGeom prst="rect">
            <a:avLst/>
          </a:prstGeom>
          <a:effectLst/>
        </p:spPr>
        <p:txBody>
          <a:bodyPr vert="horz" lIns="91440" tIns="45720" rIns="91440" bIns="45720" rtlCol="0" anchor="t" anchorCtr="0">
            <a:noAutofit/>
          </a:bodyPr>
          <a:lstStyle/>
          <a:p>
            <a:r>
              <a:rPr lang="zh-CN" altLang="en-US"/>
              <a:t>单击此处编辑母版标题样式</a:t>
            </a:r>
            <a:endParaRPr lang="en-US" dirty="0"/>
          </a:p>
        </p:txBody>
      </p:sp>
      <p:sp>
        <p:nvSpPr>
          <p:cNvPr id="1037" name="Text Placeholder 2">
            <a:extLst>
              <a:ext uri="{FF2B5EF4-FFF2-40B4-BE49-F238E27FC236}">
                <a16:creationId xmlns:a16="http://schemas.microsoft.com/office/drawing/2014/main" id="{8D40A6CA-2FC8-2243-94E5-215074152892}"/>
              </a:ext>
            </a:extLst>
          </p:cNvPr>
          <p:cNvSpPr>
            <a:spLocks noGrp="1"/>
          </p:cNvSpPr>
          <p:nvPr>
            <p:ph type="body" idx="1"/>
          </p:nvPr>
        </p:nvSpPr>
        <p:spPr bwMode="auto">
          <a:xfrm>
            <a:off x="1143000" y="731838"/>
            <a:ext cx="6400800" cy="347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en-US"/>
          </a:p>
        </p:txBody>
      </p:sp>
      <p:sp>
        <p:nvSpPr>
          <p:cNvPr id="4" name="Date Placeholder 3">
            <a:extLst>
              <a:ext uri="{FF2B5EF4-FFF2-40B4-BE49-F238E27FC236}">
                <a16:creationId xmlns:a16="http://schemas.microsoft.com/office/drawing/2014/main" id="{ECB3FFFB-D559-D64D-B320-57C7F47D91BD}"/>
              </a:ext>
            </a:extLst>
          </p:cNvPr>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latin typeface="Arial" charset="0"/>
                <a:ea typeface="宋体" charset="0"/>
                <a:cs typeface="宋体" charset="0"/>
              </a:defRPr>
            </a:lvl1pPr>
          </a:lstStyle>
          <a:p>
            <a:pPr>
              <a:defRPr/>
            </a:pPr>
            <a:endParaRPr lang="en-US" altLang="zh-CN"/>
          </a:p>
        </p:txBody>
      </p:sp>
      <p:sp>
        <p:nvSpPr>
          <p:cNvPr id="5" name="Footer Placeholder 4">
            <a:extLst>
              <a:ext uri="{FF2B5EF4-FFF2-40B4-BE49-F238E27FC236}">
                <a16:creationId xmlns:a16="http://schemas.microsoft.com/office/drawing/2014/main" id="{C0FAF4DA-4DA0-1048-9171-79646F61E0E3}"/>
              </a:ext>
            </a:extLst>
          </p:cNvPr>
          <p:cNvSpPr>
            <a:spLocks noGrp="1"/>
          </p:cNvSpPr>
          <p:nvPr>
            <p:ph type="ftr" sz="quarter" idx="3"/>
          </p:nvPr>
        </p:nvSpPr>
        <p:spPr>
          <a:xfrm>
            <a:off x="457200" y="6172200"/>
            <a:ext cx="3352800" cy="365125"/>
          </a:xfrm>
          <a:prstGeom prst="rect">
            <a:avLst/>
          </a:prstGeom>
        </p:spPr>
        <p:txBody>
          <a:bodyPr vert="horz" lIns="91440" tIns="45720" rIns="91440" bIns="45720" rtlCol="0" anchor="ctr"/>
          <a:lstStyle>
            <a:lvl1pPr algn="l">
              <a:defRPr sz="1100" b="1">
                <a:solidFill>
                  <a:schemeClr val="tx1">
                    <a:lumMod val="50000"/>
                    <a:lumOff val="50000"/>
                  </a:schemeClr>
                </a:solidFill>
                <a:latin typeface="Arial" charset="0"/>
                <a:ea typeface="宋体" charset="0"/>
                <a:cs typeface="宋体" charset="0"/>
              </a:defRPr>
            </a:lvl1pPr>
          </a:lstStyle>
          <a:p>
            <a:pPr>
              <a:defRPr/>
            </a:pPr>
            <a:endParaRPr lang="en-US" altLang="zh-CN"/>
          </a:p>
        </p:txBody>
      </p:sp>
      <p:sp>
        <p:nvSpPr>
          <p:cNvPr id="6" name="Slide Number Placeholder 5">
            <a:extLst>
              <a:ext uri="{FF2B5EF4-FFF2-40B4-BE49-F238E27FC236}">
                <a16:creationId xmlns:a16="http://schemas.microsoft.com/office/drawing/2014/main" id="{53E639B2-D29D-744B-9223-4654D3E756E7}"/>
              </a:ext>
            </a:extLst>
          </p:cNvPr>
          <p:cNvSpPr>
            <a:spLocks noGrp="1"/>
          </p:cNvSpPr>
          <p:nvPr>
            <p:ph type="sldNum" sz="quarter" idx="4"/>
          </p:nvPr>
        </p:nvSpPr>
        <p:spPr>
          <a:xfrm>
            <a:off x="3810000" y="6172200"/>
            <a:ext cx="182880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7F7F7F"/>
                </a:solidFill>
              </a:defRPr>
            </a:lvl1pPr>
          </a:lstStyle>
          <a:p>
            <a:fld id="{BA08FA4A-57ED-AF40-AC5A-1599CF93B4A5}"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797" r:id="rId1"/>
    <p:sldLayoutId id="2147483787" r:id="rId2"/>
    <p:sldLayoutId id="2147483798" r:id="rId3"/>
    <p:sldLayoutId id="2147483788" r:id="rId4"/>
    <p:sldLayoutId id="2147483789" r:id="rId5"/>
    <p:sldLayoutId id="2147483790" r:id="rId6"/>
    <p:sldLayoutId id="2147483791" r:id="rId7"/>
    <p:sldLayoutId id="2147483792" r:id="rId8"/>
    <p:sldLayoutId id="2147483799" r:id="rId9"/>
    <p:sldLayoutId id="2147483793" r:id="rId10"/>
    <p:sldLayoutId id="2147483794" r:id="rId11"/>
    <p:sldLayoutId id="2147483795" r:id="rId12"/>
    <p:sldLayoutId id="2147483796" r:id="rId13"/>
  </p:sldLayoutIdLst>
  <p:transition>
    <p:blinds dir="vert"/>
  </p:transition>
  <p:hf hdr="0" ftr="0" dt="0"/>
  <p:txStyles>
    <p:titleStyle>
      <a:lvl1pPr marL="319088" indent="-319088" algn="r" rtl="0" fontAlgn="base">
        <a:spcBef>
          <a:spcPct val="0"/>
        </a:spcBef>
        <a:spcAft>
          <a:spcPct val="0"/>
        </a:spcAft>
        <a:buClr>
          <a:srgbClr val="C3260C"/>
        </a:buClr>
        <a:buSzPct val="128000"/>
        <a:buFont typeface="Georgia" panose="02040502050405020303" pitchFamily="18" charset="0"/>
        <a:buChar char="*"/>
        <a:defRPr sz="4600" b="1"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宋体" charset="0"/>
          <a:cs typeface="宋体" charset="0"/>
        </a:defRPr>
      </a:lvl1pPr>
      <a:lvl2pPr marL="319088" indent="-319088" algn="r" rtl="0" fontAlgn="base">
        <a:spcBef>
          <a:spcPct val="0"/>
        </a:spcBef>
        <a:spcAft>
          <a:spcPct val="0"/>
        </a:spcAft>
        <a:buClr>
          <a:srgbClr val="C3260C"/>
        </a:buClr>
        <a:buSzPct val="128000"/>
        <a:buFont typeface="Georgia" panose="02040502050405020303" pitchFamily="18" charset="0"/>
        <a:buChar char="*"/>
        <a:defRPr sz="4600" b="1">
          <a:solidFill>
            <a:schemeClr val="tx1"/>
          </a:solidFill>
          <a:latin typeface="Trebuchet MS" charset="0"/>
          <a:ea typeface="宋体" charset="0"/>
          <a:cs typeface="宋体" charset="0"/>
        </a:defRPr>
      </a:lvl2pPr>
      <a:lvl3pPr marL="319088" indent="-319088" algn="r" rtl="0" fontAlgn="base">
        <a:spcBef>
          <a:spcPct val="0"/>
        </a:spcBef>
        <a:spcAft>
          <a:spcPct val="0"/>
        </a:spcAft>
        <a:buClr>
          <a:srgbClr val="C3260C"/>
        </a:buClr>
        <a:buSzPct val="128000"/>
        <a:buFont typeface="Georgia" panose="02040502050405020303" pitchFamily="18" charset="0"/>
        <a:buChar char="*"/>
        <a:defRPr sz="4600" b="1">
          <a:solidFill>
            <a:schemeClr val="tx1"/>
          </a:solidFill>
          <a:latin typeface="Trebuchet MS" charset="0"/>
          <a:ea typeface="宋体" charset="0"/>
          <a:cs typeface="宋体" charset="0"/>
        </a:defRPr>
      </a:lvl3pPr>
      <a:lvl4pPr marL="319088" indent="-319088" algn="r" rtl="0" fontAlgn="base">
        <a:spcBef>
          <a:spcPct val="0"/>
        </a:spcBef>
        <a:spcAft>
          <a:spcPct val="0"/>
        </a:spcAft>
        <a:buClr>
          <a:srgbClr val="C3260C"/>
        </a:buClr>
        <a:buSzPct val="128000"/>
        <a:buFont typeface="Georgia" panose="02040502050405020303" pitchFamily="18" charset="0"/>
        <a:buChar char="*"/>
        <a:defRPr sz="4600" b="1">
          <a:solidFill>
            <a:schemeClr val="tx1"/>
          </a:solidFill>
          <a:latin typeface="Trebuchet MS" charset="0"/>
          <a:ea typeface="宋体" charset="0"/>
          <a:cs typeface="宋体" charset="0"/>
        </a:defRPr>
      </a:lvl4pPr>
      <a:lvl5pPr marL="319088" indent="-319088" algn="r" rtl="0" fontAlgn="base">
        <a:spcBef>
          <a:spcPct val="0"/>
        </a:spcBef>
        <a:spcAft>
          <a:spcPct val="0"/>
        </a:spcAft>
        <a:buClr>
          <a:srgbClr val="C3260C"/>
        </a:buClr>
        <a:buSzPct val="128000"/>
        <a:buFont typeface="Georgia" panose="02040502050405020303" pitchFamily="18" charset="0"/>
        <a:buChar char="*"/>
        <a:defRPr sz="4600" b="1">
          <a:solidFill>
            <a:schemeClr val="tx1"/>
          </a:solidFill>
          <a:latin typeface="Trebuchet MS" charset="0"/>
          <a:ea typeface="宋体" charset="0"/>
          <a:cs typeface="宋体"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563" algn="l" rtl="0" fontAlgn="base">
        <a:spcBef>
          <a:spcPct val="20000"/>
        </a:spcBef>
        <a:spcAft>
          <a:spcPts val="300"/>
        </a:spcAft>
        <a:buClr>
          <a:srgbClr val="C3260C"/>
        </a:buClr>
        <a:buSzPct val="130000"/>
        <a:buFont typeface="Georgia" panose="02040502050405020303" pitchFamily="18" charset="0"/>
        <a:buChar char="*"/>
        <a:defRPr kumimoji="1" sz="2200" kern="1200">
          <a:solidFill>
            <a:srgbClr val="404040"/>
          </a:solidFill>
          <a:latin typeface="+mn-lt"/>
          <a:ea typeface="宋体" charset="0"/>
          <a:cs typeface="宋体" charset="0"/>
        </a:defRPr>
      </a:lvl1pPr>
      <a:lvl2pPr marL="547688" indent="-182563" algn="l" rtl="0" fontAlgn="base">
        <a:spcBef>
          <a:spcPct val="20000"/>
        </a:spcBef>
        <a:spcAft>
          <a:spcPts val="300"/>
        </a:spcAft>
        <a:buClr>
          <a:srgbClr val="C3260C"/>
        </a:buClr>
        <a:buSzPct val="130000"/>
        <a:buFont typeface="Georgia" panose="02040502050405020303" pitchFamily="18" charset="0"/>
        <a:buChar char="*"/>
        <a:defRPr kumimoji="1" sz="2000" kern="1200">
          <a:solidFill>
            <a:srgbClr val="404040"/>
          </a:solidFill>
          <a:latin typeface="+mn-lt"/>
          <a:ea typeface="宋体" charset="0"/>
          <a:cs typeface="+mn-cs"/>
        </a:defRPr>
      </a:lvl2pPr>
      <a:lvl3pPr marL="822325" indent="-182563" algn="l" rtl="0" fontAlgn="base">
        <a:spcBef>
          <a:spcPct val="20000"/>
        </a:spcBef>
        <a:spcAft>
          <a:spcPts val="300"/>
        </a:spcAft>
        <a:buClr>
          <a:srgbClr val="C3260C"/>
        </a:buClr>
        <a:buSzPct val="130000"/>
        <a:buFont typeface="Georgia" panose="02040502050405020303" pitchFamily="18" charset="0"/>
        <a:buChar char="*"/>
        <a:defRPr kumimoji="1" kern="1200">
          <a:solidFill>
            <a:srgbClr val="404040"/>
          </a:solidFill>
          <a:latin typeface="+mn-lt"/>
          <a:ea typeface="宋体" charset="0"/>
          <a:cs typeface="+mn-cs"/>
        </a:defRPr>
      </a:lvl3pPr>
      <a:lvl4pPr marL="1096963" indent="-182563" algn="l" rtl="0" fontAlgn="base">
        <a:spcBef>
          <a:spcPct val="20000"/>
        </a:spcBef>
        <a:spcAft>
          <a:spcPts val="300"/>
        </a:spcAft>
        <a:buClr>
          <a:srgbClr val="C3260C"/>
        </a:buClr>
        <a:buSzPct val="130000"/>
        <a:buFont typeface="Georgia" panose="02040502050405020303" pitchFamily="18" charset="0"/>
        <a:buChar char="*"/>
        <a:defRPr kumimoji="1" sz="1600" kern="1200">
          <a:solidFill>
            <a:srgbClr val="404040"/>
          </a:solidFill>
          <a:latin typeface="+mn-lt"/>
          <a:ea typeface="宋体" charset="0"/>
          <a:cs typeface="+mn-cs"/>
        </a:defRPr>
      </a:lvl4pPr>
      <a:lvl5pPr marL="1389063" indent="-182563" algn="l" rtl="0" fontAlgn="base">
        <a:spcBef>
          <a:spcPct val="20000"/>
        </a:spcBef>
        <a:spcAft>
          <a:spcPts val="300"/>
        </a:spcAft>
        <a:buClr>
          <a:srgbClr val="C3260C"/>
        </a:buClr>
        <a:buSzPct val="130000"/>
        <a:buFont typeface="Georgia" panose="02040502050405020303" pitchFamily="18" charset="0"/>
        <a:buChar char="*"/>
        <a:defRPr kumimoji="1" sz="1400" kern="1200">
          <a:solidFill>
            <a:srgbClr val="404040"/>
          </a:solidFill>
          <a:latin typeface="+mn-lt"/>
          <a:ea typeface="宋体" charset="0"/>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4.emf"/><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3.e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5.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6.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7.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9.emf"/><Relationship Id="rId5" Type="http://schemas.openxmlformats.org/officeDocument/2006/relationships/oleObject" Target="../embeddings/oleObject8.bin"/><Relationship Id="rId4" Type="http://schemas.openxmlformats.org/officeDocument/2006/relationships/image" Target="../media/image8.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1.emf"/><Relationship Id="rId5" Type="http://schemas.openxmlformats.org/officeDocument/2006/relationships/oleObject" Target="../embeddings/oleObject10.bin"/><Relationship Id="rId4" Type="http://schemas.openxmlformats.org/officeDocument/2006/relationships/image" Target="../media/image10.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4.emf"/><Relationship Id="rId5" Type="http://schemas.openxmlformats.org/officeDocument/2006/relationships/oleObject" Target="../embeddings/oleObject13.bin"/><Relationship Id="rId4" Type="http://schemas.openxmlformats.org/officeDocument/2006/relationships/image" Target="../media/image13.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4.emf"/></Relationships>
</file>

<file path=ppt/slides/_rels/slide38.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13.xml"/><Relationship Id="rId1" Type="http://schemas.openxmlformats.org/officeDocument/2006/relationships/vmlDrawing" Target="../drawings/vmlDrawing10.vml"/><Relationship Id="rId6" Type="http://schemas.openxmlformats.org/officeDocument/2006/relationships/image" Target="../media/image16.emf"/><Relationship Id="rId5" Type="http://schemas.openxmlformats.org/officeDocument/2006/relationships/oleObject" Target="../embeddings/oleObject16.bin"/><Relationship Id="rId10" Type="http://schemas.openxmlformats.org/officeDocument/2006/relationships/image" Target="../media/image14.emf"/><Relationship Id="rId4" Type="http://schemas.openxmlformats.org/officeDocument/2006/relationships/image" Target="../media/image15.emf"/><Relationship Id="rId9" Type="http://schemas.openxmlformats.org/officeDocument/2006/relationships/oleObject" Target="../embeddings/oleObject18.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19.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20.bin"/><Relationship Id="rId5" Type="http://schemas.openxmlformats.org/officeDocument/2006/relationships/image" Target="../media/image18.emf"/><Relationship Id="rId4" Type="http://schemas.openxmlformats.org/officeDocument/2006/relationships/oleObject" Target="../embeddings/oleObject19.bin"/></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20.emf"/><Relationship Id="rId4" Type="http://schemas.openxmlformats.org/officeDocument/2006/relationships/oleObject" Target="../embeddings/oleObject21.bin"/></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21.emf"/><Relationship Id="rId4" Type="http://schemas.openxmlformats.org/officeDocument/2006/relationships/oleObject" Target="../embeddings/oleObject22.bin"/></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23.e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24.bin"/><Relationship Id="rId5" Type="http://schemas.openxmlformats.org/officeDocument/2006/relationships/image" Target="../media/image22.emf"/><Relationship Id="rId4" Type="http://schemas.openxmlformats.org/officeDocument/2006/relationships/oleObject" Target="../embeddings/oleObject23.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baike.baidu.com/item/%E9%9D%A2%E5%90%91%E5%AF%B9%E8%B1%A1%E6%8A%80%E6%9C%AF/1595503" TargetMode="External"/><Relationship Id="rId2" Type="http://schemas.openxmlformats.org/officeDocument/2006/relationships/hyperlink" Target="https://baike.baidu.com/item/%E5%9B%BE%E5%BD%A2%E7%94%A8%E6%88%B7%E7%95%8C%E9%9D%A2/3352324"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46">
            <a:extLst>
              <a:ext uri="{FF2B5EF4-FFF2-40B4-BE49-F238E27FC236}">
                <a16:creationId xmlns:a16="http://schemas.microsoft.com/office/drawing/2014/main" id="{EBC42D3D-5921-624C-9B82-3D42570DBD9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66F759CF-D1A5-1147-ADC2-7ED64B645330}" type="slidenum">
              <a:rPr kumimoji="0" lang="zh-CN" altLang="en-US" sz="1200"/>
              <a:pPr/>
              <a:t>1</a:t>
            </a:fld>
            <a:endParaRPr kumimoji="0" lang="en-US" altLang="zh-CN" sz="1200"/>
          </a:p>
        </p:txBody>
      </p:sp>
      <p:sp>
        <p:nvSpPr>
          <p:cNvPr id="40962" name="Rectangle 2">
            <a:extLst>
              <a:ext uri="{FF2B5EF4-FFF2-40B4-BE49-F238E27FC236}">
                <a16:creationId xmlns:a16="http://schemas.microsoft.com/office/drawing/2014/main" id="{9DBD61DE-771C-7744-B5C2-87C6C5DFCCC0}"/>
              </a:ext>
            </a:extLst>
          </p:cNvPr>
          <p:cNvSpPr>
            <a:spLocks noGrp="1" noChangeArrowheads="1"/>
          </p:cNvSpPr>
          <p:nvPr>
            <p:ph type="ctrTitle"/>
          </p:nvPr>
        </p:nvSpPr>
        <p:spPr>
          <a:xfrm>
            <a:off x="1143000" y="2133600"/>
            <a:ext cx="6477000" cy="1905000"/>
          </a:xfrm>
        </p:spPr>
        <p:txBody>
          <a:bodyPr/>
          <a:lstStyle/>
          <a:p>
            <a:pPr fontAlgn="auto">
              <a:spcAft>
                <a:spcPts val="0"/>
              </a:spcAft>
              <a:buClr>
                <a:schemeClr val="accent6">
                  <a:lumMod val="75000"/>
                </a:schemeClr>
              </a:buClr>
              <a:defRPr/>
            </a:pPr>
            <a:r>
              <a:rPr lang="zh-CN" altLang="en-US">
                <a:latin typeface="楷体_GB2312" charset="0"/>
                <a:ea typeface="楷体_GB2312" charset="0"/>
                <a:cs typeface="+mj-cs"/>
              </a:rPr>
              <a:t>第四章  图与网络 </a:t>
            </a:r>
          </a:p>
        </p:txBody>
      </p:sp>
    </p:spTree>
  </p:cSld>
  <p:clrMapOvr>
    <a:masterClrMapping/>
  </p:clrMapOvr>
  <p:transition>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Number Placeholder 5">
            <a:extLst>
              <a:ext uri="{FF2B5EF4-FFF2-40B4-BE49-F238E27FC236}">
                <a16:creationId xmlns:a16="http://schemas.microsoft.com/office/drawing/2014/main" id="{1E8A488F-B698-D14D-987D-DD5E69E0F4A0}"/>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327BBF2E-067A-934A-A283-F986F3DECA14}" type="slidenum">
              <a:rPr kumimoji="0" lang="zh-CN" altLang="en-US" sz="1200"/>
              <a:pPr/>
              <a:t>2</a:t>
            </a:fld>
            <a:endParaRPr kumimoji="0" lang="en-US" altLang="zh-CN" sz="1200"/>
          </a:p>
        </p:txBody>
      </p:sp>
      <p:sp>
        <p:nvSpPr>
          <p:cNvPr id="112642" name="Rectangle 2">
            <a:extLst>
              <a:ext uri="{FF2B5EF4-FFF2-40B4-BE49-F238E27FC236}">
                <a16:creationId xmlns:a16="http://schemas.microsoft.com/office/drawing/2014/main" id="{1795B88F-361D-C243-86DD-233333A3D423}"/>
              </a:ext>
            </a:extLst>
          </p:cNvPr>
          <p:cNvSpPr>
            <a:spLocks noGrp="1" noChangeArrowheads="1"/>
          </p:cNvSpPr>
          <p:nvPr>
            <p:ph type="title"/>
          </p:nvPr>
        </p:nvSpPr>
        <p:spPr>
          <a:xfrm>
            <a:off x="152400" y="381000"/>
            <a:ext cx="6512511" cy="1143000"/>
          </a:xfrm>
        </p:spPr>
        <p:txBody>
          <a:bodyPr/>
          <a:lstStyle/>
          <a:p>
            <a:pPr marL="320040" indent="-320040" algn="l" fontAlgn="auto">
              <a:spcAft>
                <a:spcPts val="0"/>
              </a:spcAft>
              <a:buClr>
                <a:schemeClr val="accent6">
                  <a:lumMod val="75000"/>
                </a:schemeClr>
              </a:buClr>
              <a:defRPr/>
            </a:pPr>
            <a:r>
              <a:rPr lang="zh-CN" altLang="en-US" dirty="0">
                <a:latin typeface="Arial" charset="0"/>
                <a:ea typeface="楷体_GB2312" charset="0"/>
                <a:cs typeface="+mj-cs"/>
              </a:rPr>
              <a:t>图论的应用</a:t>
            </a:r>
          </a:p>
        </p:txBody>
      </p:sp>
      <p:sp>
        <p:nvSpPr>
          <p:cNvPr id="18435" name="Rectangle 3">
            <a:extLst>
              <a:ext uri="{FF2B5EF4-FFF2-40B4-BE49-F238E27FC236}">
                <a16:creationId xmlns:a16="http://schemas.microsoft.com/office/drawing/2014/main" id="{90E79B5D-308F-F048-8AAB-8E7D589F6F63}"/>
              </a:ext>
            </a:extLst>
          </p:cNvPr>
          <p:cNvSpPr>
            <a:spLocks noGrp="1" noChangeArrowheads="1"/>
          </p:cNvSpPr>
          <p:nvPr>
            <p:ph sz="quarter" idx="13"/>
          </p:nvPr>
        </p:nvSpPr>
        <p:spPr>
          <a:xfrm>
            <a:off x="5029200" y="1752600"/>
            <a:ext cx="3622675" cy="3733800"/>
          </a:xfrm>
        </p:spPr>
        <p:txBody>
          <a:bodyPr/>
          <a:lstStyle/>
          <a:p>
            <a:r>
              <a:rPr kumimoji="0" lang="zh-CN" altLang="en-US" sz="3200">
                <a:latin typeface="Arial" panose="020B0604020202020204" pitchFamily="34" charset="0"/>
                <a:ea typeface="楷体_GB2312" pitchFamily="49" charset="-122"/>
              </a:rPr>
              <a:t>地图着色问题</a:t>
            </a:r>
            <a:r>
              <a:rPr kumimoji="0" lang="en-US" altLang="zh-CN" sz="3200">
                <a:latin typeface="Arial" panose="020B0604020202020204" pitchFamily="34" charset="0"/>
                <a:ea typeface="楷体_GB2312" pitchFamily="49" charset="-122"/>
              </a:rPr>
              <a:t>:</a:t>
            </a:r>
            <a:r>
              <a:rPr kumimoji="0" lang="zh-CN" altLang="en-US" sz="3200">
                <a:latin typeface="Arial" panose="020B0604020202020204" pitchFamily="34" charset="0"/>
                <a:ea typeface="楷体_GB2312" pitchFamily="49" charset="-122"/>
              </a:rPr>
              <a:t>确定可以用来给一幅地图着色的颜色的最小数目，使得相邻的区域永远没有相同的颜色。</a:t>
            </a:r>
          </a:p>
        </p:txBody>
      </p:sp>
      <p:grpSp>
        <p:nvGrpSpPr>
          <p:cNvPr id="18436" name="Group 15">
            <a:extLst>
              <a:ext uri="{FF2B5EF4-FFF2-40B4-BE49-F238E27FC236}">
                <a16:creationId xmlns:a16="http://schemas.microsoft.com/office/drawing/2014/main" id="{97DEF995-6A82-1D4A-844B-5AA2A8AE95B7}"/>
              </a:ext>
            </a:extLst>
          </p:cNvPr>
          <p:cNvGrpSpPr>
            <a:grpSpLocks/>
          </p:cNvGrpSpPr>
          <p:nvPr/>
        </p:nvGrpSpPr>
        <p:grpSpPr bwMode="auto">
          <a:xfrm>
            <a:off x="785813" y="2362200"/>
            <a:ext cx="3929062" cy="2649538"/>
            <a:chOff x="495" y="1746"/>
            <a:chExt cx="2475" cy="1669"/>
          </a:xfrm>
        </p:grpSpPr>
        <p:sp>
          <p:nvSpPr>
            <p:cNvPr id="18437" name="Freeform 5">
              <a:extLst>
                <a:ext uri="{FF2B5EF4-FFF2-40B4-BE49-F238E27FC236}">
                  <a16:creationId xmlns:a16="http://schemas.microsoft.com/office/drawing/2014/main" id="{DA77AE23-DD74-8341-8BF2-2508E7F2C277}"/>
                </a:ext>
              </a:extLst>
            </p:cNvPr>
            <p:cNvSpPr>
              <a:spLocks/>
            </p:cNvSpPr>
            <p:nvPr/>
          </p:nvSpPr>
          <p:spPr bwMode="auto">
            <a:xfrm>
              <a:off x="495" y="1746"/>
              <a:ext cx="2475" cy="1669"/>
            </a:xfrm>
            <a:custGeom>
              <a:avLst/>
              <a:gdLst>
                <a:gd name="T0" fmla="*/ 1107 w 2475"/>
                <a:gd name="T1" fmla="*/ 252 h 1669"/>
                <a:gd name="T2" fmla="*/ 873 w 2475"/>
                <a:gd name="T3" fmla="*/ 234 h 1669"/>
                <a:gd name="T4" fmla="*/ 810 w 2475"/>
                <a:gd name="T5" fmla="*/ 180 h 1669"/>
                <a:gd name="T6" fmla="*/ 756 w 2475"/>
                <a:gd name="T7" fmla="*/ 144 h 1669"/>
                <a:gd name="T8" fmla="*/ 729 w 2475"/>
                <a:gd name="T9" fmla="*/ 126 h 1669"/>
                <a:gd name="T10" fmla="*/ 657 w 2475"/>
                <a:gd name="T11" fmla="*/ 72 h 1669"/>
                <a:gd name="T12" fmla="*/ 549 w 2475"/>
                <a:gd name="T13" fmla="*/ 9 h 1669"/>
                <a:gd name="T14" fmla="*/ 522 w 2475"/>
                <a:gd name="T15" fmla="*/ 0 h 1669"/>
                <a:gd name="T16" fmla="*/ 207 w 2475"/>
                <a:gd name="T17" fmla="*/ 9 h 1669"/>
                <a:gd name="T18" fmla="*/ 45 w 2475"/>
                <a:gd name="T19" fmla="*/ 243 h 1669"/>
                <a:gd name="T20" fmla="*/ 0 w 2475"/>
                <a:gd name="T21" fmla="*/ 387 h 1669"/>
                <a:gd name="T22" fmla="*/ 9 w 2475"/>
                <a:gd name="T23" fmla="*/ 675 h 1669"/>
                <a:gd name="T24" fmla="*/ 9 w 2475"/>
                <a:gd name="T25" fmla="*/ 738 h 1669"/>
                <a:gd name="T26" fmla="*/ 144 w 2475"/>
                <a:gd name="T27" fmla="*/ 1026 h 1669"/>
                <a:gd name="T28" fmla="*/ 180 w 2475"/>
                <a:gd name="T29" fmla="*/ 1080 h 1669"/>
                <a:gd name="T30" fmla="*/ 234 w 2475"/>
                <a:gd name="T31" fmla="*/ 1188 h 1669"/>
                <a:gd name="T32" fmla="*/ 261 w 2475"/>
                <a:gd name="T33" fmla="*/ 1215 h 1669"/>
                <a:gd name="T34" fmla="*/ 324 w 2475"/>
                <a:gd name="T35" fmla="*/ 1305 h 1669"/>
                <a:gd name="T36" fmla="*/ 351 w 2475"/>
                <a:gd name="T37" fmla="*/ 1323 h 1669"/>
                <a:gd name="T38" fmla="*/ 540 w 2475"/>
                <a:gd name="T39" fmla="*/ 1521 h 1669"/>
                <a:gd name="T40" fmla="*/ 603 w 2475"/>
                <a:gd name="T41" fmla="*/ 1557 h 1669"/>
                <a:gd name="T42" fmla="*/ 855 w 2475"/>
                <a:gd name="T43" fmla="*/ 1656 h 1669"/>
                <a:gd name="T44" fmla="*/ 1017 w 2475"/>
                <a:gd name="T45" fmla="*/ 1665 h 1669"/>
                <a:gd name="T46" fmla="*/ 1494 w 2475"/>
                <a:gd name="T47" fmla="*/ 1656 h 1669"/>
                <a:gd name="T48" fmla="*/ 1629 w 2475"/>
                <a:gd name="T49" fmla="*/ 1629 h 1669"/>
                <a:gd name="T50" fmla="*/ 1701 w 2475"/>
                <a:gd name="T51" fmla="*/ 1593 h 1669"/>
                <a:gd name="T52" fmla="*/ 1719 w 2475"/>
                <a:gd name="T53" fmla="*/ 1557 h 1669"/>
                <a:gd name="T54" fmla="*/ 1746 w 2475"/>
                <a:gd name="T55" fmla="*/ 1548 h 1669"/>
                <a:gd name="T56" fmla="*/ 1800 w 2475"/>
                <a:gd name="T57" fmla="*/ 1503 h 1669"/>
                <a:gd name="T58" fmla="*/ 1935 w 2475"/>
                <a:gd name="T59" fmla="*/ 1440 h 1669"/>
                <a:gd name="T60" fmla="*/ 1998 w 2475"/>
                <a:gd name="T61" fmla="*/ 1404 h 1669"/>
                <a:gd name="T62" fmla="*/ 2052 w 2475"/>
                <a:gd name="T63" fmla="*/ 1368 h 1669"/>
                <a:gd name="T64" fmla="*/ 2115 w 2475"/>
                <a:gd name="T65" fmla="*/ 1314 h 1669"/>
                <a:gd name="T66" fmla="*/ 2142 w 2475"/>
                <a:gd name="T67" fmla="*/ 1278 h 1669"/>
                <a:gd name="T68" fmla="*/ 2178 w 2475"/>
                <a:gd name="T69" fmla="*/ 1260 h 1669"/>
                <a:gd name="T70" fmla="*/ 2232 w 2475"/>
                <a:gd name="T71" fmla="*/ 1224 h 1669"/>
                <a:gd name="T72" fmla="*/ 2304 w 2475"/>
                <a:gd name="T73" fmla="*/ 1116 h 1669"/>
                <a:gd name="T74" fmla="*/ 2340 w 2475"/>
                <a:gd name="T75" fmla="*/ 963 h 1669"/>
                <a:gd name="T76" fmla="*/ 2421 w 2475"/>
                <a:gd name="T77" fmla="*/ 828 h 1669"/>
                <a:gd name="T78" fmla="*/ 2475 w 2475"/>
                <a:gd name="T79" fmla="*/ 711 h 1669"/>
                <a:gd name="T80" fmla="*/ 2466 w 2475"/>
                <a:gd name="T81" fmla="*/ 558 h 1669"/>
                <a:gd name="T82" fmla="*/ 2430 w 2475"/>
                <a:gd name="T83" fmla="*/ 477 h 1669"/>
                <a:gd name="T84" fmla="*/ 2340 w 2475"/>
                <a:gd name="T85" fmla="*/ 315 h 1669"/>
                <a:gd name="T86" fmla="*/ 2331 w 2475"/>
                <a:gd name="T87" fmla="*/ 288 h 1669"/>
                <a:gd name="T88" fmla="*/ 2277 w 2475"/>
                <a:gd name="T89" fmla="*/ 234 h 1669"/>
                <a:gd name="T90" fmla="*/ 2187 w 2475"/>
                <a:gd name="T91" fmla="*/ 144 h 1669"/>
                <a:gd name="T92" fmla="*/ 2052 w 2475"/>
                <a:gd name="T93" fmla="*/ 81 h 1669"/>
                <a:gd name="T94" fmla="*/ 1620 w 2475"/>
                <a:gd name="T95" fmla="*/ 99 h 1669"/>
                <a:gd name="T96" fmla="*/ 1557 w 2475"/>
                <a:gd name="T97" fmla="*/ 126 h 1669"/>
                <a:gd name="T98" fmla="*/ 1476 w 2475"/>
                <a:gd name="T99" fmla="*/ 135 h 1669"/>
                <a:gd name="T100" fmla="*/ 1323 w 2475"/>
                <a:gd name="T101" fmla="*/ 180 h 1669"/>
                <a:gd name="T102" fmla="*/ 1296 w 2475"/>
                <a:gd name="T103" fmla="*/ 198 h 1669"/>
                <a:gd name="T104" fmla="*/ 1242 w 2475"/>
                <a:gd name="T105" fmla="*/ 216 h 1669"/>
                <a:gd name="T106" fmla="*/ 1134 w 2475"/>
                <a:gd name="T107" fmla="*/ 279 h 1669"/>
                <a:gd name="T108" fmla="*/ 1107 w 2475"/>
                <a:gd name="T109" fmla="*/ 252 h 16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475" h="1669">
                  <a:moveTo>
                    <a:pt x="1107" y="252"/>
                  </a:moveTo>
                  <a:cubicBezTo>
                    <a:pt x="1029" y="248"/>
                    <a:pt x="943" y="269"/>
                    <a:pt x="873" y="234"/>
                  </a:cubicBezTo>
                  <a:cubicBezTo>
                    <a:pt x="833" y="214"/>
                    <a:pt x="842" y="205"/>
                    <a:pt x="810" y="180"/>
                  </a:cubicBezTo>
                  <a:cubicBezTo>
                    <a:pt x="793" y="167"/>
                    <a:pt x="774" y="156"/>
                    <a:pt x="756" y="144"/>
                  </a:cubicBezTo>
                  <a:cubicBezTo>
                    <a:pt x="747" y="138"/>
                    <a:pt x="729" y="126"/>
                    <a:pt x="729" y="126"/>
                  </a:cubicBezTo>
                  <a:cubicBezTo>
                    <a:pt x="708" y="95"/>
                    <a:pt x="693" y="84"/>
                    <a:pt x="657" y="72"/>
                  </a:cubicBezTo>
                  <a:cubicBezTo>
                    <a:pt x="620" y="35"/>
                    <a:pt x="601" y="26"/>
                    <a:pt x="549" y="9"/>
                  </a:cubicBezTo>
                  <a:cubicBezTo>
                    <a:pt x="540" y="6"/>
                    <a:pt x="522" y="0"/>
                    <a:pt x="522" y="0"/>
                  </a:cubicBezTo>
                  <a:cubicBezTo>
                    <a:pt x="417" y="3"/>
                    <a:pt x="312" y="4"/>
                    <a:pt x="207" y="9"/>
                  </a:cubicBezTo>
                  <a:cubicBezTo>
                    <a:pt x="94" y="15"/>
                    <a:pt x="92" y="172"/>
                    <a:pt x="45" y="243"/>
                  </a:cubicBezTo>
                  <a:cubicBezTo>
                    <a:pt x="32" y="294"/>
                    <a:pt x="13" y="337"/>
                    <a:pt x="0" y="387"/>
                  </a:cubicBezTo>
                  <a:cubicBezTo>
                    <a:pt x="3" y="483"/>
                    <a:pt x="4" y="579"/>
                    <a:pt x="9" y="675"/>
                  </a:cubicBezTo>
                  <a:cubicBezTo>
                    <a:pt x="13" y="743"/>
                    <a:pt x="28" y="682"/>
                    <a:pt x="9" y="738"/>
                  </a:cubicBezTo>
                  <a:cubicBezTo>
                    <a:pt x="57" y="834"/>
                    <a:pt x="79" y="940"/>
                    <a:pt x="144" y="1026"/>
                  </a:cubicBezTo>
                  <a:cubicBezTo>
                    <a:pt x="165" y="1090"/>
                    <a:pt x="135" y="1013"/>
                    <a:pt x="180" y="1080"/>
                  </a:cubicBezTo>
                  <a:cubicBezTo>
                    <a:pt x="201" y="1112"/>
                    <a:pt x="213" y="1156"/>
                    <a:pt x="234" y="1188"/>
                  </a:cubicBezTo>
                  <a:cubicBezTo>
                    <a:pt x="241" y="1199"/>
                    <a:pt x="253" y="1205"/>
                    <a:pt x="261" y="1215"/>
                  </a:cubicBezTo>
                  <a:cubicBezTo>
                    <a:pt x="271" y="1228"/>
                    <a:pt x="308" y="1289"/>
                    <a:pt x="324" y="1305"/>
                  </a:cubicBezTo>
                  <a:cubicBezTo>
                    <a:pt x="332" y="1313"/>
                    <a:pt x="343" y="1315"/>
                    <a:pt x="351" y="1323"/>
                  </a:cubicBezTo>
                  <a:cubicBezTo>
                    <a:pt x="416" y="1388"/>
                    <a:pt x="476" y="1457"/>
                    <a:pt x="540" y="1521"/>
                  </a:cubicBezTo>
                  <a:cubicBezTo>
                    <a:pt x="555" y="1536"/>
                    <a:pt x="587" y="1548"/>
                    <a:pt x="603" y="1557"/>
                  </a:cubicBezTo>
                  <a:cubicBezTo>
                    <a:pt x="680" y="1601"/>
                    <a:pt x="768" y="1634"/>
                    <a:pt x="855" y="1656"/>
                  </a:cubicBezTo>
                  <a:cubicBezTo>
                    <a:pt x="907" y="1669"/>
                    <a:pt x="963" y="1662"/>
                    <a:pt x="1017" y="1665"/>
                  </a:cubicBezTo>
                  <a:cubicBezTo>
                    <a:pt x="1176" y="1662"/>
                    <a:pt x="1335" y="1661"/>
                    <a:pt x="1494" y="1656"/>
                  </a:cubicBezTo>
                  <a:cubicBezTo>
                    <a:pt x="1532" y="1655"/>
                    <a:pt x="1591" y="1645"/>
                    <a:pt x="1629" y="1629"/>
                  </a:cubicBezTo>
                  <a:cubicBezTo>
                    <a:pt x="1654" y="1619"/>
                    <a:pt x="1701" y="1593"/>
                    <a:pt x="1701" y="1593"/>
                  </a:cubicBezTo>
                  <a:cubicBezTo>
                    <a:pt x="1707" y="1581"/>
                    <a:pt x="1710" y="1566"/>
                    <a:pt x="1719" y="1557"/>
                  </a:cubicBezTo>
                  <a:cubicBezTo>
                    <a:pt x="1726" y="1550"/>
                    <a:pt x="1738" y="1553"/>
                    <a:pt x="1746" y="1548"/>
                  </a:cubicBezTo>
                  <a:cubicBezTo>
                    <a:pt x="1806" y="1508"/>
                    <a:pt x="1741" y="1532"/>
                    <a:pt x="1800" y="1503"/>
                  </a:cubicBezTo>
                  <a:cubicBezTo>
                    <a:pt x="1844" y="1481"/>
                    <a:pt x="1891" y="1462"/>
                    <a:pt x="1935" y="1440"/>
                  </a:cubicBezTo>
                  <a:cubicBezTo>
                    <a:pt x="1957" y="1429"/>
                    <a:pt x="1977" y="1416"/>
                    <a:pt x="1998" y="1404"/>
                  </a:cubicBezTo>
                  <a:cubicBezTo>
                    <a:pt x="2017" y="1393"/>
                    <a:pt x="2052" y="1368"/>
                    <a:pt x="2052" y="1368"/>
                  </a:cubicBezTo>
                  <a:cubicBezTo>
                    <a:pt x="2094" y="1304"/>
                    <a:pt x="2037" y="1382"/>
                    <a:pt x="2115" y="1314"/>
                  </a:cubicBezTo>
                  <a:cubicBezTo>
                    <a:pt x="2126" y="1304"/>
                    <a:pt x="2131" y="1288"/>
                    <a:pt x="2142" y="1278"/>
                  </a:cubicBezTo>
                  <a:cubicBezTo>
                    <a:pt x="2152" y="1269"/>
                    <a:pt x="2167" y="1268"/>
                    <a:pt x="2178" y="1260"/>
                  </a:cubicBezTo>
                  <a:cubicBezTo>
                    <a:pt x="2237" y="1218"/>
                    <a:pt x="2174" y="1243"/>
                    <a:pt x="2232" y="1224"/>
                  </a:cubicBezTo>
                  <a:cubicBezTo>
                    <a:pt x="2247" y="1178"/>
                    <a:pt x="2264" y="1143"/>
                    <a:pt x="2304" y="1116"/>
                  </a:cubicBezTo>
                  <a:cubicBezTo>
                    <a:pt x="2312" y="1075"/>
                    <a:pt x="2321" y="997"/>
                    <a:pt x="2340" y="963"/>
                  </a:cubicBezTo>
                  <a:cubicBezTo>
                    <a:pt x="2366" y="916"/>
                    <a:pt x="2397" y="876"/>
                    <a:pt x="2421" y="828"/>
                  </a:cubicBezTo>
                  <a:cubicBezTo>
                    <a:pt x="2447" y="776"/>
                    <a:pt x="2423" y="745"/>
                    <a:pt x="2475" y="711"/>
                  </a:cubicBezTo>
                  <a:cubicBezTo>
                    <a:pt x="2472" y="660"/>
                    <a:pt x="2473" y="609"/>
                    <a:pt x="2466" y="558"/>
                  </a:cubicBezTo>
                  <a:cubicBezTo>
                    <a:pt x="2458" y="495"/>
                    <a:pt x="2451" y="519"/>
                    <a:pt x="2430" y="477"/>
                  </a:cubicBezTo>
                  <a:cubicBezTo>
                    <a:pt x="2401" y="419"/>
                    <a:pt x="2386" y="361"/>
                    <a:pt x="2340" y="315"/>
                  </a:cubicBezTo>
                  <a:cubicBezTo>
                    <a:pt x="2337" y="306"/>
                    <a:pt x="2337" y="295"/>
                    <a:pt x="2331" y="288"/>
                  </a:cubicBezTo>
                  <a:cubicBezTo>
                    <a:pt x="2315" y="268"/>
                    <a:pt x="2291" y="255"/>
                    <a:pt x="2277" y="234"/>
                  </a:cubicBezTo>
                  <a:cubicBezTo>
                    <a:pt x="2254" y="199"/>
                    <a:pt x="2226" y="157"/>
                    <a:pt x="2187" y="144"/>
                  </a:cubicBezTo>
                  <a:cubicBezTo>
                    <a:pt x="2154" y="95"/>
                    <a:pt x="2107" y="92"/>
                    <a:pt x="2052" y="81"/>
                  </a:cubicBezTo>
                  <a:cubicBezTo>
                    <a:pt x="1908" y="89"/>
                    <a:pt x="1764" y="90"/>
                    <a:pt x="1620" y="99"/>
                  </a:cubicBezTo>
                  <a:cubicBezTo>
                    <a:pt x="1594" y="101"/>
                    <a:pt x="1582" y="120"/>
                    <a:pt x="1557" y="126"/>
                  </a:cubicBezTo>
                  <a:cubicBezTo>
                    <a:pt x="1531" y="132"/>
                    <a:pt x="1503" y="132"/>
                    <a:pt x="1476" y="135"/>
                  </a:cubicBezTo>
                  <a:cubicBezTo>
                    <a:pt x="1424" y="148"/>
                    <a:pt x="1373" y="163"/>
                    <a:pt x="1323" y="180"/>
                  </a:cubicBezTo>
                  <a:cubicBezTo>
                    <a:pt x="1313" y="183"/>
                    <a:pt x="1306" y="194"/>
                    <a:pt x="1296" y="198"/>
                  </a:cubicBezTo>
                  <a:cubicBezTo>
                    <a:pt x="1279" y="206"/>
                    <a:pt x="1258" y="205"/>
                    <a:pt x="1242" y="216"/>
                  </a:cubicBezTo>
                  <a:cubicBezTo>
                    <a:pt x="1205" y="241"/>
                    <a:pt x="1175" y="265"/>
                    <a:pt x="1134" y="279"/>
                  </a:cubicBezTo>
                  <a:cubicBezTo>
                    <a:pt x="1101" y="268"/>
                    <a:pt x="1107" y="279"/>
                    <a:pt x="1107" y="25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438" name="Freeform 6">
              <a:extLst>
                <a:ext uri="{FF2B5EF4-FFF2-40B4-BE49-F238E27FC236}">
                  <a16:creationId xmlns:a16="http://schemas.microsoft.com/office/drawing/2014/main" id="{C85BFDCB-26DD-1344-B586-F294D0DF92F6}"/>
                </a:ext>
              </a:extLst>
            </p:cNvPr>
            <p:cNvSpPr>
              <a:spLocks/>
            </p:cNvSpPr>
            <p:nvPr/>
          </p:nvSpPr>
          <p:spPr bwMode="auto">
            <a:xfrm>
              <a:off x="720" y="1920"/>
              <a:ext cx="912" cy="912"/>
            </a:xfrm>
            <a:custGeom>
              <a:avLst/>
              <a:gdLst>
                <a:gd name="T0" fmla="*/ 576 w 912"/>
                <a:gd name="T1" fmla="*/ 0 h 912"/>
                <a:gd name="T2" fmla="*/ 816 w 912"/>
                <a:gd name="T3" fmla="*/ 720 h 912"/>
                <a:gd name="T4" fmla="*/ 0 w 912"/>
                <a:gd name="T5" fmla="*/ 912 h 912"/>
                <a:gd name="T6" fmla="*/ 0 60000 65536"/>
                <a:gd name="T7" fmla="*/ 0 60000 65536"/>
                <a:gd name="T8" fmla="*/ 0 60000 65536"/>
              </a:gdLst>
              <a:ahLst/>
              <a:cxnLst>
                <a:cxn ang="T6">
                  <a:pos x="T0" y="T1"/>
                </a:cxn>
                <a:cxn ang="T7">
                  <a:pos x="T2" y="T3"/>
                </a:cxn>
                <a:cxn ang="T8">
                  <a:pos x="T4" y="T5"/>
                </a:cxn>
              </a:cxnLst>
              <a:rect l="0" t="0" r="r" b="b"/>
              <a:pathLst>
                <a:path w="912" h="912">
                  <a:moveTo>
                    <a:pt x="576" y="0"/>
                  </a:moveTo>
                  <a:cubicBezTo>
                    <a:pt x="744" y="284"/>
                    <a:pt x="912" y="568"/>
                    <a:pt x="816" y="720"/>
                  </a:cubicBezTo>
                  <a:cubicBezTo>
                    <a:pt x="720" y="872"/>
                    <a:pt x="360" y="892"/>
                    <a:pt x="0" y="912"/>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439" name="Freeform 7">
              <a:extLst>
                <a:ext uri="{FF2B5EF4-FFF2-40B4-BE49-F238E27FC236}">
                  <a16:creationId xmlns:a16="http://schemas.microsoft.com/office/drawing/2014/main" id="{0789A3D0-6E47-614A-BDC6-FE850265CAFF}"/>
                </a:ext>
              </a:extLst>
            </p:cNvPr>
            <p:cNvSpPr>
              <a:spLocks/>
            </p:cNvSpPr>
            <p:nvPr/>
          </p:nvSpPr>
          <p:spPr bwMode="auto">
            <a:xfrm>
              <a:off x="1536" y="2112"/>
              <a:ext cx="1344" cy="440"/>
            </a:xfrm>
            <a:custGeom>
              <a:avLst/>
              <a:gdLst>
                <a:gd name="T0" fmla="*/ 0 w 1344"/>
                <a:gd name="T1" fmla="*/ 336 h 440"/>
                <a:gd name="T2" fmla="*/ 816 w 1344"/>
                <a:gd name="T3" fmla="*/ 384 h 440"/>
                <a:gd name="T4" fmla="*/ 1344 w 1344"/>
                <a:gd name="T5" fmla="*/ 0 h 440"/>
                <a:gd name="T6" fmla="*/ 0 60000 65536"/>
                <a:gd name="T7" fmla="*/ 0 60000 65536"/>
                <a:gd name="T8" fmla="*/ 0 60000 65536"/>
              </a:gdLst>
              <a:ahLst/>
              <a:cxnLst>
                <a:cxn ang="T6">
                  <a:pos x="T0" y="T1"/>
                </a:cxn>
                <a:cxn ang="T7">
                  <a:pos x="T2" y="T3"/>
                </a:cxn>
                <a:cxn ang="T8">
                  <a:pos x="T4" y="T5"/>
                </a:cxn>
              </a:cxnLst>
              <a:rect l="0" t="0" r="r" b="b"/>
              <a:pathLst>
                <a:path w="1344" h="440">
                  <a:moveTo>
                    <a:pt x="0" y="336"/>
                  </a:moveTo>
                  <a:cubicBezTo>
                    <a:pt x="296" y="388"/>
                    <a:pt x="592" y="440"/>
                    <a:pt x="816" y="384"/>
                  </a:cubicBezTo>
                  <a:cubicBezTo>
                    <a:pt x="1040" y="328"/>
                    <a:pt x="1256" y="64"/>
                    <a:pt x="1344" y="0"/>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440" name="Freeform 8">
              <a:extLst>
                <a:ext uri="{FF2B5EF4-FFF2-40B4-BE49-F238E27FC236}">
                  <a16:creationId xmlns:a16="http://schemas.microsoft.com/office/drawing/2014/main" id="{EB89D9FA-4157-AE4B-B01D-00ECA37F2862}"/>
                </a:ext>
              </a:extLst>
            </p:cNvPr>
            <p:cNvSpPr>
              <a:spLocks/>
            </p:cNvSpPr>
            <p:nvPr/>
          </p:nvSpPr>
          <p:spPr bwMode="auto">
            <a:xfrm>
              <a:off x="1200" y="2448"/>
              <a:ext cx="1344" cy="680"/>
            </a:xfrm>
            <a:custGeom>
              <a:avLst/>
              <a:gdLst>
                <a:gd name="T0" fmla="*/ 0 w 1344"/>
                <a:gd name="T1" fmla="*/ 336 h 680"/>
                <a:gd name="T2" fmla="*/ 432 w 1344"/>
                <a:gd name="T3" fmla="*/ 672 h 680"/>
                <a:gd name="T4" fmla="*/ 1200 w 1344"/>
                <a:gd name="T5" fmla="*/ 384 h 680"/>
                <a:gd name="T6" fmla="*/ 1296 w 1344"/>
                <a:gd name="T7" fmla="*/ 0 h 6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44" h="680">
                  <a:moveTo>
                    <a:pt x="0" y="336"/>
                  </a:moveTo>
                  <a:cubicBezTo>
                    <a:pt x="116" y="500"/>
                    <a:pt x="232" y="664"/>
                    <a:pt x="432" y="672"/>
                  </a:cubicBezTo>
                  <a:cubicBezTo>
                    <a:pt x="632" y="680"/>
                    <a:pt x="1056" y="496"/>
                    <a:pt x="1200" y="384"/>
                  </a:cubicBezTo>
                  <a:cubicBezTo>
                    <a:pt x="1344" y="272"/>
                    <a:pt x="1320" y="136"/>
                    <a:pt x="1296" y="0"/>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441" name="Freeform 9">
              <a:extLst>
                <a:ext uri="{FF2B5EF4-FFF2-40B4-BE49-F238E27FC236}">
                  <a16:creationId xmlns:a16="http://schemas.microsoft.com/office/drawing/2014/main" id="{A7186A2C-7A01-4D41-B17D-66EFAD47085D}"/>
                </a:ext>
              </a:extLst>
            </p:cNvPr>
            <p:cNvSpPr>
              <a:spLocks/>
            </p:cNvSpPr>
            <p:nvPr/>
          </p:nvSpPr>
          <p:spPr bwMode="auto">
            <a:xfrm>
              <a:off x="1920" y="3072"/>
              <a:ext cx="96" cy="336"/>
            </a:xfrm>
            <a:custGeom>
              <a:avLst/>
              <a:gdLst>
                <a:gd name="T0" fmla="*/ 0 w 96"/>
                <a:gd name="T1" fmla="*/ 0 h 336"/>
                <a:gd name="T2" fmla="*/ 96 w 96"/>
                <a:gd name="T3" fmla="*/ 336 h 336"/>
                <a:gd name="T4" fmla="*/ 0 60000 65536"/>
                <a:gd name="T5" fmla="*/ 0 60000 65536"/>
              </a:gdLst>
              <a:ahLst/>
              <a:cxnLst>
                <a:cxn ang="T4">
                  <a:pos x="T0" y="T1"/>
                </a:cxn>
                <a:cxn ang="T5">
                  <a:pos x="T2" y="T3"/>
                </a:cxn>
              </a:cxnLst>
              <a:rect l="0" t="0" r="r" b="b"/>
              <a:pathLst>
                <a:path w="96" h="336">
                  <a:moveTo>
                    <a:pt x="0" y="0"/>
                  </a:moveTo>
                  <a:cubicBezTo>
                    <a:pt x="40" y="144"/>
                    <a:pt x="80" y="288"/>
                    <a:pt x="96" y="336"/>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650" name="Text Box 10">
              <a:extLst>
                <a:ext uri="{FF2B5EF4-FFF2-40B4-BE49-F238E27FC236}">
                  <a16:creationId xmlns:a16="http://schemas.microsoft.com/office/drawing/2014/main" id="{98574A73-5EFE-6247-9EF1-A29EA8037365}"/>
                </a:ext>
              </a:extLst>
            </p:cNvPr>
            <p:cNvSpPr txBox="1">
              <a:spLocks noChangeArrowheads="1"/>
            </p:cNvSpPr>
            <p:nvPr/>
          </p:nvSpPr>
          <p:spPr bwMode="auto">
            <a:xfrm>
              <a:off x="896" y="2150"/>
              <a:ext cx="20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kumimoji="0" lang="en-US" altLang="zh-CN" sz="3600" b="1">
                  <a:solidFill>
                    <a:srgbClr val="4E67C8"/>
                  </a:solidFill>
                  <a:effectLst>
                    <a:outerShdw blurRad="38100" dist="38100" dir="2700000" algn="tl">
                      <a:srgbClr val="C0C0C0"/>
                    </a:outerShdw>
                  </a:effectLst>
                  <a:latin typeface="Times New Roman" panose="02020603050405020304" pitchFamily="18" charset="0"/>
                </a:rPr>
                <a:t>A</a:t>
              </a:r>
            </a:p>
          </p:txBody>
        </p:sp>
        <p:sp>
          <p:nvSpPr>
            <p:cNvPr id="112651" name="Text Box 11">
              <a:extLst>
                <a:ext uri="{FF2B5EF4-FFF2-40B4-BE49-F238E27FC236}">
                  <a16:creationId xmlns:a16="http://schemas.microsoft.com/office/drawing/2014/main" id="{1F4E178F-2CF4-194D-818B-AF526A55BDA7}"/>
                </a:ext>
              </a:extLst>
            </p:cNvPr>
            <p:cNvSpPr txBox="1">
              <a:spLocks noChangeArrowheads="1"/>
            </p:cNvSpPr>
            <p:nvPr/>
          </p:nvSpPr>
          <p:spPr bwMode="auto">
            <a:xfrm>
              <a:off x="2064" y="2016"/>
              <a:ext cx="194"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kumimoji="0" lang="en-US" altLang="zh-CN" sz="3600" b="1">
                  <a:solidFill>
                    <a:srgbClr val="4E67C8"/>
                  </a:solidFill>
                  <a:effectLst>
                    <a:outerShdw blurRad="38100" dist="38100" dir="2700000" algn="tl">
                      <a:srgbClr val="C0C0C0"/>
                    </a:outerShdw>
                  </a:effectLst>
                  <a:latin typeface="Times New Roman" panose="02020603050405020304" pitchFamily="18" charset="0"/>
                </a:rPr>
                <a:t>B</a:t>
              </a:r>
            </a:p>
          </p:txBody>
        </p:sp>
        <p:sp>
          <p:nvSpPr>
            <p:cNvPr id="112652" name="Text Box 12">
              <a:extLst>
                <a:ext uri="{FF2B5EF4-FFF2-40B4-BE49-F238E27FC236}">
                  <a16:creationId xmlns:a16="http://schemas.microsoft.com/office/drawing/2014/main" id="{66469506-4C65-1541-935A-0160386821BB}"/>
                </a:ext>
              </a:extLst>
            </p:cNvPr>
            <p:cNvSpPr txBox="1">
              <a:spLocks noChangeArrowheads="1"/>
            </p:cNvSpPr>
            <p:nvPr/>
          </p:nvSpPr>
          <p:spPr bwMode="auto">
            <a:xfrm>
              <a:off x="1760" y="2592"/>
              <a:ext cx="20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kumimoji="0" lang="en-US" altLang="zh-CN" sz="3600" b="1">
                  <a:solidFill>
                    <a:srgbClr val="4E67C8"/>
                  </a:solidFill>
                  <a:effectLst>
                    <a:outerShdw blurRad="38100" dist="38100" dir="2700000" algn="tl">
                      <a:srgbClr val="C0C0C0"/>
                    </a:outerShdw>
                  </a:effectLst>
                  <a:latin typeface="Times New Roman" panose="02020603050405020304" pitchFamily="18" charset="0"/>
                </a:rPr>
                <a:t>C</a:t>
              </a:r>
            </a:p>
          </p:txBody>
        </p:sp>
        <p:sp>
          <p:nvSpPr>
            <p:cNvPr id="112653" name="Text Box 13">
              <a:extLst>
                <a:ext uri="{FF2B5EF4-FFF2-40B4-BE49-F238E27FC236}">
                  <a16:creationId xmlns:a16="http://schemas.microsoft.com/office/drawing/2014/main" id="{697278AF-0A5C-B54A-A822-FBDBAC6FDE55}"/>
                </a:ext>
              </a:extLst>
            </p:cNvPr>
            <p:cNvSpPr txBox="1">
              <a:spLocks noChangeArrowheads="1"/>
            </p:cNvSpPr>
            <p:nvPr/>
          </p:nvSpPr>
          <p:spPr bwMode="auto">
            <a:xfrm>
              <a:off x="1232" y="3014"/>
              <a:ext cx="20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kumimoji="0" lang="en-US" altLang="zh-CN" sz="3600" b="1">
                  <a:solidFill>
                    <a:srgbClr val="4E67C8"/>
                  </a:solidFill>
                  <a:effectLst>
                    <a:outerShdw blurRad="38100" dist="38100" dir="2700000" algn="tl">
                      <a:srgbClr val="C0C0C0"/>
                    </a:outerShdw>
                  </a:effectLst>
                  <a:latin typeface="Times New Roman" panose="02020603050405020304" pitchFamily="18" charset="0"/>
                </a:rPr>
                <a:t>D</a:t>
              </a:r>
            </a:p>
          </p:txBody>
        </p:sp>
        <p:sp>
          <p:nvSpPr>
            <p:cNvPr id="112654" name="Text Box 14">
              <a:extLst>
                <a:ext uri="{FF2B5EF4-FFF2-40B4-BE49-F238E27FC236}">
                  <a16:creationId xmlns:a16="http://schemas.microsoft.com/office/drawing/2014/main" id="{5C533EBF-D66B-F945-8DBB-3209FC81CB09}"/>
                </a:ext>
              </a:extLst>
            </p:cNvPr>
            <p:cNvSpPr txBox="1">
              <a:spLocks noChangeArrowheads="1"/>
            </p:cNvSpPr>
            <p:nvPr/>
          </p:nvSpPr>
          <p:spPr bwMode="auto">
            <a:xfrm>
              <a:off x="2448" y="2726"/>
              <a:ext cx="194"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kumimoji="0" lang="en-US" altLang="zh-CN" sz="3600" b="1">
                  <a:solidFill>
                    <a:srgbClr val="4E67C8"/>
                  </a:solidFill>
                  <a:effectLst>
                    <a:outerShdw blurRad="38100" dist="38100" dir="2700000" algn="tl">
                      <a:srgbClr val="C0C0C0"/>
                    </a:outerShdw>
                  </a:effectLst>
                  <a:latin typeface="Times New Roman" panose="02020603050405020304" pitchFamily="18" charset="0"/>
                </a:rPr>
                <a:t>E</a:t>
              </a:r>
            </a:p>
          </p:txBody>
        </p:sp>
      </p:grpSp>
    </p:spTree>
  </p:cSld>
  <p:clrMapOvr>
    <a:masterClrMapping/>
  </p:clrMapOvr>
  <p:transition>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Number Placeholder 5">
            <a:extLst>
              <a:ext uri="{FF2B5EF4-FFF2-40B4-BE49-F238E27FC236}">
                <a16:creationId xmlns:a16="http://schemas.microsoft.com/office/drawing/2014/main" id="{AB7ECF1B-43B3-3247-BDB8-E8E51093EDD3}"/>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0C2AC81C-DA5D-314A-AB19-78E72D621624}" type="slidenum">
              <a:rPr kumimoji="0" lang="zh-CN" altLang="en-US" sz="1200"/>
              <a:pPr/>
              <a:t>3</a:t>
            </a:fld>
            <a:endParaRPr kumimoji="0" lang="en-US" altLang="zh-CN" sz="1200"/>
          </a:p>
        </p:txBody>
      </p:sp>
      <p:sp>
        <p:nvSpPr>
          <p:cNvPr id="41986" name="Rectangle 2">
            <a:extLst>
              <a:ext uri="{FF2B5EF4-FFF2-40B4-BE49-F238E27FC236}">
                <a16:creationId xmlns:a16="http://schemas.microsoft.com/office/drawing/2014/main" id="{D9A7D474-325D-974A-8B35-D60DEF7497D3}"/>
              </a:ext>
            </a:extLst>
          </p:cNvPr>
          <p:cNvSpPr>
            <a:spLocks noGrp="1" noChangeArrowheads="1"/>
          </p:cNvSpPr>
          <p:nvPr>
            <p:ph type="title"/>
          </p:nvPr>
        </p:nvSpPr>
        <p:spPr>
          <a:xfrm>
            <a:off x="76200" y="457200"/>
            <a:ext cx="7772400" cy="762000"/>
          </a:xfrm>
        </p:spPr>
        <p:txBody>
          <a:bodyPr/>
          <a:lstStyle/>
          <a:p>
            <a:pPr marL="320040" indent="-320040" algn="ctr" fontAlgn="auto">
              <a:spcAft>
                <a:spcPts val="0"/>
              </a:spcAft>
              <a:buClr>
                <a:schemeClr val="accent6">
                  <a:lumMod val="75000"/>
                </a:schemeClr>
              </a:buClr>
              <a:defRPr/>
            </a:pPr>
            <a:r>
              <a:rPr lang="zh-CN" altLang="en-US">
                <a:latin typeface="宋体" charset="0"/>
                <a:ea typeface="楷体_GB2312" charset="0"/>
                <a:cs typeface="+mj-cs"/>
              </a:rPr>
              <a:t>第四章</a:t>
            </a:r>
            <a:r>
              <a:rPr lang="zh-CN" altLang="en-US">
                <a:latin typeface="Arial" charset="0"/>
                <a:ea typeface="楷体_GB2312" charset="0"/>
                <a:cs typeface="+mj-cs"/>
              </a:rPr>
              <a:t>   </a:t>
            </a:r>
            <a:r>
              <a:rPr lang="zh-CN" altLang="en-US">
                <a:latin typeface="宋体" charset="0"/>
                <a:ea typeface="楷体_GB2312" charset="0"/>
                <a:cs typeface="+mj-cs"/>
              </a:rPr>
              <a:t>图与网络</a:t>
            </a:r>
            <a:r>
              <a:rPr lang="zh-CN" altLang="en-US">
                <a:latin typeface="Arial" charset="0"/>
                <a:ea typeface="楷体_GB2312" charset="0"/>
                <a:cs typeface="+mj-cs"/>
              </a:rPr>
              <a:t> </a:t>
            </a:r>
          </a:p>
        </p:txBody>
      </p:sp>
      <p:sp>
        <p:nvSpPr>
          <p:cNvPr id="19459" name="Rectangle 3">
            <a:extLst>
              <a:ext uri="{FF2B5EF4-FFF2-40B4-BE49-F238E27FC236}">
                <a16:creationId xmlns:a16="http://schemas.microsoft.com/office/drawing/2014/main" id="{028D4387-E9A0-0648-BD6D-A5AA07AF4389}"/>
              </a:ext>
            </a:extLst>
          </p:cNvPr>
          <p:cNvSpPr>
            <a:spLocks noGrp="1" noChangeArrowheads="1"/>
          </p:cNvSpPr>
          <p:nvPr>
            <p:ph sz="quarter" idx="13"/>
          </p:nvPr>
        </p:nvSpPr>
        <p:spPr>
          <a:xfrm>
            <a:off x="838200" y="1600200"/>
            <a:ext cx="7772400" cy="4724400"/>
          </a:xfrm>
          <a:extLst>
            <a:ext uri="{91240B29-F687-4F45-9708-019B960494DF}">
              <a14:hiddenLine xmlns:a14="http://schemas.microsoft.com/office/drawing/2010/main" w="38100" cmpd="dbl">
                <a:solidFill>
                  <a:schemeClr val="accent1"/>
                </a:solidFill>
                <a:miter lim="800000"/>
                <a:headEnd/>
                <a:tailEnd/>
              </a14:hiddenLine>
            </a:ext>
          </a:extLst>
        </p:spPr>
        <p:txBody>
          <a:bodyPr/>
          <a:lstStyle/>
          <a:p>
            <a:pPr marL="457200" indent="-457200">
              <a:buClr>
                <a:schemeClr val="accent1"/>
              </a:buClr>
              <a:buFont typeface="Wingdings" pitchFamily="2" charset="2"/>
              <a:buChar char="ü"/>
              <a:tabLst>
                <a:tab pos="282575" algn="l"/>
              </a:tabLst>
            </a:pPr>
            <a:r>
              <a:rPr kumimoji="0" lang="zh-CN" altLang="en-US" sz="3200" dirty="0">
                <a:solidFill>
                  <a:schemeClr val="tx1"/>
                </a:solidFill>
                <a:latin typeface="Times New Roman" panose="02020603050405020304" pitchFamily="18" charset="0"/>
                <a:ea typeface="楷体_GB2312" pitchFamily="49" charset="-122"/>
              </a:rPr>
              <a:t>§4.1  图 </a:t>
            </a:r>
            <a:endParaRPr kumimoji="0" lang="en-US" altLang="zh-CN" sz="3200" dirty="0">
              <a:solidFill>
                <a:schemeClr val="tx1"/>
              </a:solidFill>
              <a:latin typeface="Times New Roman" panose="02020603050405020304" pitchFamily="18" charset="0"/>
              <a:ea typeface="楷体_GB2312" pitchFamily="49" charset="-122"/>
            </a:endParaRPr>
          </a:p>
          <a:p>
            <a:pPr marL="457200" indent="-457200">
              <a:buClr>
                <a:schemeClr val="accent1"/>
              </a:buClr>
              <a:buFont typeface="Wingdings" pitchFamily="2" charset="2"/>
              <a:buChar char="ü"/>
              <a:tabLst>
                <a:tab pos="282575" algn="l"/>
              </a:tabLst>
            </a:pPr>
            <a:r>
              <a:rPr kumimoji="0" lang="zh-CN" altLang="en-US" sz="3200" dirty="0">
                <a:solidFill>
                  <a:schemeClr val="tx1"/>
                </a:solidFill>
                <a:latin typeface="Times New Roman" panose="02020603050405020304" pitchFamily="18" charset="0"/>
                <a:ea typeface="楷体_GB2312" pitchFamily="49" charset="-122"/>
              </a:rPr>
              <a:t>§4.2  树 </a:t>
            </a:r>
            <a:endParaRPr kumimoji="0" lang="en-US" altLang="zh-CN" sz="3200" dirty="0">
              <a:solidFill>
                <a:schemeClr val="tx1"/>
              </a:solidFill>
              <a:latin typeface="Times New Roman" panose="02020603050405020304" pitchFamily="18" charset="0"/>
              <a:ea typeface="楷体_GB2312" pitchFamily="49" charset="-122"/>
            </a:endParaRPr>
          </a:p>
          <a:p>
            <a:pPr marL="457200" indent="-457200">
              <a:buClr>
                <a:schemeClr val="accent1"/>
              </a:buClr>
              <a:buFont typeface="Wingdings" pitchFamily="2" charset="2"/>
              <a:buChar char="ü"/>
              <a:tabLst>
                <a:tab pos="282575" algn="l"/>
              </a:tabLst>
            </a:pPr>
            <a:r>
              <a:rPr kumimoji="0" lang="zh-CN" altLang="en-US" sz="3200" dirty="0">
                <a:solidFill>
                  <a:schemeClr val="tx1"/>
                </a:solidFill>
                <a:latin typeface="Times New Roman" panose="02020603050405020304" pitchFamily="18" charset="0"/>
                <a:ea typeface="楷体_GB2312" pitchFamily="49" charset="-122"/>
              </a:rPr>
              <a:t>§4.3  有向图  </a:t>
            </a:r>
            <a:r>
              <a:rPr kumimoji="0" lang="en-US" altLang="zh-CN" sz="3200" dirty="0">
                <a:solidFill>
                  <a:schemeClr val="tx1"/>
                </a:solidFill>
                <a:latin typeface="Times New Roman" panose="02020603050405020304" pitchFamily="18" charset="0"/>
                <a:ea typeface="楷体_GB2312" pitchFamily="49" charset="-122"/>
              </a:rPr>
              <a:t>Euler</a:t>
            </a:r>
            <a:r>
              <a:rPr kumimoji="0" lang="zh-CN" altLang="en-US" sz="3200" dirty="0">
                <a:solidFill>
                  <a:schemeClr val="tx1"/>
                </a:solidFill>
                <a:latin typeface="Times New Roman" panose="02020603050405020304" pitchFamily="18" charset="0"/>
                <a:ea typeface="楷体_GB2312" pitchFamily="49" charset="-122"/>
              </a:rPr>
              <a:t>路 </a:t>
            </a:r>
            <a:endParaRPr kumimoji="0" lang="en-US" altLang="zh-CN" sz="3200" dirty="0">
              <a:solidFill>
                <a:schemeClr val="tx1"/>
              </a:solidFill>
              <a:latin typeface="Times New Roman" panose="02020603050405020304" pitchFamily="18" charset="0"/>
              <a:ea typeface="楷体_GB2312" pitchFamily="49" charset="-122"/>
            </a:endParaRPr>
          </a:p>
          <a:p>
            <a:pPr marL="457200" indent="-457200">
              <a:buClr>
                <a:schemeClr val="accent1"/>
              </a:buClr>
              <a:buFont typeface="Wingdings" pitchFamily="2" charset="2"/>
              <a:buChar char="ü"/>
              <a:tabLst>
                <a:tab pos="282575" algn="l"/>
              </a:tabLst>
            </a:pPr>
            <a:r>
              <a:rPr kumimoji="0" lang="zh-CN" altLang="en-US" sz="3200" dirty="0">
                <a:solidFill>
                  <a:schemeClr val="tx1"/>
                </a:solidFill>
                <a:latin typeface="Times New Roman" panose="02020603050405020304" pitchFamily="18" charset="0"/>
                <a:ea typeface="楷体_GB2312" pitchFamily="49" charset="-122"/>
              </a:rPr>
              <a:t>§4.4  </a:t>
            </a:r>
            <a:r>
              <a:rPr kumimoji="0" lang="en-US" altLang="zh-CN" sz="3200" dirty="0">
                <a:solidFill>
                  <a:schemeClr val="tx1"/>
                </a:solidFill>
                <a:latin typeface="Times New Roman" panose="02020603050405020304" pitchFamily="18" charset="0"/>
                <a:ea typeface="楷体_GB2312" pitchFamily="49" charset="-122"/>
              </a:rPr>
              <a:t>Hamilton</a:t>
            </a:r>
            <a:r>
              <a:rPr kumimoji="0" lang="zh-CN" altLang="en-US" sz="3200" dirty="0">
                <a:solidFill>
                  <a:schemeClr val="tx1"/>
                </a:solidFill>
                <a:latin typeface="Times New Roman" panose="02020603050405020304" pitchFamily="18" charset="0"/>
                <a:ea typeface="楷体_GB2312" pitchFamily="49" charset="-122"/>
              </a:rPr>
              <a:t>图 </a:t>
            </a:r>
          </a:p>
          <a:p>
            <a:pPr marL="0" indent="0">
              <a:buFont typeface="Wingdings" pitchFamily="2" charset="2"/>
              <a:buNone/>
              <a:tabLst>
                <a:tab pos="282575" algn="l"/>
              </a:tabLst>
            </a:pPr>
            <a:r>
              <a:rPr kumimoji="0" lang="zh-CN" altLang="en-US" sz="3200" dirty="0">
                <a:solidFill>
                  <a:schemeClr val="tx1"/>
                </a:solidFill>
                <a:latin typeface="Times New Roman" panose="02020603050405020304" pitchFamily="18" charset="0"/>
                <a:ea typeface="楷体_GB2312" pitchFamily="49" charset="-122"/>
              </a:rPr>
              <a:t>	§4.5  平面图 </a:t>
            </a:r>
          </a:p>
          <a:p>
            <a:pPr marL="0" indent="0">
              <a:buFont typeface="Wingdings" pitchFamily="2" charset="2"/>
              <a:buNone/>
              <a:tabLst>
                <a:tab pos="282575" algn="l"/>
              </a:tabLst>
            </a:pPr>
            <a:r>
              <a:rPr kumimoji="0" lang="zh-CN" altLang="en-US" sz="3200" dirty="0">
                <a:solidFill>
                  <a:schemeClr val="tx1"/>
                </a:solidFill>
                <a:latin typeface="Times New Roman" panose="02020603050405020304" pitchFamily="18" charset="0"/>
                <a:ea typeface="楷体_GB2312" pitchFamily="49" charset="-122"/>
              </a:rPr>
              <a:t>	§4.6  匹配  二部图 </a:t>
            </a:r>
          </a:p>
          <a:p>
            <a:pPr marL="0" indent="0">
              <a:buFont typeface="Wingdings" pitchFamily="2" charset="2"/>
              <a:buNone/>
              <a:tabLst>
                <a:tab pos="282575" algn="l"/>
              </a:tabLst>
            </a:pPr>
            <a:r>
              <a:rPr kumimoji="0" lang="zh-CN" altLang="en-US" sz="3200" dirty="0">
                <a:solidFill>
                  <a:schemeClr val="tx1"/>
                </a:solidFill>
                <a:latin typeface="Times New Roman" panose="02020603050405020304" pitchFamily="18" charset="0"/>
                <a:ea typeface="楷体_GB2312" pitchFamily="49" charset="-122"/>
              </a:rPr>
              <a:t>	§4.7  </a:t>
            </a:r>
            <a:r>
              <a:rPr kumimoji="0" lang="en-US" altLang="zh-CN" sz="3200" dirty="0" err="1">
                <a:solidFill>
                  <a:schemeClr val="tx1"/>
                </a:solidFill>
                <a:latin typeface="Times New Roman" panose="02020603050405020304" pitchFamily="18" charset="0"/>
                <a:ea typeface="楷体_GB2312" pitchFamily="49" charset="-122"/>
              </a:rPr>
              <a:t>Konig</a:t>
            </a:r>
            <a:r>
              <a:rPr kumimoji="0" lang="zh-CN" altLang="en-US" sz="3200" dirty="0">
                <a:solidFill>
                  <a:schemeClr val="tx1"/>
                </a:solidFill>
                <a:latin typeface="Times New Roman" panose="02020603050405020304" pitchFamily="18" charset="0"/>
                <a:ea typeface="楷体_GB2312" pitchFamily="49" charset="-122"/>
              </a:rPr>
              <a:t>无限性引理 </a:t>
            </a:r>
          </a:p>
        </p:txBody>
      </p:sp>
    </p:spTree>
  </p:cSld>
  <p:clrMapOvr>
    <a:masterClrMapping/>
  </p:clrMapOvr>
  <p:transition>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46">
            <a:extLst>
              <a:ext uri="{FF2B5EF4-FFF2-40B4-BE49-F238E27FC236}">
                <a16:creationId xmlns:a16="http://schemas.microsoft.com/office/drawing/2014/main" id="{6E98A989-DCA3-F94C-BE3A-C30A15948F8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7399BD4A-B5EB-184D-8C2A-8119A83FCEEA}" type="slidenum">
              <a:rPr kumimoji="0" lang="zh-CN" altLang="en-US" sz="1200"/>
              <a:pPr/>
              <a:t>4</a:t>
            </a:fld>
            <a:endParaRPr kumimoji="0" lang="en-US" altLang="zh-CN" sz="1200"/>
          </a:p>
        </p:txBody>
      </p:sp>
      <p:sp>
        <p:nvSpPr>
          <p:cNvPr id="44034" name="Rectangle 2">
            <a:extLst>
              <a:ext uri="{FF2B5EF4-FFF2-40B4-BE49-F238E27FC236}">
                <a16:creationId xmlns:a16="http://schemas.microsoft.com/office/drawing/2014/main" id="{5623C3BC-F525-2947-97DE-346AA281A7F9}"/>
              </a:ext>
            </a:extLst>
          </p:cNvPr>
          <p:cNvSpPr>
            <a:spLocks noGrp="1" noChangeArrowheads="1"/>
          </p:cNvSpPr>
          <p:nvPr>
            <p:ph type="ctrTitle"/>
          </p:nvPr>
        </p:nvSpPr>
        <p:spPr>
          <a:xfrm>
            <a:off x="914400" y="2286000"/>
            <a:ext cx="6477000" cy="1905000"/>
          </a:xfrm>
        </p:spPr>
        <p:txBody>
          <a:bodyPr/>
          <a:lstStyle/>
          <a:p>
            <a:pPr fontAlgn="auto">
              <a:spcAft>
                <a:spcPts val="0"/>
              </a:spcAft>
              <a:buClr>
                <a:schemeClr val="accent6">
                  <a:lumMod val="75000"/>
                </a:schemeClr>
              </a:buClr>
              <a:defRPr/>
            </a:pPr>
            <a:r>
              <a:rPr lang="zh-CN" altLang="en-US">
                <a:latin typeface="Times New Roman" charset="0"/>
                <a:ea typeface="楷体_GB2312" charset="0"/>
                <a:cs typeface="+mj-cs"/>
              </a:rPr>
              <a:t>§4.1  图</a:t>
            </a:r>
            <a:r>
              <a:rPr lang="zh-CN" altLang="en-US">
                <a:latin typeface="Times New Roman" charset="0"/>
              </a:rPr>
              <a:t>(</a:t>
            </a:r>
            <a:r>
              <a:rPr lang="en-US" altLang="zh-CN" i="1">
                <a:latin typeface="Times New Roman" charset="0"/>
              </a:rPr>
              <a:t>Graphs</a:t>
            </a:r>
            <a:r>
              <a:rPr lang="en-US" altLang="zh-CN">
                <a:latin typeface="Times New Roman" charset="0"/>
              </a:rPr>
              <a:t>) </a:t>
            </a:r>
            <a:endParaRPr lang="zh-CN" altLang="en-US">
              <a:latin typeface="Times New Roman" charset="0"/>
            </a:endParaRPr>
          </a:p>
        </p:txBody>
      </p:sp>
    </p:spTree>
  </p:cSld>
  <p:clrMapOvr>
    <a:masterClrMapping/>
  </p:clrMapOvr>
  <p:transition>
    <p:blinds dir="vert"/>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5" name="Slide Number Placeholder 5">
            <a:extLst>
              <a:ext uri="{FF2B5EF4-FFF2-40B4-BE49-F238E27FC236}">
                <a16:creationId xmlns:a16="http://schemas.microsoft.com/office/drawing/2014/main" id="{CCEC91C5-970D-214C-9694-7A1435C4EE72}"/>
              </a:ext>
            </a:extLst>
          </p:cNvPr>
          <p:cNvSpPr>
            <a:spLocks noGrp="1"/>
          </p:cNvSpPr>
          <p:nvPr>
            <p:ph type="sldNum" sz="quarter" idx="16"/>
          </p:nvPr>
        </p:nvSpPr>
        <p:spPr bwMode="auto">
          <a:xfrm>
            <a:off x="7304088" y="6489700"/>
            <a:ext cx="1828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5C4FE760-AB7F-E045-9F74-0061D063D3BB}" type="slidenum">
              <a:rPr kumimoji="0" lang="zh-CN" altLang="en-US" sz="1200"/>
              <a:pPr/>
              <a:t>5</a:t>
            </a:fld>
            <a:endParaRPr kumimoji="0" lang="en-US" altLang="zh-CN" sz="1200"/>
          </a:p>
        </p:txBody>
      </p:sp>
      <p:sp>
        <p:nvSpPr>
          <p:cNvPr id="43010" name="Rectangle 1026">
            <a:extLst>
              <a:ext uri="{FF2B5EF4-FFF2-40B4-BE49-F238E27FC236}">
                <a16:creationId xmlns:a16="http://schemas.microsoft.com/office/drawing/2014/main" id="{10BE8542-EC70-8546-AC4E-29CC210B8FA0}"/>
              </a:ext>
            </a:extLst>
          </p:cNvPr>
          <p:cNvSpPr>
            <a:spLocks noGrp="1" noChangeArrowheads="1"/>
          </p:cNvSpPr>
          <p:nvPr>
            <p:ph type="title"/>
          </p:nvPr>
        </p:nvSpPr>
        <p:spPr>
          <a:xfrm>
            <a:off x="76200" y="228600"/>
            <a:ext cx="7772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§4.1.1  图的基本概念</a:t>
            </a:r>
          </a:p>
        </p:txBody>
      </p:sp>
      <p:sp>
        <p:nvSpPr>
          <p:cNvPr id="43011" name="Rectangle 1027">
            <a:extLst>
              <a:ext uri="{FF2B5EF4-FFF2-40B4-BE49-F238E27FC236}">
                <a16:creationId xmlns:a16="http://schemas.microsoft.com/office/drawing/2014/main" id="{08DCF57F-84A6-D24E-BB63-E3C5DC494853}"/>
              </a:ext>
            </a:extLst>
          </p:cNvPr>
          <p:cNvSpPr>
            <a:spLocks noGrp="1" noChangeArrowheads="1"/>
          </p:cNvSpPr>
          <p:nvPr>
            <p:ph sz="quarter" idx="13"/>
          </p:nvPr>
        </p:nvSpPr>
        <p:spPr>
          <a:xfrm>
            <a:off x="76200" y="1143000"/>
            <a:ext cx="8915400" cy="5486400"/>
          </a:xfrm>
        </p:spPr>
        <p:txBody>
          <a:bodyPr/>
          <a:lstStyle/>
          <a:p>
            <a:pPr>
              <a:spcBef>
                <a:spcPct val="0"/>
              </a:spcBef>
            </a:pPr>
            <a:r>
              <a:rPr kumimoji="0" lang="zh-CN" altLang="en-US" sz="3200">
                <a:solidFill>
                  <a:srgbClr val="4E67C8"/>
                </a:solidFill>
                <a:latin typeface="Times New Roman" panose="02020603050405020304" pitchFamily="18" charset="0"/>
                <a:ea typeface="楷体_GB2312" pitchFamily="49" charset="-122"/>
              </a:rPr>
              <a:t>定义4.1.1  </a:t>
            </a:r>
            <a:r>
              <a:rPr kumimoji="0" lang="en-US" altLang="zh-CN" sz="3200">
                <a:latin typeface="Times New Roman" panose="02020603050405020304" pitchFamily="18" charset="0"/>
                <a:ea typeface="楷体_GB2312" pitchFamily="49" charset="-122"/>
              </a:rPr>
              <a:t>G＝(P, L)</a:t>
            </a:r>
            <a:r>
              <a:rPr kumimoji="0" lang="zh-CN" altLang="en-US" sz="3200">
                <a:latin typeface="Times New Roman" panose="02020603050405020304" pitchFamily="18" charset="0"/>
                <a:ea typeface="楷体_GB2312" pitchFamily="49" charset="-122"/>
              </a:rPr>
              <a:t>称为</a:t>
            </a:r>
            <a:r>
              <a:rPr kumimoji="0" lang="zh-CN" altLang="en-US" sz="3200">
                <a:solidFill>
                  <a:srgbClr val="4E67C8"/>
                </a:solidFill>
                <a:latin typeface="Times New Roman" panose="02020603050405020304" pitchFamily="18" charset="0"/>
                <a:ea typeface="楷体_GB2312" pitchFamily="49" charset="-122"/>
              </a:rPr>
              <a:t>图</a:t>
            </a:r>
            <a:r>
              <a:rPr kumimoji="0" lang="zh-CN" altLang="en-US" sz="3200">
                <a:latin typeface="Times New Roman" panose="02020603050405020304" pitchFamily="18" charset="0"/>
                <a:ea typeface="楷体_GB2312" pitchFamily="49" charset="-122"/>
              </a:rPr>
              <a:t>。如果</a:t>
            </a:r>
            <a:r>
              <a:rPr kumimoji="0" lang="en-US" altLang="zh-CN" sz="3200">
                <a:latin typeface="Times New Roman" panose="02020603050405020304" pitchFamily="18" charset="0"/>
                <a:ea typeface="楷体_GB2312" pitchFamily="49" charset="-122"/>
              </a:rPr>
              <a:t>P</a:t>
            </a:r>
            <a:r>
              <a:rPr kumimoji="0" lang="zh-CN" altLang="en-US" sz="3200">
                <a:latin typeface="Times New Roman" panose="02020603050405020304" pitchFamily="18" charset="0"/>
                <a:ea typeface="楷体_GB2312" pitchFamily="49" charset="-122"/>
              </a:rPr>
              <a:t>是点的非空集合，</a:t>
            </a:r>
            <a:r>
              <a:rPr kumimoji="0" lang="en-US" altLang="zh-CN" sz="3200">
                <a:latin typeface="Times New Roman" panose="02020603050405020304" pitchFamily="18" charset="0"/>
                <a:ea typeface="楷体_GB2312" pitchFamily="49" charset="-122"/>
              </a:rPr>
              <a:t>L</a:t>
            </a:r>
            <a:r>
              <a:rPr kumimoji="0" lang="zh-CN" altLang="en-US" sz="3200">
                <a:latin typeface="Times New Roman" panose="02020603050405020304" pitchFamily="18" charset="0"/>
                <a:ea typeface="楷体_GB2312" pitchFamily="49" charset="-122"/>
              </a:rPr>
              <a:t>是连接某些不同点对的边集合，并且任意一对不同点之间最多有一条边。当</a:t>
            </a:r>
            <a:r>
              <a:rPr kumimoji="0" lang="en-US" altLang="zh-CN" sz="3200">
                <a:latin typeface="Times New Roman" panose="02020603050405020304" pitchFamily="18" charset="0"/>
                <a:ea typeface="楷体_GB2312" pitchFamily="49" charset="-122"/>
              </a:rPr>
              <a:t>P</a:t>
            </a:r>
            <a:r>
              <a:rPr kumimoji="0" lang="zh-CN" altLang="en-US" sz="3200">
                <a:latin typeface="Times New Roman" panose="02020603050405020304" pitchFamily="18" charset="0"/>
                <a:ea typeface="楷体_GB2312" pitchFamily="49" charset="-122"/>
              </a:rPr>
              <a:t>为有限集时，</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称为</a:t>
            </a:r>
            <a:r>
              <a:rPr kumimoji="0" lang="zh-CN" altLang="en-US" sz="3200">
                <a:solidFill>
                  <a:srgbClr val="4E67C8"/>
                </a:solidFill>
                <a:latin typeface="Times New Roman" panose="02020603050405020304" pitchFamily="18" charset="0"/>
                <a:ea typeface="楷体_GB2312" pitchFamily="49" charset="-122"/>
              </a:rPr>
              <a:t>有限图</a:t>
            </a:r>
            <a:r>
              <a:rPr kumimoji="0" lang="zh-CN" altLang="en-US" sz="3200">
                <a:latin typeface="Times New Roman" panose="02020603050405020304" pitchFamily="18" charset="0"/>
                <a:ea typeface="楷体_GB2312" pitchFamily="49" charset="-122"/>
              </a:rPr>
              <a:t>。 </a:t>
            </a:r>
          </a:p>
          <a:p>
            <a:pPr>
              <a:spcBef>
                <a:spcPct val="0"/>
              </a:spcBef>
            </a:pPr>
            <a:r>
              <a:rPr kumimoji="0" lang="zh-CN" altLang="en-US" sz="3200">
                <a:latin typeface="Times New Roman" panose="02020603050405020304" pitchFamily="18" charset="0"/>
                <a:ea typeface="楷体_GB2312" pitchFamily="49" charset="-122"/>
              </a:rPr>
              <a:t>设</a:t>
            </a:r>
            <a:r>
              <a:rPr kumimoji="0" lang="en-US" altLang="zh-CN" sz="3200">
                <a:latin typeface="Times New Roman" panose="02020603050405020304" pitchFamily="18" charset="0"/>
                <a:ea typeface="楷体_GB2312" pitchFamily="49" charset="-122"/>
              </a:rPr>
              <a:t>G＝(P, L)</a:t>
            </a:r>
            <a:r>
              <a:rPr kumimoji="0" lang="zh-CN" altLang="en-US" sz="3200">
                <a:solidFill>
                  <a:schemeClr val="tx1"/>
                </a:solidFill>
                <a:latin typeface="Times New Roman" panose="02020603050405020304" pitchFamily="18" charset="0"/>
                <a:ea typeface="楷体_GB2312" pitchFamily="49" charset="-122"/>
              </a:rPr>
              <a:t>是一个图，今后，我们用</a:t>
            </a:r>
            <a:r>
              <a:rPr kumimoji="0" lang="en-US" altLang="zh-CN" sz="3200">
                <a:solidFill>
                  <a:schemeClr val="tx1"/>
                </a:solidFill>
                <a:latin typeface="Times New Roman" panose="02020603050405020304" pitchFamily="18" charset="0"/>
                <a:ea typeface="楷体_GB2312" pitchFamily="49" charset="-122"/>
              </a:rPr>
              <a:t>P(G)</a:t>
            </a:r>
            <a:r>
              <a:rPr kumimoji="0" lang="zh-CN" altLang="en-US" sz="3200">
                <a:solidFill>
                  <a:schemeClr val="tx1"/>
                </a:solidFill>
                <a:latin typeface="Times New Roman" panose="02020603050405020304" pitchFamily="18" charset="0"/>
                <a:ea typeface="楷体_GB2312" pitchFamily="49" charset="-122"/>
              </a:rPr>
              <a:t>表示</a:t>
            </a:r>
            <a:r>
              <a:rPr kumimoji="0" lang="en-US" altLang="zh-CN" sz="3200">
                <a:solidFill>
                  <a:schemeClr val="tx1"/>
                </a:solidFill>
                <a:latin typeface="Times New Roman" panose="02020603050405020304" pitchFamily="18" charset="0"/>
                <a:ea typeface="楷体_GB2312" pitchFamily="49" charset="-122"/>
              </a:rPr>
              <a:t>G</a:t>
            </a:r>
            <a:r>
              <a:rPr kumimoji="0" lang="zh-CN" altLang="en-US" sz="3200">
                <a:solidFill>
                  <a:schemeClr val="tx1"/>
                </a:solidFill>
                <a:latin typeface="Times New Roman" panose="02020603050405020304" pitchFamily="18" charset="0"/>
                <a:ea typeface="楷体_GB2312" pitchFamily="49" charset="-122"/>
              </a:rPr>
              <a:t>的(节)点集，用</a:t>
            </a:r>
            <a:r>
              <a:rPr kumimoji="0" lang="en-US" altLang="zh-CN" sz="3200">
                <a:solidFill>
                  <a:schemeClr val="tx1"/>
                </a:solidFill>
                <a:latin typeface="Times New Roman" panose="02020603050405020304" pitchFamily="18" charset="0"/>
                <a:ea typeface="楷体_GB2312" pitchFamily="49" charset="-122"/>
              </a:rPr>
              <a:t>L(G)</a:t>
            </a:r>
            <a:r>
              <a:rPr kumimoji="0" lang="zh-CN" altLang="en-US" sz="3200">
                <a:latin typeface="Times New Roman" panose="02020603050405020304" pitchFamily="18" charset="0"/>
                <a:ea typeface="楷体_GB2312" pitchFamily="49" charset="-122"/>
              </a:rPr>
              <a:t>表示</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的边集。</a:t>
            </a:r>
            <a:br>
              <a:rPr kumimoji="0" lang="zh-CN" altLang="en-US" sz="3200">
                <a:latin typeface="Times New Roman" panose="02020603050405020304" pitchFamily="18" charset="0"/>
                <a:ea typeface="楷体_GB2312" pitchFamily="49" charset="-122"/>
              </a:rPr>
            </a:br>
            <a:r>
              <a:rPr kumimoji="0" lang="zh-CN" altLang="en-US" sz="3200">
                <a:latin typeface="Times New Roman" panose="02020603050405020304" pitchFamily="18" charset="0"/>
                <a:ea typeface="楷体_GB2312" pitchFamily="49" charset="-122"/>
              </a:rPr>
              <a:t>设</a:t>
            </a:r>
            <a:r>
              <a:rPr kumimoji="0" lang="en-US" altLang="zh-CN" sz="3200">
                <a:latin typeface="Times New Roman" panose="02020603050405020304" pitchFamily="18" charset="0"/>
                <a:ea typeface="楷体_GB2312" pitchFamily="49" charset="-122"/>
              </a:rPr>
              <a:t>l</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rPr>
              <a:t>L(G)，</a:t>
            </a:r>
            <a:r>
              <a:rPr kumimoji="0" lang="zh-CN" altLang="en-US" sz="3200">
                <a:latin typeface="Times New Roman" panose="02020603050405020304" pitchFamily="18" charset="0"/>
                <a:ea typeface="楷体_GB2312" pitchFamily="49" charset="-122"/>
              </a:rPr>
              <a:t>并假设</a:t>
            </a:r>
            <a:r>
              <a:rPr kumimoji="0" lang="en-US" altLang="zh-CN" sz="3200">
                <a:latin typeface="Times New Roman" panose="02020603050405020304" pitchFamily="18" charset="0"/>
                <a:ea typeface="楷体_GB2312" pitchFamily="49" charset="-122"/>
              </a:rPr>
              <a:t>l</a:t>
            </a:r>
            <a:r>
              <a:rPr kumimoji="0" lang="zh-CN" altLang="en-US" sz="3200">
                <a:latin typeface="Times New Roman" panose="02020603050405020304" pitchFamily="18" charset="0"/>
                <a:ea typeface="楷体_GB2312" pitchFamily="49" charset="-122"/>
              </a:rPr>
              <a:t>是连接</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中点</a:t>
            </a:r>
            <a:r>
              <a:rPr kumimoji="0" lang="en-US" altLang="zh-CN" sz="3200">
                <a:latin typeface="Times New Roman" panose="02020603050405020304" pitchFamily="18" charset="0"/>
                <a:ea typeface="楷体_GB2312" pitchFamily="49" charset="-122"/>
              </a:rPr>
              <a:t>u</a:t>
            </a:r>
            <a:r>
              <a:rPr kumimoji="0" lang="zh-CN" altLang="en-US" sz="3200">
                <a:latin typeface="Times New Roman" panose="02020603050405020304" pitchFamily="18" charset="0"/>
                <a:ea typeface="楷体_GB2312" pitchFamily="49" charset="-122"/>
              </a:rPr>
              <a:t>、点</a:t>
            </a:r>
            <a:r>
              <a:rPr kumimoji="0" lang="en-US" altLang="zh-CN" sz="3200">
                <a:latin typeface="Times New Roman" panose="02020603050405020304" pitchFamily="18" charset="0"/>
                <a:ea typeface="楷体_GB2312" pitchFamily="49" charset="-122"/>
              </a:rPr>
              <a:t>v</a:t>
            </a:r>
            <a:r>
              <a:rPr kumimoji="0" lang="zh-CN" altLang="en-US" sz="3200">
                <a:latin typeface="Times New Roman" panose="02020603050405020304" pitchFamily="18" charset="0"/>
                <a:ea typeface="楷体_GB2312" pitchFamily="49" charset="-122"/>
              </a:rPr>
              <a:t>的边，则称</a:t>
            </a:r>
            <a:r>
              <a:rPr kumimoji="0" lang="en-US" altLang="zh-CN" sz="3200">
                <a:latin typeface="Times New Roman" panose="02020603050405020304" pitchFamily="18" charset="0"/>
                <a:ea typeface="楷体_GB2312" pitchFamily="49" charset="-122"/>
              </a:rPr>
              <a:t>u</a:t>
            </a:r>
            <a:r>
              <a:rPr kumimoji="0" lang="zh-CN" altLang="en-US" sz="3200">
                <a:latin typeface="Times New Roman" panose="02020603050405020304" pitchFamily="18" charset="0"/>
                <a:ea typeface="楷体_GB2312" pitchFamily="49" charset="-122"/>
              </a:rPr>
              <a:t>、</a:t>
            </a:r>
            <a:r>
              <a:rPr kumimoji="0" lang="en-US" altLang="zh-CN" sz="3200">
                <a:latin typeface="Times New Roman" panose="02020603050405020304" pitchFamily="18" charset="0"/>
                <a:ea typeface="楷体_GB2312" pitchFamily="49" charset="-122"/>
              </a:rPr>
              <a:t>v</a:t>
            </a:r>
            <a:r>
              <a:rPr kumimoji="0" lang="zh-CN" altLang="en-US" sz="3200">
                <a:latin typeface="Times New Roman" panose="02020603050405020304" pitchFamily="18" charset="0"/>
                <a:ea typeface="楷体_GB2312" pitchFamily="49" charset="-122"/>
              </a:rPr>
              <a:t>是</a:t>
            </a:r>
            <a:r>
              <a:rPr kumimoji="0" lang="en-US" altLang="zh-CN" sz="3200">
                <a:latin typeface="Times New Roman" panose="02020603050405020304" pitchFamily="18" charset="0"/>
                <a:ea typeface="楷体_GB2312" pitchFamily="49" charset="-122"/>
              </a:rPr>
              <a:t>l</a:t>
            </a:r>
            <a:r>
              <a:rPr kumimoji="0" lang="zh-CN" altLang="en-US" sz="3200">
                <a:solidFill>
                  <a:srgbClr val="000000"/>
                </a:solidFill>
                <a:latin typeface="Times New Roman" panose="02020603050405020304" pitchFamily="18" charset="0"/>
                <a:ea typeface="楷体_GB2312" pitchFamily="49" charset="-122"/>
              </a:rPr>
              <a:t>的</a:t>
            </a:r>
            <a:r>
              <a:rPr kumimoji="0" lang="zh-CN" altLang="en-US" sz="3200">
                <a:solidFill>
                  <a:srgbClr val="4E67C8"/>
                </a:solidFill>
                <a:latin typeface="Times New Roman" panose="02020603050405020304" pitchFamily="18" charset="0"/>
                <a:ea typeface="楷体_GB2312" pitchFamily="49" charset="-122"/>
              </a:rPr>
              <a:t>端点</a:t>
            </a:r>
            <a:r>
              <a:rPr kumimoji="0" lang="zh-CN" altLang="en-US" sz="3200">
                <a:latin typeface="Times New Roman" panose="02020603050405020304" pitchFamily="18" charset="0"/>
                <a:ea typeface="楷体_GB2312" pitchFamily="49" charset="-122"/>
              </a:rPr>
              <a:t>，并称</a:t>
            </a:r>
            <a:r>
              <a:rPr kumimoji="0" lang="en-US" altLang="zh-CN" sz="3200">
                <a:latin typeface="Times New Roman" panose="02020603050405020304" pitchFamily="18" charset="0"/>
                <a:ea typeface="楷体_GB2312" pitchFamily="49" charset="-122"/>
              </a:rPr>
              <a:t>u</a:t>
            </a:r>
            <a:r>
              <a:rPr kumimoji="0" lang="zh-CN" altLang="en-US" sz="3200">
                <a:latin typeface="Times New Roman" panose="02020603050405020304" pitchFamily="18" charset="0"/>
                <a:ea typeface="楷体_GB2312" pitchFamily="49" charset="-122"/>
              </a:rPr>
              <a:t>与</a:t>
            </a:r>
            <a:r>
              <a:rPr kumimoji="0" lang="en-US" altLang="zh-CN" sz="3200">
                <a:latin typeface="Times New Roman" panose="02020603050405020304" pitchFamily="18" charset="0"/>
                <a:ea typeface="楷体_GB2312" pitchFamily="49" charset="-122"/>
              </a:rPr>
              <a:t>v</a:t>
            </a:r>
            <a:r>
              <a:rPr kumimoji="0" lang="zh-CN" altLang="en-US" sz="3200">
                <a:solidFill>
                  <a:srgbClr val="4E67C8"/>
                </a:solidFill>
                <a:latin typeface="Times New Roman" panose="02020603050405020304" pitchFamily="18" charset="0"/>
                <a:ea typeface="楷体_GB2312" pitchFamily="49" charset="-122"/>
              </a:rPr>
              <a:t>相邻</a:t>
            </a:r>
            <a:r>
              <a:rPr kumimoji="0" lang="zh-CN" altLang="en-US" sz="3200">
                <a:latin typeface="Times New Roman" panose="02020603050405020304" pitchFamily="18" charset="0"/>
                <a:ea typeface="楷体_GB2312" pitchFamily="49" charset="-122"/>
              </a:rPr>
              <a:t>。</a:t>
            </a:r>
            <a:br>
              <a:rPr kumimoji="0" lang="zh-CN" altLang="en-US" sz="3200">
                <a:latin typeface="Times New Roman" panose="02020603050405020304" pitchFamily="18" charset="0"/>
                <a:ea typeface="楷体_GB2312" pitchFamily="49" charset="-122"/>
              </a:rPr>
            </a:br>
            <a:r>
              <a:rPr kumimoji="0" lang="zh-CN" altLang="en-US" sz="3200">
                <a:latin typeface="Times New Roman" panose="02020603050405020304" pitchFamily="18" charset="0"/>
                <a:ea typeface="楷体_GB2312" pitchFamily="49" charset="-122"/>
              </a:rPr>
              <a:t>若</a:t>
            </a:r>
            <a:r>
              <a:rPr kumimoji="0" lang="en-US" altLang="zh-CN" sz="3200">
                <a:latin typeface="Times New Roman" panose="02020603050405020304" pitchFamily="18" charset="0"/>
                <a:ea typeface="楷体_GB2312" pitchFamily="49" charset="-122"/>
              </a:rPr>
              <a:t>l</a:t>
            </a:r>
            <a:r>
              <a:rPr kumimoji="0" lang="en-US" altLang="zh-CN" sz="3200" baseline="-30000">
                <a:latin typeface="Times New Roman" panose="02020603050405020304" pitchFamily="18" charset="0"/>
                <a:ea typeface="楷体_GB2312" pitchFamily="49" charset="-122"/>
              </a:rPr>
              <a:t>1</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rPr>
              <a:t>L(G)，l</a:t>
            </a:r>
            <a:r>
              <a:rPr kumimoji="0" lang="en-US" altLang="zh-CN" sz="3200" baseline="-30000">
                <a:latin typeface="Times New Roman" panose="02020603050405020304" pitchFamily="18" charset="0"/>
                <a:ea typeface="楷体_GB2312" pitchFamily="49" charset="-122"/>
              </a:rPr>
              <a:t>2</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rPr>
              <a:t>L(G)</a:t>
            </a:r>
            <a:r>
              <a:rPr kumimoji="0" lang="zh-CN" altLang="en-US" sz="3200">
                <a:latin typeface="Times New Roman" panose="02020603050405020304" pitchFamily="18" charset="0"/>
                <a:ea typeface="楷体_GB2312" pitchFamily="49" charset="-122"/>
              </a:rPr>
              <a:t>，且</a:t>
            </a:r>
            <a:r>
              <a:rPr kumimoji="0" lang="en-US" altLang="zh-CN" sz="3200">
                <a:latin typeface="Times New Roman" panose="02020603050405020304" pitchFamily="18" charset="0"/>
                <a:ea typeface="楷体_GB2312" pitchFamily="49" charset="-122"/>
              </a:rPr>
              <a:t>l</a:t>
            </a:r>
            <a:r>
              <a:rPr kumimoji="0" lang="en-US" altLang="zh-CN" sz="3200" baseline="-30000">
                <a:latin typeface="Times New Roman" panose="02020603050405020304" pitchFamily="18" charset="0"/>
                <a:ea typeface="楷体_GB2312" pitchFamily="49" charset="-122"/>
              </a:rPr>
              <a:t>1</a:t>
            </a:r>
            <a:r>
              <a:rPr kumimoji="0" lang="zh-CN" altLang="en-US" sz="3200">
                <a:latin typeface="Times New Roman" panose="02020603050405020304" pitchFamily="18" charset="0"/>
                <a:ea typeface="楷体_GB2312" pitchFamily="49" charset="-122"/>
              </a:rPr>
              <a:t>和</a:t>
            </a:r>
            <a:r>
              <a:rPr kumimoji="0" lang="en-US" altLang="zh-CN" sz="3200">
                <a:latin typeface="Times New Roman" panose="02020603050405020304" pitchFamily="18" charset="0"/>
                <a:ea typeface="楷体_GB2312" pitchFamily="49" charset="-122"/>
              </a:rPr>
              <a:t>l</a:t>
            </a:r>
            <a:r>
              <a:rPr kumimoji="0" lang="en-US" altLang="zh-CN" sz="3200" baseline="-30000">
                <a:latin typeface="Times New Roman" panose="02020603050405020304" pitchFamily="18" charset="0"/>
                <a:ea typeface="楷体_GB2312" pitchFamily="49" charset="-122"/>
              </a:rPr>
              <a:t>2</a:t>
            </a:r>
            <a:r>
              <a:rPr kumimoji="0" lang="zh-CN" altLang="en-US" sz="3200">
                <a:latin typeface="Times New Roman" panose="02020603050405020304" pitchFamily="18" charset="0"/>
                <a:ea typeface="楷体_GB2312" pitchFamily="49" charset="-122"/>
              </a:rPr>
              <a:t>有公共的端点，则称边</a:t>
            </a:r>
            <a:r>
              <a:rPr kumimoji="0" lang="en-US" altLang="zh-CN" sz="3200">
                <a:latin typeface="Times New Roman" panose="02020603050405020304" pitchFamily="18" charset="0"/>
                <a:ea typeface="楷体_GB2312" pitchFamily="49" charset="-122"/>
              </a:rPr>
              <a:t>l</a:t>
            </a:r>
            <a:r>
              <a:rPr kumimoji="0" lang="en-US" altLang="zh-CN" sz="3200" baseline="-30000">
                <a:latin typeface="Times New Roman" panose="02020603050405020304" pitchFamily="18" charset="0"/>
                <a:ea typeface="楷体_GB2312" pitchFamily="49" charset="-122"/>
              </a:rPr>
              <a:t>1</a:t>
            </a:r>
            <a:r>
              <a:rPr kumimoji="0" lang="zh-CN" altLang="en-US" sz="3200">
                <a:latin typeface="Times New Roman" panose="02020603050405020304" pitchFamily="18" charset="0"/>
                <a:ea typeface="楷体_GB2312" pitchFamily="49" charset="-122"/>
              </a:rPr>
              <a:t>与</a:t>
            </a:r>
            <a:r>
              <a:rPr kumimoji="0" lang="en-US" altLang="zh-CN" sz="3200">
                <a:latin typeface="Times New Roman" panose="02020603050405020304" pitchFamily="18" charset="0"/>
                <a:ea typeface="楷体_GB2312" pitchFamily="49" charset="-122"/>
              </a:rPr>
              <a:t>l</a:t>
            </a:r>
            <a:r>
              <a:rPr kumimoji="0" lang="en-US" altLang="zh-CN" sz="3200" baseline="-30000">
                <a:latin typeface="Times New Roman" panose="02020603050405020304" pitchFamily="18" charset="0"/>
                <a:ea typeface="楷体_GB2312" pitchFamily="49" charset="-122"/>
              </a:rPr>
              <a:t>2</a:t>
            </a:r>
            <a:r>
              <a:rPr kumimoji="0" lang="zh-CN" altLang="en-US" sz="3200">
                <a:solidFill>
                  <a:schemeClr val="accent1"/>
                </a:solidFill>
                <a:latin typeface="Times New Roman" panose="02020603050405020304" pitchFamily="18" charset="0"/>
                <a:ea typeface="楷体_GB2312" pitchFamily="49" charset="-122"/>
              </a:rPr>
              <a:t>相邻</a:t>
            </a:r>
            <a:r>
              <a:rPr kumimoji="0" lang="zh-CN" altLang="en-US" sz="3200">
                <a:latin typeface="Times New Roman" panose="02020603050405020304" pitchFamily="18" charset="0"/>
                <a:ea typeface="楷体_GB2312" pitchFamily="49" charset="-122"/>
              </a:rPr>
              <a:t>。有时，在不致引起混乱的情况下，将</a:t>
            </a:r>
            <a:r>
              <a:rPr kumimoji="0" lang="en-US" altLang="zh-CN" sz="3200">
                <a:latin typeface="Times New Roman" panose="02020603050405020304" pitchFamily="18" charset="0"/>
                <a:ea typeface="楷体_GB2312" pitchFamily="49" charset="-122"/>
              </a:rPr>
              <a:t>l</a:t>
            </a:r>
            <a:r>
              <a:rPr kumimoji="0" lang="zh-CN" altLang="en-US" sz="3200">
                <a:latin typeface="Times New Roman" panose="02020603050405020304" pitchFamily="18" charset="0"/>
                <a:ea typeface="楷体_GB2312" pitchFamily="49" charset="-122"/>
              </a:rPr>
              <a:t>记为</a:t>
            </a:r>
            <a:r>
              <a:rPr kumimoji="0" lang="en-US" altLang="zh-CN" sz="3200">
                <a:latin typeface="Times New Roman" panose="02020603050405020304" pitchFamily="18" charset="0"/>
                <a:ea typeface="楷体_GB2312" pitchFamily="49" charset="-122"/>
              </a:rPr>
              <a:t>uv。</a:t>
            </a:r>
            <a:r>
              <a:rPr kumimoji="0" lang="en-US" altLang="zh-CN" sz="3200">
                <a:solidFill>
                  <a:srgbClr val="FFFF00"/>
                </a:solidFill>
                <a:latin typeface="Times New Roman" panose="02020603050405020304" pitchFamily="18" charset="0"/>
                <a:ea typeface="楷体_GB2312" pitchFamily="49" charset="-122"/>
              </a:rPr>
              <a:t> </a:t>
            </a:r>
            <a:endParaRPr kumimoji="0" lang="zh-CN" altLang="en-US" sz="3200">
              <a:solidFill>
                <a:srgbClr val="FFFF00"/>
              </a:solidFill>
              <a:latin typeface="Times New Roman" panose="02020603050405020304" pitchFamily="18" charset="0"/>
              <a:ea typeface="楷体_GB2312" pitchFamily="49"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xEl>
                                              <p:pRg st="1" end="1"/>
                                            </p:txEl>
                                          </p:spTgt>
                                        </p:tgtEl>
                                        <p:attrNameLst>
                                          <p:attrName>style.visibility</p:attrName>
                                        </p:attrNameLst>
                                      </p:cBhvr>
                                      <p:to>
                                        <p:strVal val="visible"/>
                                      </p:to>
                                    </p:set>
                                    <p:animEffect transition="in" filter="wipe(left)">
                                      <p:cBhvr>
                                        <p:cTn id="7" dur="500"/>
                                        <p:tgtEl>
                                          <p:spTgt spid="430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29" name="Slide Number Placeholder 5">
            <a:extLst>
              <a:ext uri="{FF2B5EF4-FFF2-40B4-BE49-F238E27FC236}">
                <a16:creationId xmlns:a16="http://schemas.microsoft.com/office/drawing/2014/main" id="{C8788202-B44A-684A-AE7C-A0A9164DD2C5}"/>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BBDEF782-14F5-6E44-A4ED-E29C3A3A1A0E}" type="slidenum">
              <a:rPr kumimoji="0" lang="zh-CN" altLang="en-US" sz="1200"/>
              <a:pPr/>
              <a:t>6</a:t>
            </a:fld>
            <a:endParaRPr kumimoji="0" lang="en-US" altLang="zh-CN" sz="1200"/>
          </a:p>
        </p:txBody>
      </p:sp>
      <p:sp>
        <p:nvSpPr>
          <p:cNvPr id="45058" name="Rectangle 2">
            <a:extLst>
              <a:ext uri="{FF2B5EF4-FFF2-40B4-BE49-F238E27FC236}">
                <a16:creationId xmlns:a16="http://schemas.microsoft.com/office/drawing/2014/main" id="{402B6AEB-FB9A-344D-9869-FEE4FBDA10D6}"/>
              </a:ext>
            </a:extLst>
          </p:cNvPr>
          <p:cNvSpPr>
            <a:spLocks noGrp="1" noChangeArrowheads="1"/>
          </p:cNvSpPr>
          <p:nvPr>
            <p:ph type="title"/>
          </p:nvPr>
        </p:nvSpPr>
        <p:spPr>
          <a:xfrm>
            <a:off x="76200" y="381000"/>
            <a:ext cx="7772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§4.1.1  图的基本概念</a:t>
            </a:r>
          </a:p>
        </p:txBody>
      </p:sp>
      <p:sp>
        <p:nvSpPr>
          <p:cNvPr id="22531" name="Rectangle 3">
            <a:extLst>
              <a:ext uri="{FF2B5EF4-FFF2-40B4-BE49-F238E27FC236}">
                <a16:creationId xmlns:a16="http://schemas.microsoft.com/office/drawing/2014/main" id="{ADD3A255-A215-2340-B853-BF6F38C56472}"/>
              </a:ext>
            </a:extLst>
          </p:cNvPr>
          <p:cNvSpPr>
            <a:spLocks noGrp="1" noChangeArrowheads="1"/>
          </p:cNvSpPr>
          <p:nvPr>
            <p:ph sz="quarter" idx="13"/>
          </p:nvPr>
        </p:nvSpPr>
        <p:spPr>
          <a:xfrm>
            <a:off x="76200" y="1371600"/>
            <a:ext cx="8763000" cy="1828800"/>
          </a:xfrm>
        </p:spPr>
        <p:txBody>
          <a:bodyPr/>
          <a:lstStyle/>
          <a:p>
            <a:r>
              <a:rPr kumimoji="0" lang="zh-CN" altLang="en-US" sz="3200">
                <a:latin typeface="Times New Roman" panose="02020603050405020304" pitchFamily="18" charset="0"/>
                <a:ea typeface="楷体_GB2312" pitchFamily="49" charset="-122"/>
              </a:rPr>
              <a:t>没有任何边(</a:t>
            </a:r>
            <a:r>
              <a:rPr kumimoji="0" lang="en-US" altLang="zh-CN" sz="3200">
                <a:latin typeface="Times New Roman" panose="02020603050405020304" pitchFamily="18" charset="0"/>
                <a:ea typeface="楷体_GB2312" pitchFamily="49" charset="-122"/>
              </a:rPr>
              <a:t>L(G)=</a:t>
            </a:r>
            <a:r>
              <a:rPr kumimoji="0" lang="en-US" altLang="zh-CN" sz="3200">
                <a:latin typeface="Times New Roman" panose="02020603050405020304" pitchFamily="18" charset="0"/>
                <a:ea typeface="楷体_GB2312" pitchFamily="49" charset="-122"/>
                <a:sym typeface="Symbol" pitchFamily="2" charset="2"/>
              </a:rPr>
              <a:t>)</a:t>
            </a:r>
            <a:r>
              <a:rPr kumimoji="0" lang="zh-CN" altLang="en-US" sz="3200">
                <a:latin typeface="Times New Roman" panose="02020603050405020304" pitchFamily="18" charset="0"/>
                <a:ea typeface="楷体_GB2312" pitchFamily="49" charset="-122"/>
              </a:rPr>
              <a:t>的图称为</a:t>
            </a:r>
            <a:r>
              <a:rPr kumimoji="0" lang="zh-CN" altLang="en-US" sz="3200">
                <a:solidFill>
                  <a:srgbClr val="4E67C8"/>
                </a:solidFill>
                <a:latin typeface="Times New Roman" panose="02020603050405020304" pitchFamily="18" charset="0"/>
                <a:ea typeface="楷体_GB2312" pitchFamily="49" charset="-122"/>
              </a:rPr>
              <a:t>零图</a:t>
            </a:r>
            <a:r>
              <a:rPr kumimoji="0" lang="zh-CN" altLang="en-US" sz="3200">
                <a:latin typeface="Times New Roman" panose="02020603050405020304" pitchFamily="18" charset="0"/>
                <a:ea typeface="楷体_GB2312" pitchFamily="49" charset="-122"/>
              </a:rPr>
              <a:t>；</a:t>
            </a:r>
          </a:p>
          <a:p>
            <a:r>
              <a:rPr kumimoji="0" lang="zh-CN" altLang="en-US" sz="3200">
                <a:latin typeface="Times New Roman" panose="02020603050405020304" pitchFamily="18" charset="0"/>
                <a:ea typeface="楷体_GB2312" pitchFamily="49" charset="-122"/>
              </a:rPr>
              <a:t>只有一个点的图称为</a:t>
            </a:r>
            <a:r>
              <a:rPr kumimoji="0" lang="zh-CN" altLang="en-US" sz="3200">
                <a:solidFill>
                  <a:srgbClr val="4E67C8"/>
                </a:solidFill>
                <a:latin typeface="Times New Roman" panose="02020603050405020304" pitchFamily="18" charset="0"/>
                <a:ea typeface="楷体_GB2312" pitchFamily="49" charset="-122"/>
              </a:rPr>
              <a:t>平凡图</a:t>
            </a:r>
            <a:r>
              <a:rPr kumimoji="0" lang="zh-CN" altLang="en-US" sz="3200">
                <a:latin typeface="Times New Roman" panose="02020603050405020304" pitchFamily="18" charset="0"/>
                <a:ea typeface="楷体_GB2312" pitchFamily="49" charset="-122"/>
              </a:rPr>
              <a:t>；</a:t>
            </a:r>
          </a:p>
          <a:p>
            <a:r>
              <a:rPr kumimoji="0" lang="zh-CN" altLang="en-US" sz="3200">
                <a:latin typeface="Times New Roman" panose="02020603050405020304" pitchFamily="18" charset="0"/>
                <a:ea typeface="楷体_GB2312" pitchFamily="49" charset="-122"/>
              </a:rPr>
              <a:t>任意两点之间都有边的图称为</a:t>
            </a:r>
            <a:r>
              <a:rPr kumimoji="0" lang="zh-CN" altLang="en-US" sz="3200">
                <a:solidFill>
                  <a:srgbClr val="4E67C8"/>
                </a:solidFill>
                <a:latin typeface="Times New Roman" panose="02020603050405020304" pitchFamily="18" charset="0"/>
                <a:ea typeface="楷体_GB2312" pitchFamily="49" charset="-122"/>
              </a:rPr>
              <a:t>完全图</a:t>
            </a:r>
            <a:r>
              <a:rPr kumimoji="0" lang="zh-CN" altLang="en-US" sz="3200">
                <a:latin typeface="Times New Roman" panose="02020603050405020304" pitchFamily="18" charset="0"/>
                <a:ea typeface="楷体_GB2312" pitchFamily="49" charset="-122"/>
              </a:rPr>
              <a:t>。 </a:t>
            </a:r>
          </a:p>
        </p:txBody>
      </p:sp>
      <p:grpSp>
        <p:nvGrpSpPr>
          <p:cNvPr id="45102" name="Group 46">
            <a:extLst>
              <a:ext uri="{FF2B5EF4-FFF2-40B4-BE49-F238E27FC236}">
                <a16:creationId xmlns:a16="http://schemas.microsoft.com/office/drawing/2014/main" id="{1E1068C1-F1C3-304B-9673-5EDCF1B90A53}"/>
              </a:ext>
            </a:extLst>
          </p:cNvPr>
          <p:cNvGrpSpPr>
            <a:grpSpLocks/>
          </p:cNvGrpSpPr>
          <p:nvPr/>
        </p:nvGrpSpPr>
        <p:grpSpPr bwMode="auto">
          <a:xfrm>
            <a:off x="533400" y="3733800"/>
            <a:ext cx="1571625" cy="2503488"/>
            <a:chOff x="336" y="2352"/>
            <a:chExt cx="990" cy="1577"/>
          </a:xfrm>
        </p:grpSpPr>
        <p:sp>
          <p:nvSpPr>
            <p:cNvPr id="8216" name="Line 14">
              <a:extLst>
                <a:ext uri="{FF2B5EF4-FFF2-40B4-BE49-F238E27FC236}">
                  <a16:creationId xmlns:a16="http://schemas.microsoft.com/office/drawing/2014/main" id="{FCC517A0-9503-5E42-981C-BA1DF03C58E3}"/>
                </a:ext>
              </a:extLst>
            </p:cNvPr>
            <p:cNvSpPr>
              <a:spLocks noChangeShapeType="1"/>
            </p:cNvSpPr>
            <p:nvPr/>
          </p:nvSpPr>
          <p:spPr bwMode="auto">
            <a:xfrm>
              <a:off x="384" y="2448"/>
              <a:ext cx="0" cy="86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8217" name="Oval 15">
              <a:extLst>
                <a:ext uri="{FF2B5EF4-FFF2-40B4-BE49-F238E27FC236}">
                  <a16:creationId xmlns:a16="http://schemas.microsoft.com/office/drawing/2014/main" id="{0ACF9B81-5E59-754B-B6DA-19FD65153A67}"/>
                </a:ext>
              </a:extLst>
            </p:cNvPr>
            <p:cNvSpPr>
              <a:spLocks noChangeArrowheads="1"/>
            </p:cNvSpPr>
            <p:nvPr/>
          </p:nvSpPr>
          <p:spPr bwMode="auto">
            <a:xfrm>
              <a:off x="336" y="2352"/>
              <a:ext cx="96" cy="96"/>
            </a:xfrm>
            <a:prstGeom prst="ellipse">
              <a:avLst/>
            </a:prstGeom>
            <a:solidFill>
              <a:schemeClr val="accent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8218" name="Oval 16">
              <a:extLst>
                <a:ext uri="{FF2B5EF4-FFF2-40B4-BE49-F238E27FC236}">
                  <a16:creationId xmlns:a16="http://schemas.microsoft.com/office/drawing/2014/main" id="{E4CC9BF3-44D5-5E49-A570-03453D86E256}"/>
                </a:ext>
              </a:extLst>
            </p:cNvPr>
            <p:cNvSpPr>
              <a:spLocks noChangeArrowheads="1"/>
            </p:cNvSpPr>
            <p:nvPr/>
          </p:nvSpPr>
          <p:spPr bwMode="auto">
            <a:xfrm>
              <a:off x="336" y="3312"/>
              <a:ext cx="96" cy="96"/>
            </a:xfrm>
            <a:prstGeom prst="ellipse">
              <a:avLst/>
            </a:prstGeom>
            <a:solidFill>
              <a:schemeClr val="accent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8219" name="Oval 17">
              <a:extLst>
                <a:ext uri="{FF2B5EF4-FFF2-40B4-BE49-F238E27FC236}">
                  <a16:creationId xmlns:a16="http://schemas.microsoft.com/office/drawing/2014/main" id="{B9B93A00-6D80-B14E-AE36-36C4CE045D17}"/>
                </a:ext>
              </a:extLst>
            </p:cNvPr>
            <p:cNvSpPr>
              <a:spLocks noChangeArrowheads="1"/>
            </p:cNvSpPr>
            <p:nvPr/>
          </p:nvSpPr>
          <p:spPr bwMode="auto">
            <a:xfrm>
              <a:off x="1230" y="2352"/>
              <a:ext cx="96" cy="96"/>
            </a:xfrm>
            <a:prstGeom prst="ellipse">
              <a:avLst/>
            </a:prstGeom>
            <a:solidFill>
              <a:schemeClr val="accent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8220" name="Oval 18">
              <a:extLst>
                <a:ext uri="{FF2B5EF4-FFF2-40B4-BE49-F238E27FC236}">
                  <a16:creationId xmlns:a16="http://schemas.microsoft.com/office/drawing/2014/main" id="{BFE98080-CFA7-EB43-B2C2-C0C5BC1FBC20}"/>
                </a:ext>
              </a:extLst>
            </p:cNvPr>
            <p:cNvSpPr>
              <a:spLocks noChangeArrowheads="1"/>
            </p:cNvSpPr>
            <p:nvPr/>
          </p:nvSpPr>
          <p:spPr bwMode="auto">
            <a:xfrm>
              <a:off x="1224" y="3300"/>
              <a:ext cx="96" cy="96"/>
            </a:xfrm>
            <a:prstGeom prst="ellipse">
              <a:avLst/>
            </a:prstGeom>
            <a:solidFill>
              <a:schemeClr val="accent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8221" name="Line 19">
              <a:extLst>
                <a:ext uri="{FF2B5EF4-FFF2-40B4-BE49-F238E27FC236}">
                  <a16:creationId xmlns:a16="http://schemas.microsoft.com/office/drawing/2014/main" id="{312C7190-CF36-F144-9744-0C1D74EC1605}"/>
                </a:ext>
              </a:extLst>
            </p:cNvPr>
            <p:cNvSpPr>
              <a:spLocks noChangeShapeType="1"/>
            </p:cNvSpPr>
            <p:nvPr/>
          </p:nvSpPr>
          <p:spPr bwMode="auto">
            <a:xfrm>
              <a:off x="1278" y="2448"/>
              <a:ext cx="0" cy="86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8222" name="Line 20">
              <a:extLst>
                <a:ext uri="{FF2B5EF4-FFF2-40B4-BE49-F238E27FC236}">
                  <a16:creationId xmlns:a16="http://schemas.microsoft.com/office/drawing/2014/main" id="{FE79D374-15E6-9149-984A-383E054C73E9}"/>
                </a:ext>
              </a:extLst>
            </p:cNvPr>
            <p:cNvSpPr>
              <a:spLocks noChangeShapeType="1"/>
            </p:cNvSpPr>
            <p:nvPr/>
          </p:nvSpPr>
          <p:spPr bwMode="auto">
            <a:xfrm>
              <a:off x="444" y="2418"/>
              <a:ext cx="786" cy="933"/>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8223" name="Line 21">
              <a:extLst>
                <a:ext uri="{FF2B5EF4-FFF2-40B4-BE49-F238E27FC236}">
                  <a16:creationId xmlns:a16="http://schemas.microsoft.com/office/drawing/2014/main" id="{F65A5F5E-9CFF-E649-9104-1A9334069548}"/>
                </a:ext>
              </a:extLst>
            </p:cNvPr>
            <p:cNvSpPr>
              <a:spLocks noChangeShapeType="1"/>
            </p:cNvSpPr>
            <p:nvPr/>
          </p:nvSpPr>
          <p:spPr bwMode="auto">
            <a:xfrm flipH="1">
              <a:off x="444" y="2439"/>
              <a:ext cx="786" cy="91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8224" name="Text Box 37">
              <a:extLst>
                <a:ext uri="{FF2B5EF4-FFF2-40B4-BE49-F238E27FC236}">
                  <a16:creationId xmlns:a16="http://schemas.microsoft.com/office/drawing/2014/main" id="{501244F6-62CB-F04A-AFBF-6D38B1EA0E42}"/>
                </a:ext>
              </a:extLst>
            </p:cNvPr>
            <p:cNvSpPr txBox="1">
              <a:spLocks noChangeArrowheads="1"/>
            </p:cNvSpPr>
            <p:nvPr/>
          </p:nvSpPr>
          <p:spPr bwMode="auto">
            <a:xfrm>
              <a:off x="432" y="3564"/>
              <a:ext cx="735" cy="365"/>
            </a:xfrm>
            <a:prstGeom prst="rect">
              <a:avLst/>
            </a:prstGeom>
            <a:noFill/>
            <a:ln>
              <a:noFill/>
            </a:ln>
            <a:effectLst/>
            <a:extLst>
              <a:ext uri="{909E8E84-426E-40dd-AFC4-6F175D3DCCD1}">
                <a14:hiddenFill xmlns:a14="http://schemas.microsoft.com/office/drawing/2010/main" xmlns="">
                  <a:solidFill>
                    <a:srgbClr val="FFFF00"/>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0"/>
                  <a:cs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defRPr/>
              </a:pPr>
              <a:r>
                <a:rPr kumimoji="1" lang="zh-CN" altLang="en-US" sz="3200" b="1">
                  <a:latin typeface="Times New Roman" charset="0"/>
                  <a:ea typeface="楷体_GB2312" charset="0"/>
                  <a:cs typeface="楷体_GB2312" charset="0"/>
                </a:rPr>
                <a:t>(</a:t>
              </a:r>
              <a:r>
                <a:rPr kumimoji="1" lang="en-US" altLang="zh-CN" sz="3200" b="1">
                  <a:latin typeface="Times New Roman" charset="0"/>
                  <a:ea typeface="楷体_GB2312" charset="0"/>
                  <a:cs typeface="楷体_GB2312" charset="0"/>
                </a:rPr>
                <a:t>a) </a:t>
              </a:r>
              <a:r>
                <a:rPr kumimoji="1" lang="zh-CN" altLang="en-US" sz="3200" b="1">
                  <a:latin typeface="Times New Roman" charset="0"/>
                  <a:ea typeface="楷体_GB2312" charset="0"/>
                  <a:cs typeface="楷体_GB2312" charset="0"/>
                </a:rPr>
                <a:t>图</a:t>
              </a:r>
            </a:p>
          </p:txBody>
        </p:sp>
      </p:grpSp>
      <p:grpSp>
        <p:nvGrpSpPr>
          <p:cNvPr id="45100" name="Group 44">
            <a:extLst>
              <a:ext uri="{FF2B5EF4-FFF2-40B4-BE49-F238E27FC236}">
                <a16:creationId xmlns:a16="http://schemas.microsoft.com/office/drawing/2014/main" id="{F32C0ECA-7AFC-EE48-A5C7-1DB3A3302FFD}"/>
              </a:ext>
            </a:extLst>
          </p:cNvPr>
          <p:cNvGrpSpPr>
            <a:grpSpLocks/>
          </p:cNvGrpSpPr>
          <p:nvPr/>
        </p:nvGrpSpPr>
        <p:grpSpPr bwMode="auto">
          <a:xfrm>
            <a:off x="3200400" y="3687763"/>
            <a:ext cx="1600200" cy="2560637"/>
            <a:chOff x="2304" y="2208"/>
            <a:chExt cx="1008" cy="1613"/>
          </a:xfrm>
        </p:grpSpPr>
        <p:sp>
          <p:nvSpPr>
            <p:cNvPr id="8211" name="Oval 33">
              <a:extLst>
                <a:ext uri="{FF2B5EF4-FFF2-40B4-BE49-F238E27FC236}">
                  <a16:creationId xmlns:a16="http://schemas.microsoft.com/office/drawing/2014/main" id="{832E01FF-8D4B-E643-974D-6457C97C5A97}"/>
                </a:ext>
              </a:extLst>
            </p:cNvPr>
            <p:cNvSpPr>
              <a:spLocks noChangeArrowheads="1"/>
            </p:cNvSpPr>
            <p:nvPr/>
          </p:nvSpPr>
          <p:spPr bwMode="auto">
            <a:xfrm>
              <a:off x="2322" y="2208"/>
              <a:ext cx="96" cy="96"/>
            </a:xfrm>
            <a:prstGeom prst="ellipse">
              <a:avLst/>
            </a:prstGeom>
            <a:solidFill>
              <a:schemeClr val="accent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8212" name="Oval 34">
              <a:extLst>
                <a:ext uri="{FF2B5EF4-FFF2-40B4-BE49-F238E27FC236}">
                  <a16:creationId xmlns:a16="http://schemas.microsoft.com/office/drawing/2014/main" id="{1B206CB0-9375-F740-ADBC-44912064EECB}"/>
                </a:ext>
              </a:extLst>
            </p:cNvPr>
            <p:cNvSpPr>
              <a:spLocks noChangeArrowheads="1"/>
            </p:cNvSpPr>
            <p:nvPr/>
          </p:nvSpPr>
          <p:spPr bwMode="auto">
            <a:xfrm>
              <a:off x="2322" y="3168"/>
              <a:ext cx="96" cy="96"/>
            </a:xfrm>
            <a:prstGeom prst="ellipse">
              <a:avLst/>
            </a:prstGeom>
            <a:solidFill>
              <a:schemeClr val="accent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8213" name="Oval 35">
              <a:extLst>
                <a:ext uri="{FF2B5EF4-FFF2-40B4-BE49-F238E27FC236}">
                  <a16:creationId xmlns:a16="http://schemas.microsoft.com/office/drawing/2014/main" id="{A6C169BC-39BF-4840-8FCA-7DC107705BA7}"/>
                </a:ext>
              </a:extLst>
            </p:cNvPr>
            <p:cNvSpPr>
              <a:spLocks noChangeArrowheads="1"/>
            </p:cNvSpPr>
            <p:nvPr/>
          </p:nvSpPr>
          <p:spPr bwMode="auto">
            <a:xfrm>
              <a:off x="3216" y="2208"/>
              <a:ext cx="96" cy="96"/>
            </a:xfrm>
            <a:prstGeom prst="ellipse">
              <a:avLst/>
            </a:prstGeom>
            <a:solidFill>
              <a:schemeClr val="accent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8214" name="Oval 36">
              <a:extLst>
                <a:ext uri="{FF2B5EF4-FFF2-40B4-BE49-F238E27FC236}">
                  <a16:creationId xmlns:a16="http://schemas.microsoft.com/office/drawing/2014/main" id="{B9E4965A-E4B7-B143-BC8D-033D4170F63D}"/>
                </a:ext>
              </a:extLst>
            </p:cNvPr>
            <p:cNvSpPr>
              <a:spLocks noChangeArrowheads="1"/>
            </p:cNvSpPr>
            <p:nvPr/>
          </p:nvSpPr>
          <p:spPr bwMode="auto">
            <a:xfrm>
              <a:off x="3210" y="3156"/>
              <a:ext cx="96" cy="96"/>
            </a:xfrm>
            <a:prstGeom prst="ellipse">
              <a:avLst/>
            </a:prstGeom>
            <a:solidFill>
              <a:schemeClr val="accent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8215" name="Text Box 38">
              <a:extLst>
                <a:ext uri="{FF2B5EF4-FFF2-40B4-BE49-F238E27FC236}">
                  <a16:creationId xmlns:a16="http://schemas.microsoft.com/office/drawing/2014/main" id="{70EF6557-524B-DB4D-A602-4B6198AD1E50}"/>
                </a:ext>
              </a:extLst>
            </p:cNvPr>
            <p:cNvSpPr txBox="1">
              <a:spLocks noChangeArrowheads="1"/>
            </p:cNvSpPr>
            <p:nvPr/>
          </p:nvSpPr>
          <p:spPr bwMode="auto">
            <a:xfrm>
              <a:off x="2304" y="3456"/>
              <a:ext cx="1006" cy="3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0"/>
                  <a:cs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defRPr/>
              </a:pPr>
              <a:r>
                <a:rPr kumimoji="1" lang="zh-CN" altLang="en-US" sz="3200" b="1">
                  <a:latin typeface="Times New Roman" charset="0"/>
                  <a:ea typeface="楷体_GB2312" charset="0"/>
                  <a:cs typeface="楷体_GB2312" charset="0"/>
                </a:rPr>
                <a:t>(</a:t>
              </a:r>
              <a:r>
                <a:rPr kumimoji="1" lang="en-US" altLang="zh-CN" sz="3200" b="1">
                  <a:latin typeface="Times New Roman" charset="0"/>
                  <a:ea typeface="楷体_GB2312" charset="0"/>
                  <a:cs typeface="楷体_GB2312" charset="0"/>
                </a:rPr>
                <a:t>b) </a:t>
              </a:r>
              <a:r>
                <a:rPr kumimoji="1" lang="zh-CN" altLang="en-US" sz="3200" b="1">
                  <a:latin typeface="Times New Roman" charset="0"/>
                  <a:ea typeface="楷体_GB2312" charset="0"/>
                  <a:cs typeface="楷体_GB2312" charset="0"/>
                </a:rPr>
                <a:t>零图</a:t>
              </a:r>
            </a:p>
          </p:txBody>
        </p:sp>
      </p:grpSp>
      <p:grpSp>
        <p:nvGrpSpPr>
          <p:cNvPr id="45101" name="Group 45">
            <a:extLst>
              <a:ext uri="{FF2B5EF4-FFF2-40B4-BE49-F238E27FC236}">
                <a16:creationId xmlns:a16="http://schemas.microsoft.com/office/drawing/2014/main" id="{E42A4AB7-150C-244D-A3FD-06445A12B3A6}"/>
              </a:ext>
            </a:extLst>
          </p:cNvPr>
          <p:cNvGrpSpPr>
            <a:grpSpLocks/>
          </p:cNvGrpSpPr>
          <p:nvPr/>
        </p:nvGrpSpPr>
        <p:grpSpPr bwMode="auto">
          <a:xfrm>
            <a:off x="6019800" y="3657600"/>
            <a:ext cx="1960563" cy="2560638"/>
            <a:chOff x="4176" y="2208"/>
            <a:chExt cx="1235" cy="1613"/>
          </a:xfrm>
        </p:grpSpPr>
        <p:sp>
          <p:nvSpPr>
            <p:cNvPr id="8200" name="Line 23">
              <a:extLst>
                <a:ext uri="{FF2B5EF4-FFF2-40B4-BE49-F238E27FC236}">
                  <a16:creationId xmlns:a16="http://schemas.microsoft.com/office/drawing/2014/main" id="{9D9C1BDC-C737-6349-90A6-4F48C9EB36D7}"/>
                </a:ext>
              </a:extLst>
            </p:cNvPr>
            <p:cNvSpPr>
              <a:spLocks noChangeShapeType="1"/>
            </p:cNvSpPr>
            <p:nvPr/>
          </p:nvSpPr>
          <p:spPr bwMode="auto">
            <a:xfrm>
              <a:off x="4290" y="2304"/>
              <a:ext cx="0" cy="86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8201" name="Oval 24">
              <a:extLst>
                <a:ext uri="{FF2B5EF4-FFF2-40B4-BE49-F238E27FC236}">
                  <a16:creationId xmlns:a16="http://schemas.microsoft.com/office/drawing/2014/main" id="{2313A0C3-D961-B14B-93BA-F86BBE676442}"/>
                </a:ext>
              </a:extLst>
            </p:cNvPr>
            <p:cNvSpPr>
              <a:spLocks noChangeArrowheads="1"/>
            </p:cNvSpPr>
            <p:nvPr/>
          </p:nvSpPr>
          <p:spPr bwMode="auto">
            <a:xfrm>
              <a:off x="4242" y="2208"/>
              <a:ext cx="96" cy="96"/>
            </a:xfrm>
            <a:prstGeom prst="ellipse">
              <a:avLst/>
            </a:prstGeom>
            <a:solidFill>
              <a:schemeClr val="accent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8202" name="Oval 25">
              <a:extLst>
                <a:ext uri="{FF2B5EF4-FFF2-40B4-BE49-F238E27FC236}">
                  <a16:creationId xmlns:a16="http://schemas.microsoft.com/office/drawing/2014/main" id="{02EE7A7A-ABE0-6148-AFE5-6A03EFF7E889}"/>
                </a:ext>
              </a:extLst>
            </p:cNvPr>
            <p:cNvSpPr>
              <a:spLocks noChangeArrowheads="1"/>
            </p:cNvSpPr>
            <p:nvPr/>
          </p:nvSpPr>
          <p:spPr bwMode="auto">
            <a:xfrm>
              <a:off x="4242" y="3168"/>
              <a:ext cx="96" cy="96"/>
            </a:xfrm>
            <a:prstGeom prst="ellipse">
              <a:avLst/>
            </a:prstGeom>
            <a:solidFill>
              <a:schemeClr val="accent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8203" name="Oval 26">
              <a:extLst>
                <a:ext uri="{FF2B5EF4-FFF2-40B4-BE49-F238E27FC236}">
                  <a16:creationId xmlns:a16="http://schemas.microsoft.com/office/drawing/2014/main" id="{2C693554-0D80-2640-B288-A03D2BB59494}"/>
                </a:ext>
              </a:extLst>
            </p:cNvPr>
            <p:cNvSpPr>
              <a:spLocks noChangeArrowheads="1"/>
            </p:cNvSpPr>
            <p:nvPr/>
          </p:nvSpPr>
          <p:spPr bwMode="auto">
            <a:xfrm>
              <a:off x="5136" y="2208"/>
              <a:ext cx="96" cy="96"/>
            </a:xfrm>
            <a:prstGeom prst="ellipse">
              <a:avLst/>
            </a:prstGeom>
            <a:solidFill>
              <a:schemeClr val="accent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zh-CN" altLang="en-US" b="1">
                <a:latin typeface="Times New Roman" charset="0"/>
                <a:ea typeface="楷体_GB2312" charset="0"/>
                <a:cs typeface="楷体_GB2312" charset="0"/>
              </a:endParaRPr>
            </a:p>
          </p:txBody>
        </p:sp>
        <p:sp>
          <p:nvSpPr>
            <p:cNvPr id="8204" name="Oval 27">
              <a:extLst>
                <a:ext uri="{FF2B5EF4-FFF2-40B4-BE49-F238E27FC236}">
                  <a16:creationId xmlns:a16="http://schemas.microsoft.com/office/drawing/2014/main" id="{B1FD31B9-6C6A-C04C-8825-A09E65023CD1}"/>
                </a:ext>
              </a:extLst>
            </p:cNvPr>
            <p:cNvSpPr>
              <a:spLocks noChangeArrowheads="1"/>
            </p:cNvSpPr>
            <p:nvPr/>
          </p:nvSpPr>
          <p:spPr bwMode="auto">
            <a:xfrm>
              <a:off x="5130" y="3156"/>
              <a:ext cx="96" cy="96"/>
            </a:xfrm>
            <a:prstGeom prst="ellipse">
              <a:avLst/>
            </a:prstGeom>
            <a:solidFill>
              <a:schemeClr val="accent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8205" name="Line 28">
              <a:extLst>
                <a:ext uri="{FF2B5EF4-FFF2-40B4-BE49-F238E27FC236}">
                  <a16:creationId xmlns:a16="http://schemas.microsoft.com/office/drawing/2014/main" id="{9527E3AD-F8AE-514E-ACDE-9D903BB564BF}"/>
                </a:ext>
              </a:extLst>
            </p:cNvPr>
            <p:cNvSpPr>
              <a:spLocks noChangeShapeType="1"/>
            </p:cNvSpPr>
            <p:nvPr/>
          </p:nvSpPr>
          <p:spPr bwMode="auto">
            <a:xfrm>
              <a:off x="5184" y="2304"/>
              <a:ext cx="0" cy="86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8206" name="Line 29">
              <a:extLst>
                <a:ext uri="{FF2B5EF4-FFF2-40B4-BE49-F238E27FC236}">
                  <a16:creationId xmlns:a16="http://schemas.microsoft.com/office/drawing/2014/main" id="{A670B92E-BDBF-8947-9D2B-2D030A1CE8F1}"/>
                </a:ext>
              </a:extLst>
            </p:cNvPr>
            <p:cNvSpPr>
              <a:spLocks noChangeShapeType="1"/>
            </p:cNvSpPr>
            <p:nvPr/>
          </p:nvSpPr>
          <p:spPr bwMode="auto">
            <a:xfrm>
              <a:off x="4350" y="2274"/>
              <a:ext cx="786" cy="933"/>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8207" name="Line 30">
              <a:extLst>
                <a:ext uri="{FF2B5EF4-FFF2-40B4-BE49-F238E27FC236}">
                  <a16:creationId xmlns:a16="http://schemas.microsoft.com/office/drawing/2014/main" id="{25E38DFA-AEB4-EA40-B013-86DD066CF195}"/>
                </a:ext>
              </a:extLst>
            </p:cNvPr>
            <p:cNvSpPr>
              <a:spLocks noChangeShapeType="1"/>
            </p:cNvSpPr>
            <p:nvPr/>
          </p:nvSpPr>
          <p:spPr bwMode="auto">
            <a:xfrm flipH="1">
              <a:off x="4350" y="2295"/>
              <a:ext cx="786" cy="91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8208" name="Line 31">
              <a:extLst>
                <a:ext uri="{FF2B5EF4-FFF2-40B4-BE49-F238E27FC236}">
                  <a16:creationId xmlns:a16="http://schemas.microsoft.com/office/drawing/2014/main" id="{3EABE4F7-A524-2F45-9F8F-1E8C9095BBCB}"/>
                </a:ext>
              </a:extLst>
            </p:cNvPr>
            <p:cNvSpPr>
              <a:spLocks noChangeShapeType="1"/>
            </p:cNvSpPr>
            <p:nvPr/>
          </p:nvSpPr>
          <p:spPr bwMode="auto">
            <a:xfrm>
              <a:off x="4341" y="2256"/>
              <a:ext cx="795"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8209" name="Line 32">
              <a:extLst>
                <a:ext uri="{FF2B5EF4-FFF2-40B4-BE49-F238E27FC236}">
                  <a16:creationId xmlns:a16="http://schemas.microsoft.com/office/drawing/2014/main" id="{AB2D6267-20A1-0147-9A02-251FB47EAA53}"/>
                </a:ext>
              </a:extLst>
            </p:cNvPr>
            <p:cNvSpPr>
              <a:spLocks noChangeShapeType="1"/>
            </p:cNvSpPr>
            <p:nvPr/>
          </p:nvSpPr>
          <p:spPr bwMode="auto">
            <a:xfrm>
              <a:off x="4338" y="3216"/>
              <a:ext cx="795"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8210" name="Text Box 39">
              <a:extLst>
                <a:ext uri="{FF2B5EF4-FFF2-40B4-BE49-F238E27FC236}">
                  <a16:creationId xmlns:a16="http://schemas.microsoft.com/office/drawing/2014/main" id="{5B8F68FB-5F11-5D46-B6A7-01FC67314852}"/>
                </a:ext>
              </a:extLst>
            </p:cNvPr>
            <p:cNvSpPr txBox="1">
              <a:spLocks noChangeArrowheads="1"/>
            </p:cNvSpPr>
            <p:nvPr/>
          </p:nvSpPr>
          <p:spPr bwMode="auto">
            <a:xfrm>
              <a:off x="4176" y="3456"/>
              <a:ext cx="1235" cy="3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a:solidFill>
                    <a:schemeClr val="tx1"/>
                  </a:solidFill>
                  <a:latin typeface="Arial" charset="0"/>
                  <a:ea typeface="宋体" charset="0"/>
                  <a:cs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defRPr/>
              </a:pPr>
              <a:r>
                <a:rPr kumimoji="1" lang="zh-CN" altLang="en-US" sz="3200" b="1">
                  <a:latin typeface="Times New Roman" charset="0"/>
                  <a:ea typeface="楷体_GB2312" charset="0"/>
                  <a:cs typeface="楷体_GB2312" charset="0"/>
                </a:rPr>
                <a:t>(</a:t>
              </a:r>
              <a:r>
                <a:rPr kumimoji="1" lang="en-US" altLang="zh-CN" sz="3200" b="1">
                  <a:latin typeface="Times New Roman" charset="0"/>
                  <a:ea typeface="楷体_GB2312" charset="0"/>
                  <a:cs typeface="楷体_GB2312" charset="0"/>
                </a:rPr>
                <a:t>c) </a:t>
              </a:r>
              <a:r>
                <a:rPr kumimoji="1" lang="zh-CN" altLang="en-US" sz="3200" b="1">
                  <a:latin typeface="Times New Roman" charset="0"/>
                  <a:ea typeface="楷体_GB2312" charset="0"/>
                  <a:cs typeface="楷体_GB2312" charset="0"/>
                </a:rPr>
                <a:t>完全图</a:t>
              </a:r>
              <a:endParaRPr kumimoji="1" lang="en-US" altLang="zh-CN" sz="3200" b="1">
                <a:latin typeface="Times New Roman" charset="0"/>
                <a:ea typeface="楷体_GB2312" charset="0"/>
                <a:cs typeface="楷体_GB2312" charset="0"/>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45102"/>
                                        </p:tgtEl>
                                        <p:attrNameLst>
                                          <p:attrName>style.visibility</p:attrName>
                                        </p:attrNameLst>
                                      </p:cBhvr>
                                      <p:to>
                                        <p:strVal val="visible"/>
                                      </p:to>
                                    </p:set>
                                    <p:anim calcmode="lin" valueType="num">
                                      <p:cBhvr>
                                        <p:cTn id="7" dur="1000" fill="hold"/>
                                        <p:tgtEl>
                                          <p:spTgt spid="45102"/>
                                        </p:tgtEl>
                                        <p:attrNameLst>
                                          <p:attrName>ppt_w</p:attrName>
                                        </p:attrNameLst>
                                      </p:cBhvr>
                                      <p:tavLst>
                                        <p:tav tm="0">
                                          <p:val>
                                            <p:fltVal val="0"/>
                                          </p:val>
                                        </p:tav>
                                        <p:tav tm="100000">
                                          <p:val>
                                            <p:strVal val="#ppt_w"/>
                                          </p:val>
                                        </p:tav>
                                      </p:tavLst>
                                    </p:anim>
                                    <p:anim calcmode="lin" valueType="num">
                                      <p:cBhvr>
                                        <p:cTn id="8" dur="1000" fill="hold"/>
                                        <p:tgtEl>
                                          <p:spTgt spid="45102"/>
                                        </p:tgtEl>
                                        <p:attrNameLst>
                                          <p:attrName>ppt_h</p:attrName>
                                        </p:attrNameLst>
                                      </p:cBhvr>
                                      <p:tavLst>
                                        <p:tav tm="0">
                                          <p:val>
                                            <p:fltVal val="0"/>
                                          </p:val>
                                        </p:tav>
                                        <p:tav tm="100000">
                                          <p:val>
                                            <p:strVal val="#ppt_h"/>
                                          </p:val>
                                        </p:tav>
                                      </p:tavLst>
                                    </p:anim>
                                    <p:anim calcmode="lin" valueType="num">
                                      <p:cBhvr>
                                        <p:cTn id="9" dur="1000" fill="hold"/>
                                        <p:tgtEl>
                                          <p:spTgt spid="45102"/>
                                        </p:tgtEl>
                                        <p:attrNameLst>
                                          <p:attrName>style.rotation</p:attrName>
                                        </p:attrNameLst>
                                      </p:cBhvr>
                                      <p:tavLst>
                                        <p:tav tm="0">
                                          <p:val>
                                            <p:fltVal val="90"/>
                                          </p:val>
                                        </p:tav>
                                        <p:tav tm="100000">
                                          <p:val>
                                            <p:fltVal val="0"/>
                                          </p:val>
                                        </p:tav>
                                      </p:tavLst>
                                    </p:anim>
                                    <p:animEffect transition="in" filter="fade">
                                      <p:cBhvr>
                                        <p:cTn id="10" dur="1000"/>
                                        <p:tgtEl>
                                          <p:spTgt spid="4510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1" presetClass="entr" presetSubtype="0" fill="hold" nodeType="clickEffect">
                                  <p:stCondLst>
                                    <p:cond delay="0"/>
                                  </p:stCondLst>
                                  <p:iterate type="lt">
                                    <p:tmPct val="5000"/>
                                  </p:iterate>
                                  <p:childTnLst>
                                    <p:set>
                                      <p:cBhvr>
                                        <p:cTn id="14" dur="1" fill="hold">
                                          <p:stCondLst>
                                            <p:cond delay="0"/>
                                          </p:stCondLst>
                                        </p:cTn>
                                        <p:tgtEl>
                                          <p:spTgt spid="45100"/>
                                        </p:tgtEl>
                                        <p:attrNameLst>
                                          <p:attrName>style.visibility</p:attrName>
                                        </p:attrNameLst>
                                      </p:cBhvr>
                                      <p:to>
                                        <p:strVal val="visible"/>
                                      </p:to>
                                    </p:set>
                                    <p:anim calcmode="lin" valueType="num">
                                      <p:cBhvr>
                                        <p:cTn id="15" dur="1000" fill="hold"/>
                                        <p:tgtEl>
                                          <p:spTgt spid="45100"/>
                                        </p:tgtEl>
                                        <p:attrNameLst>
                                          <p:attrName>ppt_w</p:attrName>
                                        </p:attrNameLst>
                                      </p:cBhvr>
                                      <p:tavLst>
                                        <p:tav tm="0">
                                          <p:val>
                                            <p:fltVal val="0"/>
                                          </p:val>
                                        </p:tav>
                                        <p:tav tm="100000">
                                          <p:val>
                                            <p:strVal val="#ppt_w"/>
                                          </p:val>
                                        </p:tav>
                                      </p:tavLst>
                                    </p:anim>
                                    <p:anim calcmode="lin" valueType="num">
                                      <p:cBhvr>
                                        <p:cTn id="16" dur="1000" fill="hold"/>
                                        <p:tgtEl>
                                          <p:spTgt spid="45100"/>
                                        </p:tgtEl>
                                        <p:attrNameLst>
                                          <p:attrName>ppt_h</p:attrName>
                                        </p:attrNameLst>
                                      </p:cBhvr>
                                      <p:tavLst>
                                        <p:tav tm="0">
                                          <p:val>
                                            <p:fltVal val="0"/>
                                          </p:val>
                                        </p:tav>
                                        <p:tav tm="100000">
                                          <p:val>
                                            <p:strVal val="#ppt_h"/>
                                          </p:val>
                                        </p:tav>
                                      </p:tavLst>
                                    </p:anim>
                                    <p:anim calcmode="lin" valueType="num">
                                      <p:cBhvr>
                                        <p:cTn id="17" dur="1000" fill="hold"/>
                                        <p:tgtEl>
                                          <p:spTgt spid="45100"/>
                                        </p:tgtEl>
                                        <p:attrNameLst>
                                          <p:attrName>style.rotation</p:attrName>
                                        </p:attrNameLst>
                                      </p:cBhvr>
                                      <p:tavLst>
                                        <p:tav tm="0">
                                          <p:val>
                                            <p:fltVal val="90"/>
                                          </p:val>
                                        </p:tav>
                                        <p:tav tm="100000">
                                          <p:val>
                                            <p:fltVal val="0"/>
                                          </p:val>
                                        </p:tav>
                                      </p:tavLst>
                                    </p:anim>
                                    <p:animEffect transition="in" filter="fade">
                                      <p:cBhvr>
                                        <p:cTn id="18" dur="1000"/>
                                        <p:tgtEl>
                                          <p:spTgt spid="4510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1" presetClass="entr" presetSubtype="0" fill="hold" nodeType="clickEffect">
                                  <p:stCondLst>
                                    <p:cond delay="0"/>
                                  </p:stCondLst>
                                  <p:iterate type="lt">
                                    <p:tmPct val="5000"/>
                                  </p:iterate>
                                  <p:childTnLst>
                                    <p:set>
                                      <p:cBhvr>
                                        <p:cTn id="22" dur="1" fill="hold">
                                          <p:stCondLst>
                                            <p:cond delay="0"/>
                                          </p:stCondLst>
                                        </p:cTn>
                                        <p:tgtEl>
                                          <p:spTgt spid="45101"/>
                                        </p:tgtEl>
                                        <p:attrNameLst>
                                          <p:attrName>style.visibility</p:attrName>
                                        </p:attrNameLst>
                                      </p:cBhvr>
                                      <p:to>
                                        <p:strVal val="visible"/>
                                      </p:to>
                                    </p:set>
                                    <p:anim calcmode="lin" valueType="num">
                                      <p:cBhvr>
                                        <p:cTn id="23" dur="1000" fill="hold"/>
                                        <p:tgtEl>
                                          <p:spTgt spid="45101"/>
                                        </p:tgtEl>
                                        <p:attrNameLst>
                                          <p:attrName>ppt_w</p:attrName>
                                        </p:attrNameLst>
                                      </p:cBhvr>
                                      <p:tavLst>
                                        <p:tav tm="0">
                                          <p:val>
                                            <p:fltVal val="0"/>
                                          </p:val>
                                        </p:tav>
                                        <p:tav tm="100000">
                                          <p:val>
                                            <p:strVal val="#ppt_w"/>
                                          </p:val>
                                        </p:tav>
                                      </p:tavLst>
                                    </p:anim>
                                    <p:anim calcmode="lin" valueType="num">
                                      <p:cBhvr>
                                        <p:cTn id="24" dur="1000" fill="hold"/>
                                        <p:tgtEl>
                                          <p:spTgt spid="45101"/>
                                        </p:tgtEl>
                                        <p:attrNameLst>
                                          <p:attrName>ppt_h</p:attrName>
                                        </p:attrNameLst>
                                      </p:cBhvr>
                                      <p:tavLst>
                                        <p:tav tm="0">
                                          <p:val>
                                            <p:fltVal val="0"/>
                                          </p:val>
                                        </p:tav>
                                        <p:tav tm="100000">
                                          <p:val>
                                            <p:strVal val="#ppt_h"/>
                                          </p:val>
                                        </p:tav>
                                      </p:tavLst>
                                    </p:anim>
                                    <p:anim calcmode="lin" valueType="num">
                                      <p:cBhvr>
                                        <p:cTn id="25" dur="1000" fill="hold"/>
                                        <p:tgtEl>
                                          <p:spTgt spid="45101"/>
                                        </p:tgtEl>
                                        <p:attrNameLst>
                                          <p:attrName>style.rotation</p:attrName>
                                        </p:attrNameLst>
                                      </p:cBhvr>
                                      <p:tavLst>
                                        <p:tav tm="0">
                                          <p:val>
                                            <p:fltVal val="90"/>
                                          </p:val>
                                        </p:tav>
                                        <p:tav tm="100000">
                                          <p:val>
                                            <p:fltVal val="0"/>
                                          </p:val>
                                        </p:tav>
                                      </p:tavLst>
                                    </p:anim>
                                    <p:animEffect transition="in" filter="fade">
                                      <p:cBhvr>
                                        <p:cTn id="26" dur="1000"/>
                                        <p:tgtEl>
                                          <p:spTgt spid="45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3" name="Slide Number Placeholder 5">
            <a:extLst>
              <a:ext uri="{FF2B5EF4-FFF2-40B4-BE49-F238E27FC236}">
                <a16:creationId xmlns:a16="http://schemas.microsoft.com/office/drawing/2014/main" id="{295E7900-F8CC-2E45-B27C-C025F1DA86C5}"/>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90A2C391-D77A-8644-8920-CE19D58314E7}" type="slidenum">
              <a:rPr kumimoji="0" lang="zh-CN" altLang="en-US" sz="1200"/>
              <a:pPr/>
              <a:t>7</a:t>
            </a:fld>
            <a:endParaRPr kumimoji="0" lang="en-US" altLang="zh-CN" sz="1200"/>
          </a:p>
        </p:txBody>
      </p:sp>
      <p:sp>
        <p:nvSpPr>
          <p:cNvPr id="46082" name="Rectangle 2">
            <a:extLst>
              <a:ext uri="{FF2B5EF4-FFF2-40B4-BE49-F238E27FC236}">
                <a16:creationId xmlns:a16="http://schemas.microsoft.com/office/drawing/2014/main" id="{07608076-1ECD-EF41-B673-652B66C0ECA9}"/>
              </a:ext>
            </a:extLst>
          </p:cNvPr>
          <p:cNvSpPr>
            <a:spLocks noGrp="1" noChangeArrowheads="1"/>
          </p:cNvSpPr>
          <p:nvPr>
            <p:ph type="title"/>
          </p:nvPr>
        </p:nvSpPr>
        <p:spPr>
          <a:xfrm>
            <a:off x="152400" y="457200"/>
            <a:ext cx="7772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§4.1.1  图的基本概念</a:t>
            </a:r>
          </a:p>
        </p:txBody>
      </p:sp>
      <p:sp>
        <p:nvSpPr>
          <p:cNvPr id="46083" name="Rectangle 3">
            <a:extLst>
              <a:ext uri="{FF2B5EF4-FFF2-40B4-BE49-F238E27FC236}">
                <a16:creationId xmlns:a16="http://schemas.microsoft.com/office/drawing/2014/main" id="{4D9F3A06-9581-1143-92D3-174F4B73F992}"/>
              </a:ext>
            </a:extLst>
          </p:cNvPr>
          <p:cNvSpPr>
            <a:spLocks noGrp="1" noChangeArrowheads="1"/>
          </p:cNvSpPr>
          <p:nvPr>
            <p:ph sz="quarter" idx="13"/>
          </p:nvPr>
        </p:nvSpPr>
        <p:spPr>
          <a:xfrm>
            <a:off x="228600" y="5181600"/>
            <a:ext cx="8763000" cy="1143000"/>
          </a:xfrm>
        </p:spPr>
        <p:txBody>
          <a:bodyPr/>
          <a:lstStyle/>
          <a:p>
            <a:pPr>
              <a:lnSpc>
                <a:spcPct val="90000"/>
              </a:lnSpc>
            </a:pPr>
            <a:r>
              <a:rPr kumimoji="0" lang="zh-CN" altLang="en-US" sz="3200">
                <a:latin typeface="宋体" panose="02010600030101010101" pitchFamily="2" charset="-122"/>
                <a:ea typeface="楷体_GB2312" pitchFamily="49" charset="-122"/>
              </a:rPr>
              <a:t>容许有平行边和反身边的图称为</a:t>
            </a:r>
            <a:r>
              <a:rPr kumimoji="0" lang="zh-CN" altLang="en-US" sz="3200">
                <a:solidFill>
                  <a:srgbClr val="4E67C8"/>
                </a:solidFill>
                <a:latin typeface="宋体" panose="02010600030101010101" pitchFamily="2" charset="-122"/>
                <a:ea typeface="楷体_GB2312" pitchFamily="49" charset="-122"/>
              </a:rPr>
              <a:t>无向图</a:t>
            </a:r>
            <a:r>
              <a:rPr kumimoji="0" lang="zh-CN" altLang="en-US" sz="3200">
                <a:solidFill>
                  <a:schemeClr val="tx2"/>
                </a:solidFill>
                <a:latin typeface="宋体" panose="02010600030101010101" pitchFamily="2" charset="-122"/>
                <a:ea typeface="楷体_GB2312" pitchFamily="49" charset="-122"/>
              </a:rPr>
              <a:t>；</a:t>
            </a:r>
            <a:r>
              <a:rPr kumimoji="0" lang="zh-CN" altLang="en-US" sz="3200">
                <a:latin typeface="宋体" panose="02010600030101010101" pitchFamily="2" charset="-122"/>
                <a:ea typeface="楷体_GB2312" pitchFamily="49" charset="-122"/>
              </a:rPr>
              <a:t> </a:t>
            </a:r>
          </a:p>
          <a:p>
            <a:pPr>
              <a:lnSpc>
                <a:spcPct val="90000"/>
              </a:lnSpc>
            </a:pPr>
            <a:r>
              <a:rPr kumimoji="0" lang="zh-CN" altLang="en-US" sz="3200">
                <a:latin typeface="宋体" panose="02010600030101010101" pitchFamily="2" charset="-122"/>
                <a:ea typeface="楷体_GB2312" pitchFamily="49" charset="-122"/>
              </a:rPr>
              <a:t>不允许有反身边和平行边的图称为</a:t>
            </a:r>
            <a:r>
              <a:rPr kumimoji="0" lang="zh-CN" altLang="en-US" sz="3200">
                <a:solidFill>
                  <a:srgbClr val="4E67C8"/>
                </a:solidFill>
                <a:latin typeface="宋体" panose="02010600030101010101" pitchFamily="2" charset="-122"/>
                <a:ea typeface="楷体_GB2312" pitchFamily="49" charset="-122"/>
              </a:rPr>
              <a:t>简单图</a:t>
            </a:r>
            <a:r>
              <a:rPr kumimoji="0" lang="en-US" altLang="zh-CN" sz="3200">
                <a:solidFill>
                  <a:schemeClr val="tx2"/>
                </a:solidFill>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 </a:t>
            </a:r>
          </a:p>
        </p:txBody>
      </p:sp>
      <p:sp>
        <p:nvSpPr>
          <p:cNvPr id="46125" name="Arc 45">
            <a:extLst>
              <a:ext uri="{FF2B5EF4-FFF2-40B4-BE49-F238E27FC236}">
                <a16:creationId xmlns:a16="http://schemas.microsoft.com/office/drawing/2014/main" id="{E213B378-5D9F-834E-A900-A959B83DE0E1}"/>
              </a:ext>
            </a:extLst>
          </p:cNvPr>
          <p:cNvSpPr>
            <a:spLocks/>
          </p:cNvSpPr>
          <p:nvPr/>
        </p:nvSpPr>
        <p:spPr bwMode="auto">
          <a:xfrm flipH="1">
            <a:off x="1905000" y="2460625"/>
            <a:ext cx="1295400" cy="2292350"/>
          </a:xfrm>
          <a:custGeom>
            <a:avLst/>
            <a:gdLst>
              <a:gd name="T0" fmla="*/ 2147483647 w 21600"/>
              <a:gd name="T1" fmla="*/ 0 h 41711"/>
              <a:gd name="T2" fmla="*/ 2147483647 w 21600"/>
              <a:gd name="T3" fmla="*/ 2147483647 h 41711"/>
              <a:gd name="T4" fmla="*/ 0 w 21600"/>
              <a:gd name="T5" fmla="*/ 2147483647 h 41711"/>
              <a:gd name="T6" fmla="*/ 0 60000 65536"/>
              <a:gd name="T7" fmla="*/ 0 60000 65536"/>
              <a:gd name="T8" fmla="*/ 0 60000 65536"/>
            </a:gdLst>
            <a:ahLst/>
            <a:cxnLst>
              <a:cxn ang="T6">
                <a:pos x="T0" y="T1"/>
              </a:cxn>
              <a:cxn ang="T7">
                <a:pos x="T2" y="T3"/>
              </a:cxn>
              <a:cxn ang="T8">
                <a:pos x="T4" y="T5"/>
              </a:cxn>
            </a:cxnLst>
            <a:rect l="0" t="0" r="r" b="b"/>
            <a:pathLst>
              <a:path w="21600" h="41711" fill="none" extrusionOk="0">
                <a:moveTo>
                  <a:pt x="7282" y="-1"/>
                </a:moveTo>
                <a:cubicBezTo>
                  <a:pt x="15869" y="3074"/>
                  <a:pt x="21600" y="11213"/>
                  <a:pt x="21600" y="20335"/>
                </a:cubicBezTo>
                <a:cubicBezTo>
                  <a:pt x="21600" y="31065"/>
                  <a:pt x="13722" y="40169"/>
                  <a:pt x="3102" y="41710"/>
                </a:cubicBezTo>
              </a:path>
              <a:path w="21600" h="41711" stroke="0" extrusionOk="0">
                <a:moveTo>
                  <a:pt x="7282" y="-1"/>
                </a:moveTo>
                <a:cubicBezTo>
                  <a:pt x="15869" y="3074"/>
                  <a:pt x="21600" y="11213"/>
                  <a:pt x="21600" y="20335"/>
                </a:cubicBezTo>
                <a:cubicBezTo>
                  <a:pt x="21600" y="31065"/>
                  <a:pt x="13722" y="40169"/>
                  <a:pt x="3102" y="41710"/>
                </a:cubicBezTo>
                <a:lnTo>
                  <a:pt x="0" y="20335"/>
                </a:lnTo>
                <a:lnTo>
                  <a:pt x="7282" y="-1"/>
                </a:lnTo>
                <a:close/>
              </a:path>
            </a:pathLst>
          </a:custGeom>
          <a:noFill/>
          <a:ln w="38100">
            <a:solidFill>
              <a:srgbClr val="4E67C8"/>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15" name="Oval 35">
            <a:extLst>
              <a:ext uri="{FF2B5EF4-FFF2-40B4-BE49-F238E27FC236}">
                <a16:creationId xmlns:a16="http://schemas.microsoft.com/office/drawing/2014/main" id="{6D1595CA-54A9-C14F-8EB7-92EF35C73D70}"/>
              </a:ext>
            </a:extLst>
          </p:cNvPr>
          <p:cNvSpPr>
            <a:spLocks noChangeArrowheads="1"/>
          </p:cNvSpPr>
          <p:nvPr/>
        </p:nvSpPr>
        <p:spPr bwMode="auto">
          <a:xfrm>
            <a:off x="5181600" y="1933575"/>
            <a:ext cx="1295400" cy="1219200"/>
          </a:xfrm>
          <a:prstGeom prst="ellipse">
            <a:avLst/>
          </a:prstGeom>
          <a:noFill/>
          <a:ln w="38100">
            <a:solidFill>
              <a:schemeClr val="accent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kumimoji="1" lang="zh-CN" altLang="en-US" sz="2400">
              <a:solidFill>
                <a:schemeClr val="folHlink"/>
              </a:solidFill>
              <a:latin typeface="Times New Roman" charset="0"/>
              <a:ea typeface="宋体" charset="0"/>
              <a:cs typeface="宋体" charset="0"/>
            </a:endParaRPr>
          </a:p>
        </p:txBody>
      </p:sp>
      <p:grpSp>
        <p:nvGrpSpPr>
          <p:cNvPr id="23558" name="Group 50">
            <a:extLst>
              <a:ext uri="{FF2B5EF4-FFF2-40B4-BE49-F238E27FC236}">
                <a16:creationId xmlns:a16="http://schemas.microsoft.com/office/drawing/2014/main" id="{ADE57E13-91C9-D84D-9D97-05758D971381}"/>
              </a:ext>
            </a:extLst>
          </p:cNvPr>
          <p:cNvGrpSpPr>
            <a:grpSpLocks/>
          </p:cNvGrpSpPr>
          <p:nvPr/>
        </p:nvGrpSpPr>
        <p:grpSpPr bwMode="auto">
          <a:xfrm>
            <a:off x="2743200" y="2314575"/>
            <a:ext cx="3124200" cy="2486025"/>
            <a:chOff x="1728" y="1344"/>
            <a:chExt cx="1968" cy="1566"/>
          </a:xfrm>
        </p:grpSpPr>
        <p:sp>
          <p:nvSpPr>
            <p:cNvPr id="9224" name="Line 36">
              <a:extLst>
                <a:ext uri="{FF2B5EF4-FFF2-40B4-BE49-F238E27FC236}">
                  <a16:creationId xmlns:a16="http://schemas.microsoft.com/office/drawing/2014/main" id="{61CC5B09-1E1D-B848-B941-936A7FA63637}"/>
                </a:ext>
              </a:extLst>
            </p:cNvPr>
            <p:cNvSpPr>
              <a:spLocks noChangeShapeType="1"/>
            </p:cNvSpPr>
            <p:nvPr/>
          </p:nvSpPr>
          <p:spPr bwMode="auto">
            <a:xfrm>
              <a:off x="1776" y="1440"/>
              <a:ext cx="144" cy="139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9225" name="Line 41">
              <a:extLst>
                <a:ext uri="{FF2B5EF4-FFF2-40B4-BE49-F238E27FC236}">
                  <a16:creationId xmlns:a16="http://schemas.microsoft.com/office/drawing/2014/main" id="{10E10B8E-3283-7049-9F79-029A3B9E38F5}"/>
                </a:ext>
              </a:extLst>
            </p:cNvPr>
            <p:cNvSpPr>
              <a:spLocks noChangeShapeType="1"/>
            </p:cNvSpPr>
            <p:nvPr/>
          </p:nvSpPr>
          <p:spPr bwMode="auto">
            <a:xfrm flipH="1">
              <a:off x="1920" y="2880"/>
              <a:ext cx="1728"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9226" name="Line 42">
              <a:extLst>
                <a:ext uri="{FF2B5EF4-FFF2-40B4-BE49-F238E27FC236}">
                  <a16:creationId xmlns:a16="http://schemas.microsoft.com/office/drawing/2014/main" id="{86098B9C-7F2E-004C-ACE8-24A0390CA8F3}"/>
                </a:ext>
              </a:extLst>
            </p:cNvPr>
            <p:cNvSpPr>
              <a:spLocks noChangeShapeType="1"/>
            </p:cNvSpPr>
            <p:nvPr/>
          </p:nvSpPr>
          <p:spPr bwMode="auto">
            <a:xfrm>
              <a:off x="1824" y="1440"/>
              <a:ext cx="1776" cy="139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9227" name="Line 43">
              <a:extLst>
                <a:ext uri="{FF2B5EF4-FFF2-40B4-BE49-F238E27FC236}">
                  <a16:creationId xmlns:a16="http://schemas.microsoft.com/office/drawing/2014/main" id="{B965F4A0-4E2A-0C40-8266-0750AC6652AE}"/>
                </a:ext>
              </a:extLst>
            </p:cNvPr>
            <p:cNvSpPr>
              <a:spLocks noChangeShapeType="1"/>
            </p:cNvSpPr>
            <p:nvPr/>
          </p:nvSpPr>
          <p:spPr bwMode="auto">
            <a:xfrm flipH="1">
              <a:off x="1920" y="1488"/>
              <a:ext cx="1344" cy="134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9228" name="Oval 37">
              <a:extLst>
                <a:ext uri="{FF2B5EF4-FFF2-40B4-BE49-F238E27FC236}">
                  <a16:creationId xmlns:a16="http://schemas.microsoft.com/office/drawing/2014/main" id="{435DC730-0563-794A-8B3E-F702145EC368}"/>
                </a:ext>
              </a:extLst>
            </p:cNvPr>
            <p:cNvSpPr>
              <a:spLocks noChangeArrowheads="1"/>
            </p:cNvSpPr>
            <p:nvPr/>
          </p:nvSpPr>
          <p:spPr bwMode="auto">
            <a:xfrm>
              <a:off x="1728" y="1344"/>
              <a:ext cx="96" cy="96"/>
            </a:xfrm>
            <a:prstGeom prst="ellipse">
              <a:avLst/>
            </a:prstGeom>
            <a:solidFill>
              <a:schemeClr val="accent1"/>
            </a:solidFill>
            <a:ln w="9525">
              <a:solidFill>
                <a:schemeClr val="accent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9229" name="Oval 38">
              <a:extLst>
                <a:ext uri="{FF2B5EF4-FFF2-40B4-BE49-F238E27FC236}">
                  <a16:creationId xmlns:a16="http://schemas.microsoft.com/office/drawing/2014/main" id="{406C959E-1D0C-274E-927E-C81DCFDCD591}"/>
                </a:ext>
              </a:extLst>
            </p:cNvPr>
            <p:cNvSpPr>
              <a:spLocks noChangeArrowheads="1"/>
            </p:cNvSpPr>
            <p:nvPr/>
          </p:nvSpPr>
          <p:spPr bwMode="auto">
            <a:xfrm>
              <a:off x="1872" y="2814"/>
              <a:ext cx="96" cy="96"/>
            </a:xfrm>
            <a:prstGeom prst="ellipse">
              <a:avLst/>
            </a:prstGeom>
            <a:solidFill>
              <a:schemeClr val="accent1"/>
            </a:solidFill>
            <a:ln w="9525">
              <a:solidFill>
                <a:schemeClr val="accent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9230" name="Oval 39">
              <a:extLst>
                <a:ext uri="{FF2B5EF4-FFF2-40B4-BE49-F238E27FC236}">
                  <a16:creationId xmlns:a16="http://schemas.microsoft.com/office/drawing/2014/main" id="{622A123D-2A66-3745-9B03-B997B469178D}"/>
                </a:ext>
              </a:extLst>
            </p:cNvPr>
            <p:cNvSpPr>
              <a:spLocks noChangeArrowheads="1"/>
            </p:cNvSpPr>
            <p:nvPr/>
          </p:nvSpPr>
          <p:spPr bwMode="auto">
            <a:xfrm>
              <a:off x="3216" y="1440"/>
              <a:ext cx="96" cy="96"/>
            </a:xfrm>
            <a:prstGeom prst="ellipse">
              <a:avLst/>
            </a:prstGeom>
            <a:solidFill>
              <a:schemeClr val="accent1"/>
            </a:solidFill>
            <a:ln w="9525">
              <a:solidFill>
                <a:schemeClr val="accent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9231" name="Oval 40">
              <a:extLst>
                <a:ext uri="{FF2B5EF4-FFF2-40B4-BE49-F238E27FC236}">
                  <a16:creationId xmlns:a16="http://schemas.microsoft.com/office/drawing/2014/main" id="{EE92D52D-CF3F-7A45-9930-7C7BC01DE277}"/>
                </a:ext>
              </a:extLst>
            </p:cNvPr>
            <p:cNvSpPr>
              <a:spLocks noChangeArrowheads="1"/>
            </p:cNvSpPr>
            <p:nvPr/>
          </p:nvSpPr>
          <p:spPr bwMode="auto">
            <a:xfrm>
              <a:off x="3600" y="2802"/>
              <a:ext cx="96" cy="96"/>
            </a:xfrm>
            <a:prstGeom prst="ellipse">
              <a:avLst/>
            </a:prstGeom>
            <a:solidFill>
              <a:schemeClr val="accent1"/>
            </a:solidFill>
            <a:ln w="9525">
              <a:solidFill>
                <a:schemeClr val="accent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6125"/>
                                        </p:tgtEl>
                                        <p:attrNameLst>
                                          <p:attrName>style.visibility</p:attrName>
                                        </p:attrNameLst>
                                      </p:cBhvr>
                                      <p:to>
                                        <p:strVal val="visible"/>
                                      </p:to>
                                    </p:set>
                                    <p:animEffect transition="in" filter="wipe(up)">
                                      <p:cBhvr>
                                        <p:cTn id="7" dur="500"/>
                                        <p:tgtEl>
                                          <p:spTgt spid="461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46115"/>
                                        </p:tgtEl>
                                        <p:attrNameLst>
                                          <p:attrName>style.visibility</p:attrName>
                                        </p:attrNameLst>
                                      </p:cBhvr>
                                      <p:to>
                                        <p:strVal val="visible"/>
                                      </p:to>
                                    </p:set>
                                    <p:animEffect transition="in" filter="wipe(right)">
                                      <p:cBhvr>
                                        <p:cTn id="12" dur="500"/>
                                        <p:tgtEl>
                                          <p:spTgt spid="461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083">
                                            <p:txEl>
                                              <p:pRg st="0" end="0"/>
                                            </p:txEl>
                                          </p:spTgt>
                                        </p:tgtEl>
                                        <p:attrNameLst>
                                          <p:attrName>style.visibility</p:attrName>
                                        </p:attrNameLst>
                                      </p:cBhvr>
                                      <p:to>
                                        <p:strVal val="visible"/>
                                      </p:to>
                                    </p:set>
                                    <p:animEffect transition="in" filter="wipe(left)">
                                      <p:cBhvr>
                                        <p:cTn id="17" dur="500"/>
                                        <p:tgtEl>
                                          <p:spTgt spid="4608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6083">
                                            <p:txEl>
                                              <p:pRg st="1" end="1"/>
                                            </p:txEl>
                                          </p:spTgt>
                                        </p:tgtEl>
                                        <p:attrNameLst>
                                          <p:attrName>style.visibility</p:attrName>
                                        </p:attrNameLst>
                                      </p:cBhvr>
                                      <p:to>
                                        <p:strVal val="visible"/>
                                      </p:to>
                                    </p:set>
                                    <p:animEffect transition="in" filter="wipe(left)">
                                      <p:cBhvr>
                                        <p:cTn id="22" dur="500"/>
                                        <p:tgtEl>
                                          <p:spTgt spid="460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autoUpdateAnimBg="0"/>
      <p:bldP spid="46115"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1" name="Slide Number Placeholder 5">
            <a:extLst>
              <a:ext uri="{FF2B5EF4-FFF2-40B4-BE49-F238E27FC236}">
                <a16:creationId xmlns:a16="http://schemas.microsoft.com/office/drawing/2014/main" id="{2203CE3B-8D45-B84F-AD47-2C83AB51BDD7}"/>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CED2469A-D663-AC4F-975B-AA06CCE42F7D}" type="slidenum">
              <a:rPr kumimoji="0" lang="zh-CN" altLang="en-US" sz="1200"/>
              <a:pPr/>
              <a:t>8</a:t>
            </a:fld>
            <a:endParaRPr kumimoji="0" lang="en-US" altLang="zh-CN" sz="1200"/>
          </a:p>
        </p:txBody>
      </p:sp>
      <p:sp>
        <p:nvSpPr>
          <p:cNvPr id="49154" name="Rectangle 2">
            <a:extLst>
              <a:ext uri="{FF2B5EF4-FFF2-40B4-BE49-F238E27FC236}">
                <a16:creationId xmlns:a16="http://schemas.microsoft.com/office/drawing/2014/main" id="{C53145F3-B707-EF4A-B6AD-D1A5547C5483}"/>
              </a:ext>
            </a:extLst>
          </p:cNvPr>
          <p:cNvSpPr>
            <a:spLocks noGrp="1" noChangeArrowheads="1"/>
          </p:cNvSpPr>
          <p:nvPr>
            <p:ph type="title"/>
          </p:nvPr>
        </p:nvSpPr>
        <p:spPr>
          <a:xfrm>
            <a:off x="152400" y="457200"/>
            <a:ext cx="7772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图的同构(</a:t>
            </a:r>
            <a:r>
              <a:rPr lang="en-US" altLang="zh-CN" i="1" dirty="0">
                <a:latin typeface="Times New Roman" charset="0"/>
                <a:ea typeface="楷体_GB2312" charset="0"/>
                <a:cs typeface="+mj-cs"/>
              </a:rPr>
              <a:t>isomorphism</a:t>
            </a:r>
            <a:r>
              <a:rPr lang="en-US" altLang="zh-CN" dirty="0">
                <a:latin typeface="Times New Roman" charset="0"/>
                <a:ea typeface="楷体_GB2312" charset="0"/>
                <a:cs typeface="+mj-cs"/>
              </a:rPr>
              <a:t>) </a:t>
            </a:r>
          </a:p>
        </p:txBody>
      </p:sp>
      <p:sp>
        <p:nvSpPr>
          <p:cNvPr id="49155" name="Rectangle 3">
            <a:extLst>
              <a:ext uri="{FF2B5EF4-FFF2-40B4-BE49-F238E27FC236}">
                <a16:creationId xmlns:a16="http://schemas.microsoft.com/office/drawing/2014/main" id="{4DE57C2A-2D48-8C4A-8F99-E967D67F61CD}"/>
              </a:ext>
            </a:extLst>
          </p:cNvPr>
          <p:cNvSpPr>
            <a:spLocks noGrp="1" noChangeArrowheads="1"/>
          </p:cNvSpPr>
          <p:nvPr>
            <p:ph sz="quarter" idx="13"/>
          </p:nvPr>
        </p:nvSpPr>
        <p:spPr>
          <a:xfrm>
            <a:off x="76200" y="1676400"/>
            <a:ext cx="8915400" cy="4191000"/>
          </a:xfrm>
        </p:spPr>
        <p:txBody>
          <a:bodyPr/>
          <a:lstStyle/>
          <a:p>
            <a:r>
              <a:rPr kumimoji="0" lang="zh-CN" altLang="en-US" sz="3200">
                <a:latin typeface="Times New Roman" panose="02020603050405020304" pitchFamily="18" charset="0"/>
                <a:ea typeface="楷体_GB2312" pitchFamily="49" charset="-122"/>
              </a:rPr>
              <a:t>称图</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和</a:t>
            </a:r>
            <a:r>
              <a:rPr kumimoji="0" lang="en-US" altLang="zh-CN" sz="3200">
                <a:latin typeface="Times New Roman" panose="02020603050405020304" pitchFamily="18" charset="0"/>
                <a:ea typeface="楷体_GB2312" pitchFamily="49" charset="-122"/>
              </a:rPr>
              <a:t>H</a:t>
            </a:r>
            <a:r>
              <a:rPr kumimoji="0" lang="zh-CN" altLang="en-US" sz="3200">
                <a:latin typeface="Times New Roman" panose="02020603050405020304" pitchFamily="18" charset="0"/>
                <a:ea typeface="楷体_GB2312" pitchFamily="49" charset="-122"/>
              </a:rPr>
              <a:t>是同构的：如果存在</a:t>
            </a:r>
            <a:r>
              <a:rPr kumimoji="0" lang="en-US" altLang="zh-CN" sz="3200">
                <a:latin typeface="Times New Roman" panose="02020603050405020304" pitchFamily="18" charset="0"/>
                <a:ea typeface="楷体_GB2312" pitchFamily="49" charset="-122"/>
              </a:rPr>
              <a:t>P(G)</a:t>
            </a:r>
            <a:r>
              <a:rPr kumimoji="0" lang="zh-CN" altLang="en-US" sz="3200">
                <a:latin typeface="Times New Roman" panose="02020603050405020304" pitchFamily="18" charset="0"/>
                <a:ea typeface="楷体_GB2312" pitchFamily="49" charset="-122"/>
              </a:rPr>
              <a:t>到</a:t>
            </a:r>
            <a:r>
              <a:rPr kumimoji="0" lang="en-US" altLang="zh-CN" sz="3200">
                <a:latin typeface="Times New Roman" panose="02020603050405020304" pitchFamily="18" charset="0"/>
                <a:ea typeface="楷体_GB2312" pitchFamily="49" charset="-122"/>
              </a:rPr>
              <a:t>P(H)</a:t>
            </a:r>
            <a:r>
              <a:rPr kumimoji="0" lang="zh-CN" altLang="en-US" sz="3200">
                <a:latin typeface="Times New Roman" panose="02020603050405020304" pitchFamily="18" charset="0"/>
                <a:ea typeface="楷体_GB2312" pitchFamily="49" charset="-122"/>
              </a:rPr>
              <a:t>的双射</a:t>
            </a:r>
            <a:r>
              <a:rPr kumimoji="0" lang="zh-CN" altLang="en-US" sz="3200">
                <a:latin typeface="Times New Roman" panose="02020603050405020304" pitchFamily="18" charset="0"/>
                <a:ea typeface="楷体_GB2312" pitchFamily="49" charset="-122"/>
                <a:sym typeface="Symbol" pitchFamily="2" charset="2"/>
              </a:rPr>
              <a:t></a:t>
            </a:r>
            <a:r>
              <a:rPr kumimoji="0" lang="zh-CN" altLang="en-US" sz="3200">
                <a:latin typeface="Times New Roman" panose="02020603050405020304" pitchFamily="18" charset="0"/>
                <a:ea typeface="楷体_GB2312" pitchFamily="49" charset="-122"/>
              </a:rPr>
              <a:t>，使对任意的</a:t>
            </a:r>
            <a:r>
              <a:rPr kumimoji="0" lang="en-US" altLang="zh-CN" sz="3200">
                <a:latin typeface="Times New Roman" panose="02020603050405020304" pitchFamily="18" charset="0"/>
                <a:ea typeface="楷体_GB2312" pitchFamily="49" charset="-122"/>
              </a:rPr>
              <a:t>u,v</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rPr>
              <a:t>P(G)</a:t>
            </a:r>
            <a:r>
              <a:rPr kumimoji="0" lang="zh-CN" altLang="en-US" sz="3200">
                <a:latin typeface="Times New Roman" panose="02020603050405020304" pitchFamily="18" charset="0"/>
                <a:ea typeface="楷体_GB2312" pitchFamily="49" charset="-122"/>
              </a:rPr>
              <a:t>，</a:t>
            </a:r>
            <a:r>
              <a:rPr kumimoji="0" lang="en-US" altLang="zh-CN" sz="3200">
                <a:latin typeface="Times New Roman" panose="02020603050405020304" pitchFamily="18" charset="0"/>
                <a:ea typeface="楷体_GB2312" pitchFamily="49" charset="-122"/>
              </a:rPr>
              <a:t>u</a:t>
            </a:r>
            <a:r>
              <a:rPr kumimoji="0" lang="zh-CN" altLang="en-US" sz="3200">
                <a:latin typeface="Times New Roman" panose="02020603050405020304" pitchFamily="18" charset="0"/>
                <a:ea typeface="楷体_GB2312" pitchFamily="49" charset="-122"/>
              </a:rPr>
              <a:t>与</a:t>
            </a:r>
            <a:r>
              <a:rPr kumimoji="0" lang="en-US" altLang="zh-CN" sz="3200">
                <a:latin typeface="Times New Roman" panose="02020603050405020304" pitchFamily="18" charset="0"/>
                <a:ea typeface="楷体_GB2312" pitchFamily="49" charset="-122"/>
              </a:rPr>
              <a:t>v</a:t>
            </a:r>
            <a:r>
              <a:rPr kumimoji="0" lang="zh-CN" altLang="en-US" sz="3200">
                <a:latin typeface="Times New Roman" panose="02020603050405020304" pitchFamily="18" charset="0"/>
                <a:ea typeface="楷体_GB2312" pitchFamily="49" charset="-122"/>
              </a:rPr>
              <a:t>在</a:t>
            </a:r>
            <a:r>
              <a:rPr kumimoji="0" lang="en-US" altLang="zh-CN" sz="3200">
                <a:latin typeface="Times New Roman" panose="02020603050405020304" pitchFamily="18" charset="0"/>
                <a:ea typeface="楷体_GB2312" pitchFamily="49" charset="-122"/>
                <a:sym typeface="Symbol" pitchFamily="2" charset="2"/>
              </a:rPr>
              <a:t>G</a:t>
            </a:r>
            <a:r>
              <a:rPr kumimoji="0" lang="zh-CN" altLang="en-US" sz="3200">
                <a:latin typeface="Times New Roman" panose="02020603050405020304" pitchFamily="18" charset="0"/>
                <a:ea typeface="楷体_GB2312" pitchFamily="49" charset="-122"/>
                <a:sym typeface="Symbol" pitchFamily="2" charset="2"/>
              </a:rPr>
              <a:t>中相邻, 当且仅当(</a:t>
            </a:r>
            <a:r>
              <a:rPr kumimoji="0" lang="en-US" altLang="zh-CN" sz="3200">
                <a:latin typeface="Times New Roman" panose="02020603050405020304" pitchFamily="18" charset="0"/>
                <a:ea typeface="楷体_GB2312" pitchFamily="49" charset="-122"/>
                <a:sym typeface="Symbol" pitchFamily="2" charset="2"/>
              </a:rPr>
              <a:t>u)</a:t>
            </a:r>
            <a:r>
              <a:rPr kumimoji="0" lang="zh-CN" altLang="en-US" sz="3200">
                <a:latin typeface="Times New Roman" panose="02020603050405020304" pitchFamily="18" charset="0"/>
                <a:ea typeface="楷体_GB2312" pitchFamily="49" charset="-122"/>
                <a:sym typeface="Symbol" pitchFamily="2" charset="2"/>
              </a:rPr>
              <a:t>与(</a:t>
            </a:r>
            <a:r>
              <a:rPr kumimoji="0" lang="en-US" altLang="zh-CN" sz="3200">
                <a:latin typeface="Times New Roman" panose="02020603050405020304" pitchFamily="18" charset="0"/>
                <a:ea typeface="楷体_GB2312" pitchFamily="49" charset="-122"/>
                <a:sym typeface="Symbol" pitchFamily="2" charset="2"/>
              </a:rPr>
              <a:t>v)</a:t>
            </a:r>
            <a:r>
              <a:rPr kumimoji="0" lang="zh-CN" altLang="en-US" sz="3200">
                <a:latin typeface="Times New Roman" panose="02020603050405020304" pitchFamily="18" charset="0"/>
                <a:ea typeface="楷体_GB2312" pitchFamily="49" charset="-122"/>
              </a:rPr>
              <a:t>在</a:t>
            </a:r>
            <a:r>
              <a:rPr kumimoji="0" lang="en-US" altLang="zh-CN" sz="3200">
                <a:latin typeface="Times New Roman" panose="02020603050405020304" pitchFamily="18" charset="0"/>
                <a:ea typeface="楷体_GB2312" pitchFamily="49" charset="-122"/>
                <a:sym typeface="Symbol" pitchFamily="2" charset="2"/>
              </a:rPr>
              <a:t>H</a:t>
            </a:r>
            <a:r>
              <a:rPr kumimoji="0" lang="zh-CN" altLang="en-US" sz="3200">
                <a:latin typeface="Times New Roman" panose="02020603050405020304" pitchFamily="18" charset="0"/>
                <a:ea typeface="楷体_GB2312" pitchFamily="49" charset="-122"/>
                <a:sym typeface="Symbol" pitchFamily="2" charset="2"/>
              </a:rPr>
              <a:t>中相邻</a:t>
            </a:r>
            <a:r>
              <a:rPr kumimoji="0" lang="zh-CN" altLang="en-US" sz="3200">
                <a:latin typeface="Times New Roman" panose="02020603050405020304" pitchFamily="18" charset="0"/>
                <a:ea typeface="楷体_GB2312" pitchFamily="49" charset="-122"/>
              </a:rPr>
              <a:t>。 </a:t>
            </a:r>
          </a:p>
          <a:p>
            <a:endParaRPr kumimoji="0" lang="zh-CN" altLang="en-US" sz="3200">
              <a:latin typeface="Times New Roman" panose="02020603050405020304" pitchFamily="18" charset="0"/>
              <a:ea typeface="楷体_GB2312" pitchFamily="49" charset="-122"/>
            </a:endParaRPr>
          </a:p>
          <a:p>
            <a:r>
              <a:rPr kumimoji="0" lang="zh-CN" altLang="en-US" sz="3200">
                <a:latin typeface="宋体" panose="02010600030101010101" pitchFamily="2" charset="-122"/>
                <a:ea typeface="楷体_GB2312" pitchFamily="49" charset="-122"/>
              </a:rPr>
              <a:t>我们把同构的图看成是一个图</a:t>
            </a:r>
            <a:r>
              <a:rPr kumimoji="0" lang="zh-CN" altLang="en-US" sz="3200">
                <a:latin typeface="Times New Roman" panose="02020603050405020304" pitchFamily="18" charset="0"/>
                <a:ea typeface="楷体_GB2312" pitchFamily="49" charset="-122"/>
              </a:rPr>
              <a:t>。</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wipe(left)">
                                      <p:cBhvr>
                                        <p:cTn id="7" dur="500"/>
                                        <p:tgtEl>
                                          <p:spTgt spid="491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155">
                                            <p:txEl>
                                              <p:pRg st="2" end="2"/>
                                            </p:txEl>
                                          </p:spTgt>
                                        </p:tgtEl>
                                        <p:attrNameLst>
                                          <p:attrName>style.visibility</p:attrName>
                                        </p:attrNameLst>
                                      </p:cBhvr>
                                      <p:to>
                                        <p:strVal val="visible"/>
                                      </p:to>
                                    </p:set>
                                    <p:animEffect transition="in" filter="wipe(left)">
                                      <p:cBhvr>
                                        <p:cTn id="12" dur="500"/>
                                        <p:tgtEl>
                                          <p:spTgt spid="491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Number Placeholder 5">
            <a:extLst>
              <a:ext uri="{FF2B5EF4-FFF2-40B4-BE49-F238E27FC236}">
                <a16:creationId xmlns:a16="http://schemas.microsoft.com/office/drawing/2014/main" id="{E4DB1A4F-C3AB-9248-B8E6-529E318C3390}"/>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2716A8BD-CFF7-784F-88D6-CB83A9084901}" type="slidenum">
              <a:rPr kumimoji="0" lang="zh-CN" altLang="en-US" sz="1200"/>
              <a:pPr/>
              <a:t>9</a:t>
            </a:fld>
            <a:endParaRPr kumimoji="0" lang="en-US" altLang="zh-CN" sz="1200"/>
          </a:p>
        </p:txBody>
      </p:sp>
      <p:sp>
        <p:nvSpPr>
          <p:cNvPr id="50178" name="Rectangle 2">
            <a:extLst>
              <a:ext uri="{FF2B5EF4-FFF2-40B4-BE49-F238E27FC236}">
                <a16:creationId xmlns:a16="http://schemas.microsoft.com/office/drawing/2014/main" id="{439D7F2A-CB69-B34D-BB10-638D98FC5DEF}"/>
              </a:ext>
            </a:extLst>
          </p:cNvPr>
          <p:cNvSpPr>
            <a:spLocks noGrp="1" noChangeArrowheads="1"/>
          </p:cNvSpPr>
          <p:nvPr>
            <p:ph type="title"/>
          </p:nvPr>
        </p:nvSpPr>
        <p:spPr>
          <a:xfrm>
            <a:off x="152400" y="381000"/>
            <a:ext cx="7772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图的同构(</a:t>
            </a:r>
            <a:r>
              <a:rPr lang="en-US" altLang="zh-CN" i="1" dirty="0">
                <a:latin typeface="Times New Roman" charset="0"/>
                <a:ea typeface="楷体_GB2312" charset="0"/>
                <a:cs typeface="+mj-cs"/>
              </a:rPr>
              <a:t>isomorphism</a:t>
            </a:r>
            <a:r>
              <a:rPr lang="en-US" altLang="zh-CN" dirty="0">
                <a:latin typeface="Times New Roman" charset="0"/>
                <a:ea typeface="楷体_GB2312" charset="0"/>
                <a:cs typeface="+mj-cs"/>
              </a:rPr>
              <a:t>)</a:t>
            </a:r>
            <a:r>
              <a:rPr lang="zh-CN" altLang="en-US" dirty="0">
                <a:latin typeface="Times New Roman" charset="0"/>
                <a:ea typeface="楷体_GB2312" charset="0"/>
                <a:cs typeface="+mj-cs"/>
              </a:rPr>
              <a:t> </a:t>
            </a:r>
          </a:p>
        </p:txBody>
      </p:sp>
      <p:grpSp>
        <p:nvGrpSpPr>
          <p:cNvPr id="26627" name="Group 26">
            <a:extLst>
              <a:ext uri="{FF2B5EF4-FFF2-40B4-BE49-F238E27FC236}">
                <a16:creationId xmlns:a16="http://schemas.microsoft.com/office/drawing/2014/main" id="{6AD667A0-652B-D14D-8500-BA5FA5622EB2}"/>
              </a:ext>
            </a:extLst>
          </p:cNvPr>
          <p:cNvGrpSpPr>
            <a:grpSpLocks/>
          </p:cNvGrpSpPr>
          <p:nvPr/>
        </p:nvGrpSpPr>
        <p:grpSpPr bwMode="auto">
          <a:xfrm>
            <a:off x="1017588" y="1600200"/>
            <a:ext cx="3402012" cy="1970088"/>
            <a:chOff x="1073" y="1543"/>
            <a:chExt cx="2143" cy="1241"/>
          </a:xfrm>
        </p:grpSpPr>
        <p:sp>
          <p:nvSpPr>
            <p:cNvPr id="26696" name="Line 24">
              <a:extLst>
                <a:ext uri="{FF2B5EF4-FFF2-40B4-BE49-F238E27FC236}">
                  <a16:creationId xmlns:a16="http://schemas.microsoft.com/office/drawing/2014/main" id="{BF2F6300-942D-5242-A77E-5E8BAA0D8F07}"/>
                </a:ext>
              </a:extLst>
            </p:cNvPr>
            <p:cNvSpPr>
              <a:spLocks noChangeShapeType="1"/>
            </p:cNvSpPr>
            <p:nvPr/>
          </p:nvSpPr>
          <p:spPr bwMode="auto">
            <a:xfrm flipV="1">
              <a:off x="1152" y="2428"/>
              <a:ext cx="504" cy="279"/>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97" name="Line 5">
              <a:extLst>
                <a:ext uri="{FF2B5EF4-FFF2-40B4-BE49-F238E27FC236}">
                  <a16:creationId xmlns:a16="http://schemas.microsoft.com/office/drawing/2014/main" id="{BD2E178A-385F-F54B-B195-388D1B1EC307}"/>
                </a:ext>
              </a:extLst>
            </p:cNvPr>
            <p:cNvSpPr>
              <a:spLocks noChangeShapeType="1"/>
            </p:cNvSpPr>
            <p:nvPr/>
          </p:nvSpPr>
          <p:spPr bwMode="auto">
            <a:xfrm>
              <a:off x="2555" y="2108"/>
              <a:ext cx="0" cy="582"/>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98" name="Line 14">
              <a:extLst>
                <a:ext uri="{FF2B5EF4-FFF2-40B4-BE49-F238E27FC236}">
                  <a16:creationId xmlns:a16="http://schemas.microsoft.com/office/drawing/2014/main" id="{8DB96CD7-25C2-2741-A513-F58F7B55AB77}"/>
                </a:ext>
              </a:extLst>
            </p:cNvPr>
            <p:cNvSpPr>
              <a:spLocks noChangeShapeType="1"/>
            </p:cNvSpPr>
            <p:nvPr/>
          </p:nvSpPr>
          <p:spPr bwMode="auto">
            <a:xfrm>
              <a:off x="1107" y="2100"/>
              <a:ext cx="0" cy="583"/>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99" name="Line 15">
              <a:extLst>
                <a:ext uri="{FF2B5EF4-FFF2-40B4-BE49-F238E27FC236}">
                  <a16:creationId xmlns:a16="http://schemas.microsoft.com/office/drawing/2014/main" id="{687E0D1B-8B7E-9349-BC66-EAC437E57869}"/>
                </a:ext>
              </a:extLst>
            </p:cNvPr>
            <p:cNvSpPr>
              <a:spLocks noChangeShapeType="1"/>
            </p:cNvSpPr>
            <p:nvPr/>
          </p:nvSpPr>
          <p:spPr bwMode="auto">
            <a:xfrm>
              <a:off x="1104" y="2050"/>
              <a:ext cx="1408"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00" name="Line 16">
              <a:extLst>
                <a:ext uri="{FF2B5EF4-FFF2-40B4-BE49-F238E27FC236}">
                  <a16:creationId xmlns:a16="http://schemas.microsoft.com/office/drawing/2014/main" id="{02138CA2-E543-9A48-8004-4DB6FA684369}"/>
                </a:ext>
              </a:extLst>
            </p:cNvPr>
            <p:cNvSpPr>
              <a:spLocks noChangeShapeType="1"/>
            </p:cNvSpPr>
            <p:nvPr/>
          </p:nvSpPr>
          <p:spPr bwMode="auto">
            <a:xfrm>
              <a:off x="1172" y="2733"/>
              <a:ext cx="1351"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01" name="Line 17">
              <a:extLst>
                <a:ext uri="{FF2B5EF4-FFF2-40B4-BE49-F238E27FC236}">
                  <a16:creationId xmlns:a16="http://schemas.microsoft.com/office/drawing/2014/main" id="{F94CC5F1-817D-1B48-8872-69E51DBEDBE1}"/>
                </a:ext>
              </a:extLst>
            </p:cNvPr>
            <p:cNvSpPr>
              <a:spLocks noChangeShapeType="1"/>
            </p:cNvSpPr>
            <p:nvPr/>
          </p:nvSpPr>
          <p:spPr bwMode="auto">
            <a:xfrm>
              <a:off x="1768" y="1619"/>
              <a:ext cx="1356"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02" name="Line 18">
              <a:extLst>
                <a:ext uri="{FF2B5EF4-FFF2-40B4-BE49-F238E27FC236}">
                  <a16:creationId xmlns:a16="http://schemas.microsoft.com/office/drawing/2014/main" id="{83887AEC-DEEC-D549-B252-C1E329EDBB96}"/>
                </a:ext>
              </a:extLst>
            </p:cNvPr>
            <p:cNvSpPr>
              <a:spLocks noChangeShapeType="1"/>
            </p:cNvSpPr>
            <p:nvPr/>
          </p:nvSpPr>
          <p:spPr bwMode="auto">
            <a:xfrm>
              <a:off x="3185" y="1644"/>
              <a:ext cx="0" cy="709"/>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03" name="Line 19">
              <a:extLst>
                <a:ext uri="{FF2B5EF4-FFF2-40B4-BE49-F238E27FC236}">
                  <a16:creationId xmlns:a16="http://schemas.microsoft.com/office/drawing/2014/main" id="{75198651-4C19-854D-B632-03E17DC5C007}"/>
                </a:ext>
              </a:extLst>
            </p:cNvPr>
            <p:cNvSpPr>
              <a:spLocks noChangeShapeType="1"/>
            </p:cNvSpPr>
            <p:nvPr/>
          </p:nvSpPr>
          <p:spPr bwMode="auto">
            <a:xfrm>
              <a:off x="1768" y="2404"/>
              <a:ext cx="1356"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04" name="Line 20">
              <a:extLst>
                <a:ext uri="{FF2B5EF4-FFF2-40B4-BE49-F238E27FC236}">
                  <a16:creationId xmlns:a16="http://schemas.microsoft.com/office/drawing/2014/main" id="{474F4C1C-A9FF-8C4E-B355-D64E2A357E04}"/>
                </a:ext>
              </a:extLst>
            </p:cNvPr>
            <p:cNvSpPr>
              <a:spLocks noChangeShapeType="1"/>
            </p:cNvSpPr>
            <p:nvPr/>
          </p:nvSpPr>
          <p:spPr bwMode="auto">
            <a:xfrm>
              <a:off x="1705" y="1644"/>
              <a:ext cx="0" cy="73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05" name="Line 21">
              <a:extLst>
                <a:ext uri="{FF2B5EF4-FFF2-40B4-BE49-F238E27FC236}">
                  <a16:creationId xmlns:a16="http://schemas.microsoft.com/office/drawing/2014/main" id="{AE5BBB4D-372D-2044-BFAD-4BA1E679931F}"/>
                </a:ext>
              </a:extLst>
            </p:cNvPr>
            <p:cNvSpPr>
              <a:spLocks noChangeShapeType="1"/>
            </p:cNvSpPr>
            <p:nvPr/>
          </p:nvSpPr>
          <p:spPr bwMode="auto">
            <a:xfrm flipV="1">
              <a:off x="1138" y="1661"/>
              <a:ext cx="537" cy="354"/>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06" name="Line 22">
              <a:extLst>
                <a:ext uri="{FF2B5EF4-FFF2-40B4-BE49-F238E27FC236}">
                  <a16:creationId xmlns:a16="http://schemas.microsoft.com/office/drawing/2014/main" id="{6CC15A60-C4FF-8445-AAA8-065329230188}"/>
                </a:ext>
              </a:extLst>
            </p:cNvPr>
            <p:cNvSpPr>
              <a:spLocks noChangeShapeType="1"/>
            </p:cNvSpPr>
            <p:nvPr/>
          </p:nvSpPr>
          <p:spPr bwMode="auto">
            <a:xfrm flipV="1">
              <a:off x="2611" y="1632"/>
              <a:ext cx="557" cy="376"/>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07" name="Line 23">
              <a:extLst>
                <a:ext uri="{FF2B5EF4-FFF2-40B4-BE49-F238E27FC236}">
                  <a16:creationId xmlns:a16="http://schemas.microsoft.com/office/drawing/2014/main" id="{C0D2EA84-AEB7-9A45-92F9-EFDA47FE1018}"/>
                </a:ext>
              </a:extLst>
            </p:cNvPr>
            <p:cNvSpPr>
              <a:spLocks noChangeShapeType="1"/>
            </p:cNvSpPr>
            <p:nvPr/>
          </p:nvSpPr>
          <p:spPr bwMode="auto">
            <a:xfrm flipV="1">
              <a:off x="2620" y="2429"/>
              <a:ext cx="504" cy="279"/>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08" name="Oval 7">
              <a:extLst>
                <a:ext uri="{FF2B5EF4-FFF2-40B4-BE49-F238E27FC236}">
                  <a16:creationId xmlns:a16="http://schemas.microsoft.com/office/drawing/2014/main" id="{B196FECA-96C0-684D-9410-99692C6942B8}"/>
                </a:ext>
              </a:extLst>
            </p:cNvPr>
            <p:cNvSpPr>
              <a:spLocks noChangeArrowheads="1"/>
            </p:cNvSpPr>
            <p:nvPr/>
          </p:nvSpPr>
          <p:spPr bwMode="auto">
            <a:xfrm>
              <a:off x="1075" y="1999"/>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709" name="Oval 8">
              <a:extLst>
                <a:ext uri="{FF2B5EF4-FFF2-40B4-BE49-F238E27FC236}">
                  <a16:creationId xmlns:a16="http://schemas.microsoft.com/office/drawing/2014/main" id="{7627FC3A-2492-8D4E-9322-CC7E4E45A087}"/>
                </a:ext>
              </a:extLst>
            </p:cNvPr>
            <p:cNvSpPr>
              <a:spLocks noChangeArrowheads="1"/>
            </p:cNvSpPr>
            <p:nvPr/>
          </p:nvSpPr>
          <p:spPr bwMode="auto">
            <a:xfrm>
              <a:off x="1073" y="2683"/>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710" name="Oval 9">
              <a:extLst>
                <a:ext uri="{FF2B5EF4-FFF2-40B4-BE49-F238E27FC236}">
                  <a16:creationId xmlns:a16="http://schemas.microsoft.com/office/drawing/2014/main" id="{DDD2442A-7397-3246-A956-54179FDAE395}"/>
                </a:ext>
              </a:extLst>
            </p:cNvPr>
            <p:cNvSpPr>
              <a:spLocks noChangeArrowheads="1"/>
            </p:cNvSpPr>
            <p:nvPr/>
          </p:nvSpPr>
          <p:spPr bwMode="auto">
            <a:xfrm>
              <a:off x="2519" y="2683"/>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711" name="Oval 10">
              <a:extLst>
                <a:ext uri="{FF2B5EF4-FFF2-40B4-BE49-F238E27FC236}">
                  <a16:creationId xmlns:a16="http://schemas.microsoft.com/office/drawing/2014/main" id="{D0D5FDED-C0FF-B348-9F97-496B7B3EF076}"/>
                </a:ext>
              </a:extLst>
            </p:cNvPr>
            <p:cNvSpPr>
              <a:spLocks noChangeArrowheads="1"/>
            </p:cNvSpPr>
            <p:nvPr/>
          </p:nvSpPr>
          <p:spPr bwMode="auto">
            <a:xfrm>
              <a:off x="2521" y="1999"/>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712" name="Oval 11">
              <a:extLst>
                <a:ext uri="{FF2B5EF4-FFF2-40B4-BE49-F238E27FC236}">
                  <a16:creationId xmlns:a16="http://schemas.microsoft.com/office/drawing/2014/main" id="{5737A7EB-08B1-614A-96EB-D1C58828CEED}"/>
                </a:ext>
              </a:extLst>
            </p:cNvPr>
            <p:cNvSpPr>
              <a:spLocks noChangeArrowheads="1"/>
            </p:cNvSpPr>
            <p:nvPr/>
          </p:nvSpPr>
          <p:spPr bwMode="auto">
            <a:xfrm>
              <a:off x="3119" y="2353"/>
              <a:ext cx="97" cy="102"/>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713" name="Oval 12">
              <a:extLst>
                <a:ext uri="{FF2B5EF4-FFF2-40B4-BE49-F238E27FC236}">
                  <a16:creationId xmlns:a16="http://schemas.microsoft.com/office/drawing/2014/main" id="{7615CFAA-5433-4741-B48B-E153817BA288}"/>
                </a:ext>
              </a:extLst>
            </p:cNvPr>
            <p:cNvSpPr>
              <a:spLocks noChangeArrowheads="1"/>
            </p:cNvSpPr>
            <p:nvPr/>
          </p:nvSpPr>
          <p:spPr bwMode="auto">
            <a:xfrm>
              <a:off x="3119" y="1543"/>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714" name="Oval 13">
              <a:extLst>
                <a:ext uri="{FF2B5EF4-FFF2-40B4-BE49-F238E27FC236}">
                  <a16:creationId xmlns:a16="http://schemas.microsoft.com/office/drawing/2014/main" id="{9C65976A-D6A8-6A42-AEDD-96554AC717D6}"/>
                </a:ext>
              </a:extLst>
            </p:cNvPr>
            <p:cNvSpPr>
              <a:spLocks noChangeArrowheads="1"/>
            </p:cNvSpPr>
            <p:nvPr/>
          </p:nvSpPr>
          <p:spPr bwMode="auto">
            <a:xfrm>
              <a:off x="1669" y="1568"/>
              <a:ext cx="97" cy="102"/>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715" name="Oval 25">
              <a:extLst>
                <a:ext uri="{FF2B5EF4-FFF2-40B4-BE49-F238E27FC236}">
                  <a16:creationId xmlns:a16="http://schemas.microsoft.com/office/drawing/2014/main" id="{5A254817-F3D2-3441-8BDC-2FD6CD8910A9}"/>
                </a:ext>
              </a:extLst>
            </p:cNvPr>
            <p:cNvSpPr>
              <a:spLocks noChangeArrowheads="1"/>
            </p:cNvSpPr>
            <p:nvPr/>
          </p:nvSpPr>
          <p:spPr bwMode="auto">
            <a:xfrm>
              <a:off x="1651" y="2352"/>
              <a:ext cx="97" cy="102"/>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grpSp>
      <p:grpSp>
        <p:nvGrpSpPr>
          <p:cNvPr id="50224" name="Group 48">
            <a:extLst>
              <a:ext uri="{FF2B5EF4-FFF2-40B4-BE49-F238E27FC236}">
                <a16:creationId xmlns:a16="http://schemas.microsoft.com/office/drawing/2014/main" id="{8E395DA7-4EB2-A247-A36C-F00BD8AC186C}"/>
              </a:ext>
            </a:extLst>
          </p:cNvPr>
          <p:cNvGrpSpPr>
            <a:grpSpLocks/>
          </p:cNvGrpSpPr>
          <p:nvPr/>
        </p:nvGrpSpPr>
        <p:grpSpPr bwMode="auto">
          <a:xfrm>
            <a:off x="5867400" y="2362200"/>
            <a:ext cx="2484438" cy="2895600"/>
            <a:chOff x="2544" y="2112"/>
            <a:chExt cx="1565" cy="1824"/>
          </a:xfrm>
        </p:grpSpPr>
        <p:sp>
          <p:nvSpPr>
            <p:cNvPr id="26676" name="Line 28">
              <a:extLst>
                <a:ext uri="{FF2B5EF4-FFF2-40B4-BE49-F238E27FC236}">
                  <a16:creationId xmlns:a16="http://schemas.microsoft.com/office/drawing/2014/main" id="{46A4CC7F-6EA6-D344-91FE-E50077CB5095}"/>
                </a:ext>
              </a:extLst>
            </p:cNvPr>
            <p:cNvSpPr>
              <a:spLocks noChangeShapeType="1"/>
            </p:cNvSpPr>
            <p:nvPr/>
          </p:nvSpPr>
          <p:spPr bwMode="auto">
            <a:xfrm flipH="1">
              <a:off x="2592" y="3324"/>
              <a:ext cx="415" cy="564"/>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77" name="Line 29">
              <a:extLst>
                <a:ext uri="{FF2B5EF4-FFF2-40B4-BE49-F238E27FC236}">
                  <a16:creationId xmlns:a16="http://schemas.microsoft.com/office/drawing/2014/main" id="{FA5C9077-F111-0342-A1E5-406623800046}"/>
                </a:ext>
              </a:extLst>
            </p:cNvPr>
            <p:cNvSpPr>
              <a:spLocks noChangeShapeType="1"/>
            </p:cNvSpPr>
            <p:nvPr/>
          </p:nvSpPr>
          <p:spPr bwMode="auto">
            <a:xfrm>
              <a:off x="3648" y="2725"/>
              <a:ext cx="0" cy="582"/>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78" name="Line 30">
              <a:extLst>
                <a:ext uri="{FF2B5EF4-FFF2-40B4-BE49-F238E27FC236}">
                  <a16:creationId xmlns:a16="http://schemas.microsoft.com/office/drawing/2014/main" id="{4364F115-ECB9-B340-B815-1265086404D1}"/>
                </a:ext>
              </a:extLst>
            </p:cNvPr>
            <p:cNvSpPr>
              <a:spLocks noChangeShapeType="1"/>
            </p:cNvSpPr>
            <p:nvPr/>
          </p:nvSpPr>
          <p:spPr bwMode="auto">
            <a:xfrm>
              <a:off x="2962" y="2717"/>
              <a:ext cx="0" cy="583"/>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79" name="Line 31">
              <a:extLst>
                <a:ext uri="{FF2B5EF4-FFF2-40B4-BE49-F238E27FC236}">
                  <a16:creationId xmlns:a16="http://schemas.microsoft.com/office/drawing/2014/main" id="{A1B011C9-DF30-464F-A410-D69C1A1FD60D}"/>
                </a:ext>
              </a:extLst>
            </p:cNvPr>
            <p:cNvSpPr>
              <a:spLocks noChangeShapeType="1"/>
            </p:cNvSpPr>
            <p:nvPr/>
          </p:nvSpPr>
          <p:spPr bwMode="auto">
            <a:xfrm>
              <a:off x="2959" y="2667"/>
              <a:ext cx="689"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80" name="Line 32">
              <a:extLst>
                <a:ext uri="{FF2B5EF4-FFF2-40B4-BE49-F238E27FC236}">
                  <a16:creationId xmlns:a16="http://schemas.microsoft.com/office/drawing/2014/main" id="{D88EB5AE-3276-B946-BFDC-CBB013F8A716}"/>
                </a:ext>
              </a:extLst>
            </p:cNvPr>
            <p:cNvSpPr>
              <a:spLocks noChangeShapeType="1"/>
            </p:cNvSpPr>
            <p:nvPr/>
          </p:nvSpPr>
          <p:spPr bwMode="auto">
            <a:xfrm>
              <a:off x="3027" y="3350"/>
              <a:ext cx="621"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81" name="Line 33">
              <a:extLst>
                <a:ext uri="{FF2B5EF4-FFF2-40B4-BE49-F238E27FC236}">
                  <a16:creationId xmlns:a16="http://schemas.microsoft.com/office/drawing/2014/main" id="{95AB229F-BD49-1C4E-86B3-229F7E15EF03}"/>
                </a:ext>
              </a:extLst>
            </p:cNvPr>
            <p:cNvSpPr>
              <a:spLocks noChangeShapeType="1"/>
            </p:cNvSpPr>
            <p:nvPr/>
          </p:nvSpPr>
          <p:spPr bwMode="auto">
            <a:xfrm>
              <a:off x="2661" y="2188"/>
              <a:ext cx="1356"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82" name="Line 34">
              <a:extLst>
                <a:ext uri="{FF2B5EF4-FFF2-40B4-BE49-F238E27FC236}">
                  <a16:creationId xmlns:a16="http://schemas.microsoft.com/office/drawing/2014/main" id="{7942343D-A0A8-1F4C-8D50-943AD0164D3F}"/>
                </a:ext>
              </a:extLst>
            </p:cNvPr>
            <p:cNvSpPr>
              <a:spLocks noChangeShapeType="1"/>
            </p:cNvSpPr>
            <p:nvPr/>
          </p:nvSpPr>
          <p:spPr bwMode="auto">
            <a:xfrm>
              <a:off x="4069" y="2213"/>
              <a:ext cx="0" cy="16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83" name="Line 35">
              <a:extLst>
                <a:ext uri="{FF2B5EF4-FFF2-40B4-BE49-F238E27FC236}">
                  <a16:creationId xmlns:a16="http://schemas.microsoft.com/office/drawing/2014/main" id="{BEACF7E4-6F44-1745-969E-2BFDC8947BE5}"/>
                </a:ext>
              </a:extLst>
            </p:cNvPr>
            <p:cNvSpPr>
              <a:spLocks noChangeShapeType="1"/>
            </p:cNvSpPr>
            <p:nvPr/>
          </p:nvSpPr>
          <p:spPr bwMode="auto">
            <a:xfrm>
              <a:off x="2661" y="3885"/>
              <a:ext cx="1356"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84" name="Line 36">
              <a:extLst>
                <a:ext uri="{FF2B5EF4-FFF2-40B4-BE49-F238E27FC236}">
                  <a16:creationId xmlns:a16="http://schemas.microsoft.com/office/drawing/2014/main" id="{B179CCC7-96C3-AD4F-BD4A-9D1D085E13C1}"/>
                </a:ext>
              </a:extLst>
            </p:cNvPr>
            <p:cNvSpPr>
              <a:spLocks noChangeShapeType="1"/>
            </p:cNvSpPr>
            <p:nvPr/>
          </p:nvSpPr>
          <p:spPr bwMode="auto">
            <a:xfrm>
              <a:off x="2598" y="2213"/>
              <a:ext cx="0" cy="16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85" name="Line 37">
              <a:extLst>
                <a:ext uri="{FF2B5EF4-FFF2-40B4-BE49-F238E27FC236}">
                  <a16:creationId xmlns:a16="http://schemas.microsoft.com/office/drawing/2014/main" id="{0944C438-A193-074F-8396-F3CE2C764861}"/>
                </a:ext>
              </a:extLst>
            </p:cNvPr>
            <p:cNvSpPr>
              <a:spLocks noChangeShapeType="1"/>
            </p:cNvSpPr>
            <p:nvPr/>
          </p:nvSpPr>
          <p:spPr bwMode="auto">
            <a:xfrm flipH="1" flipV="1">
              <a:off x="2640" y="2208"/>
              <a:ext cx="336" cy="48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86" name="Line 38">
              <a:extLst>
                <a:ext uri="{FF2B5EF4-FFF2-40B4-BE49-F238E27FC236}">
                  <a16:creationId xmlns:a16="http://schemas.microsoft.com/office/drawing/2014/main" id="{C4DFB8B3-6D26-7A49-B7A5-9FC537B95037}"/>
                </a:ext>
              </a:extLst>
            </p:cNvPr>
            <p:cNvSpPr>
              <a:spLocks noChangeShapeType="1"/>
            </p:cNvSpPr>
            <p:nvPr/>
          </p:nvSpPr>
          <p:spPr bwMode="auto">
            <a:xfrm flipV="1">
              <a:off x="3648" y="2160"/>
              <a:ext cx="432" cy="52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87" name="Line 39">
              <a:extLst>
                <a:ext uri="{FF2B5EF4-FFF2-40B4-BE49-F238E27FC236}">
                  <a16:creationId xmlns:a16="http://schemas.microsoft.com/office/drawing/2014/main" id="{B2A22E46-60DF-DE43-8AFC-F5A98A160772}"/>
                </a:ext>
              </a:extLst>
            </p:cNvPr>
            <p:cNvSpPr>
              <a:spLocks noChangeShapeType="1"/>
            </p:cNvSpPr>
            <p:nvPr/>
          </p:nvSpPr>
          <p:spPr bwMode="auto">
            <a:xfrm>
              <a:off x="3648" y="3360"/>
              <a:ext cx="432" cy="528"/>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88" name="Oval 40">
              <a:extLst>
                <a:ext uri="{FF2B5EF4-FFF2-40B4-BE49-F238E27FC236}">
                  <a16:creationId xmlns:a16="http://schemas.microsoft.com/office/drawing/2014/main" id="{D49F78A7-0F6D-7648-AB6E-D70273319121}"/>
                </a:ext>
              </a:extLst>
            </p:cNvPr>
            <p:cNvSpPr>
              <a:spLocks noChangeArrowheads="1"/>
            </p:cNvSpPr>
            <p:nvPr/>
          </p:nvSpPr>
          <p:spPr bwMode="auto">
            <a:xfrm>
              <a:off x="2930" y="2616"/>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689" name="Oval 41">
              <a:extLst>
                <a:ext uri="{FF2B5EF4-FFF2-40B4-BE49-F238E27FC236}">
                  <a16:creationId xmlns:a16="http://schemas.microsoft.com/office/drawing/2014/main" id="{3CB16494-B5A2-E444-9082-E716E270FE67}"/>
                </a:ext>
              </a:extLst>
            </p:cNvPr>
            <p:cNvSpPr>
              <a:spLocks noChangeArrowheads="1"/>
            </p:cNvSpPr>
            <p:nvPr/>
          </p:nvSpPr>
          <p:spPr bwMode="auto">
            <a:xfrm>
              <a:off x="2928" y="3300"/>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690" name="Oval 42">
              <a:extLst>
                <a:ext uri="{FF2B5EF4-FFF2-40B4-BE49-F238E27FC236}">
                  <a16:creationId xmlns:a16="http://schemas.microsoft.com/office/drawing/2014/main" id="{72467BA2-978D-3848-8F38-A0D8D9DF02E3}"/>
                </a:ext>
              </a:extLst>
            </p:cNvPr>
            <p:cNvSpPr>
              <a:spLocks noChangeArrowheads="1"/>
            </p:cNvSpPr>
            <p:nvPr/>
          </p:nvSpPr>
          <p:spPr bwMode="auto">
            <a:xfrm>
              <a:off x="3600" y="3300"/>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691" name="Oval 43">
              <a:extLst>
                <a:ext uri="{FF2B5EF4-FFF2-40B4-BE49-F238E27FC236}">
                  <a16:creationId xmlns:a16="http://schemas.microsoft.com/office/drawing/2014/main" id="{CCA8A7A6-FD4D-5242-BDD3-DD6E92D5ED19}"/>
                </a:ext>
              </a:extLst>
            </p:cNvPr>
            <p:cNvSpPr>
              <a:spLocks noChangeArrowheads="1"/>
            </p:cNvSpPr>
            <p:nvPr/>
          </p:nvSpPr>
          <p:spPr bwMode="auto">
            <a:xfrm>
              <a:off x="3602" y="2616"/>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692" name="Oval 44">
              <a:extLst>
                <a:ext uri="{FF2B5EF4-FFF2-40B4-BE49-F238E27FC236}">
                  <a16:creationId xmlns:a16="http://schemas.microsoft.com/office/drawing/2014/main" id="{05D7B039-F8DE-AA48-874B-144AEBF9BBD7}"/>
                </a:ext>
              </a:extLst>
            </p:cNvPr>
            <p:cNvSpPr>
              <a:spLocks noChangeArrowheads="1"/>
            </p:cNvSpPr>
            <p:nvPr/>
          </p:nvSpPr>
          <p:spPr bwMode="auto">
            <a:xfrm>
              <a:off x="4012" y="3834"/>
              <a:ext cx="97" cy="102"/>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693" name="Oval 45">
              <a:extLst>
                <a:ext uri="{FF2B5EF4-FFF2-40B4-BE49-F238E27FC236}">
                  <a16:creationId xmlns:a16="http://schemas.microsoft.com/office/drawing/2014/main" id="{88C20B62-1DD1-F64A-8F11-14FF4262532A}"/>
                </a:ext>
              </a:extLst>
            </p:cNvPr>
            <p:cNvSpPr>
              <a:spLocks noChangeArrowheads="1"/>
            </p:cNvSpPr>
            <p:nvPr/>
          </p:nvSpPr>
          <p:spPr bwMode="auto">
            <a:xfrm>
              <a:off x="4012" y="2112"/>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694" name="Oval 46">
              <a:extLst>
                <a:ext uri="{FF2B5EF4-FFF2-40B4-BE49-F238E27FC236}">
                  <a16:creationId xmlns:a16="http://schemas.microsoft.com/office/drawing/2014/main" id="{8760F2BB-AC57-4E42-B601-E1EC9F97A114}"/>
                </a:ext>
              </a:extLst>
            </p:cNvPr>
            <p:cNvSpPr>
              <a:spLocks noChangeArrowheads="1"/>
            </p:cNvSpPr>
            <p:nvPr/>
          </p:nvSpPr>
          <p:spPr bwMode="auto">
            <a:xfrm>
              <a:off x="2562" y="2137"/>
              <a:ext cx="97" cy="102"/>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695" name="Oval 47">
              <a:extLst>
                <a:ext uri="{FF2B5EF4-FFF2-40B4-BE49-F238E27FC236}">
                  <a16:creationId xmlns:a16="http://schemas.microsoft.com/office/drawing/2014/main" id="{0676916F-A66B-CB43-93E8-EDCD49B87AFC}"/>
                </a:ext>
              </a:extLst>
            </p:cNvPr>
            <p:cNvSpPr>
              <a:spLocks noChangeArrowheads="1"/>
            </p:cNvSpPr>
            <p:nvPr/>
          </p:nvSpPr>
          <p:spPr bwMode="auto">
            <a:xfrm>
              <a:off x="2544" y="3833"/>
              <a:ext cx="97" cy="102"/>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grpSp>
      <p:grpSp>
        <p:nvGrpSpPr>
          <p:cNvPr id="50269" name="Group 93">
            <a:extLst>
              <a:ext uri="{FF2B5EF4-FFF2-40B4-BE49-F238E27FC236}">
                <a16:creationId xmlns:a16="http://schemas.microsoft.com/office/drawing/2014/main" id="{D2B13066-B3F6-1F49-A208-C89C7F2B3B8A}"/>
              </a:ext>
            </a:extLst>
          </p:cNvPr>
          <p:cNvGrpSpPr>
            <a:grpSpLocks/>
          </p:cNvGrpSpPr>
          <p:nvPr/>
        </p:nvGrpSpPr>
        <p:grpSpPr bwMode="auto">
          <a:xfrm>
            <a:off x="381000" y="4291013"/>
            <a:ext cx="3976688" cy="1881187"/>
            <a:chOff x="603" y="2592"/>
            <a:chExt cx="2505" cy="1185"/>
          </a:xfrm>
        </p:grpSpPr>
        <p:sp>
          <p:nvSpPr>
            <p:cNvPr id="11298" name="Line 92">
              <a:extLst>
                <a:ext uri="{FF2B5EF4-FFF2-40B4-BE49-F238E27FC236}">
                  <a16:creationId xmlns:a16="http://schemas.microsoft.com/office/drawing/2014/main" id="{78CD6229-F303-2A4C-8957-9D8D6BE2CC4F}"/>
                </a:ext>
              </a:extLst>
            </p:cNvPr>
            <p:cNvSpPr>
              <a:spLocks noChangeShapeType="1"/>
            </p:cNvSpPr>
            <p:nvPr/>
          </p:nvSpPr>
          <p:spPr bwMode="auto">
            <a:xfrm>
              <a:off x="3072" y="2640"/>
              <a:ext cx="0" cy="110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26658" name="Freeform 90">
              <a:extLst>
                <a:ext uri="{FF2B5EF4-FFF2-40B4-BE49-F238E27FC236}">
                  <a16:creationId xmlns:a16="http://schemas.microsoft.com/office/drawing/2014/main" id="{096D545F-1182-2545-ACD6-325979D444F2}"/>
                </a:ext>
              </a:extLst>
            </p:cNvPr>
            <p:cNvSpPr>
              <a:spLocks/>
            </p:cNvSpPr>
            <p:nvPr/>
          </p:nvSpPr>
          <p:spPr bwMode="auto">
            <a:xfrm>
              <a:off x="1334" y="3735"/>
              <a:ext cx="1697" cy="4"/>
            </a:xfrm>
            <a:custGeom>
              <a:avLst/>
              <a:gdLst>
                <a:gd name="T0" fmla="*/ 0 w 1697"/>
                <a:gd name="T1" fmla="*/ 0 h 4"/>
                <a:gd name="T2" fmla="*/ 1697 w 1697"/>
                <a:gd name="T3" fmla="*/ 4 h 4"/>
                <a:gd name="T4" fmla="*/ 0 60000 65536"/>
                <a:gd name="T5" fmla="*/ 0 60000 65536"/>
              </a:gdLst>
              <a:ahLst/>
              <a:cxnLst>
                <a:cxn ang="T4">
                  <a:pos x="T0" y="T1"/>
                </a:cxn>
                <a:cxn ang="T5">
                  <a:pos x="T2" y="T3"/>
                </a:cxn>
              </a:cxnLst>
              <a:rect l="0" t="0" r="r" b="b"/>
              <a:pathLst>
                <a:path w="1697" h="4">
                  <a:moveTo>
                    <a:pt x="0" y="0"/>
                  </a:moveTo>
                  <a:lnTo>
                    <a:pt x="1697" y="4"/>
                  </a:lnTo>
                </a:path>
              </a:pathLst>
            </a:custGeom>
            <a:solidFill>
              <a:schemeClr val="tx2"/>
            </a:solidFill>
            <a:ln w="38100" cmpd="sng">
              <a:solidFill>
                <a:schemeClr val="tx1"/>
              </a:solidFill>
              <a:round/>
              <a:headEnd/>
              <a:tailEnd/>
            </a:ln>
          </p:spPr>
          <p:txBody>
            <a:bodyPr/>
            <a:lstStyle/>
            <a:p>
              <a:endParaRPr lang="zh-CN" altLang="en-US"/>
            </a:p>
          </p:txBody>
        </p:sp>
        <p:sp>
          <p:nvSpPr>
            <p:cNvPr id="26659" name="Line 75">
              <a:extLst>
                <a:ext uri="{FF2B5EF4-FFF2-40B4-BE49-F238E27FC236}">
                  <a16:creationId xmlns:a16="http://schemas.microsoft.com/office/drawing/2014/main" id="{3AFFF1F5-5BED-2E4B-B4B8-78FE61C07F3C}"/>
                </a:ext>
              </a:extLst>
            </p:cNvPr>
            <p:cNvSpPr>
              <a:spLocks noChangeShapeType="1"/>
            </p:cNvSpPr>
            <p:nvPr/>
          </p:nvSpPr>
          <p:spPr bwMode="auto">
            <a:xfrm>
              <a:off x="1327" y="2681"/>
              <a:ext cx="0" cy="37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0" name="Line 76">
              <a:extLst>
                <a:ext uri="{FF2B5EF4-FFF2-40B4-BE49-F238E27FC236}">
                  <a16:creationId xmlns:a16="http://schemas.microsoft.com/office/drawing/2014/main" id="{B2A46F98-3299-EB47-AD2C-9CB804CC8EB9}"/>
                </a:ext>
              </a:extLst>
            </p:cNvPr>
            <p:cNvSpPr>
              <a:spLocks noChangeShapeType="1"/>
            </p:cNvSpPr>
            <p:nvPr/>
          </p:nvSpPr>
          <p:spPr bwMode="auto">
            <a:xfrm>
              <a:off x="672" y="3417"/>
              <a:ext cx="600" cy="3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1" name="Line 77">
              <a:extLst>
                <a:ext uri="{FF2B5EF4-FFF2-40B4-BE49-F238E27FC236}">
                  <a16:creationId xmlns:a16="http://schemas.microsoft.com/office/drawing/2014/main" id="{E0CB7AFF-206C-6D4A-B1B7-D6EFC14FD4DB}"/>
                </a:ext>
              </a:extLst>
            </p:cNvPr>
            <p:cNvSpPr>
              <a:spLocks noChangeShapeType="1"/>
            </p:cNvSpPr>
            <p:nvPr/>
          </p:nvSpPr>
          <p:spPr bwMode="auto">
            <a:xfrm>
              <a:off x="1356" y="2637"/>
              <a:ext cx="16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2" name="Line 78">
              <a:extLst>
                <a:ext uri="{FF2B5EF4-FFF2-40B4-BE49-F238E27FC236}">
                  <a16:creationId xmlns:a16="http://schemas.microsoft.com/office/drawing/2014/main" id="{FB16649F-C0A9-EA45-82E3-7C6DDCA258BD}"/>
                </a:ext>
              </a:extLst>
            </p:cNvPr>
            <p:cNvSpPr>
              <a:spLocks noChangeShapeType="1"/>
            </p:cNvSpPr>
            <p:nvPr/>
          </p:nvSpPr>
          <p:spPr bwMode="auto">
            <a:xfrm>
              <a:off x="1327" y="3149"/>
              <a:ext cx="0" cy="5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3" name="Line 79">
              <a:extLst>
                <a:ext uri="{FF2B5EF4-FFF2-40B4-BE49-F238E27FC236}">
                  <a16:creationId xmlns:a16="http://schemas.microsoft.com/office/drawing/2014/main" id="{0EB667C3-2A48-1443-B6CC-AE17B1A40D16}"/>
                </a:ext>
              </a:extLst>
            </p:cNvPr>
            <p:cNvSpPr>
              <a:spLocks noChangeShapeType="1"/>
            </p:cNvSpPr>
            <p:nvPr/>
          </p:nvSpPr>
          <p:spPr bwMode="auto">
            <a:xfrm flipV="1">
              <a:off x="672" y="2659"/>
              <a:ext cx="630" cy="66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4" name="Line 80">
              <a:extLst>
                <a:ext uri="{FF2B5EF4-FFF2-40B4-BE49-F238E27FC236}">
                  <a16:creationId xmlns:a16="http://schemas.microsoft.com/office/drawing/2014/main" id="{255B7A80-AA4D-2646-9C75-8003C98197B0}"/>
                </a:ext>
              </a:extLst>
            </p:cNvPr>
            <p:cNvSpPr>
              <a:spLocks noChangeShapeType="1"/>
            </p:cNvSpPr>
            <p:nvPr/>
          </p:nvSpPr>
          <p:spPr bwMode="auto">
            <a:xfrm>
              <a:off x="1356" y="3105"/>
              <a:ext cx="171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5" name="Line 81">
              <a:extLst>
                <a:ext uri="{FF2B5EF4-FFF2-40B4-BE49-F238E27FC236}">
                  <a16:creationId xmlns:a16="http://schemas.microsoft.com/office/drawing/2014/main" id="{F5EB3A39-E9D9-764F-94A8-1A6BF18AEBFF}"/>
                </a:ext>
              </a:extLst>
            </p:cNvPr>
            <p:cNvSpPr>
              <a:spLocks noChangeShapeType="1"/>
            </p:cNvSpPr>
            <p:nvPr/>
          </p:nvSpPr>
          <p:spPr bwMode="auto">
            <a:xfrm>
              <a:off x="674" y="3372"/>
              <a:ext cx="189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6" name="Freeform 83">
              <a:extLst>
                <a:ext uri="{FF2B5EF4-FFF2-40B4-BE49-F238E27FC236}">
                  <a16:creationId xmlns:a16="http://schemas.microsoft.com/office/drawing/2014/main" id="{66B406BC-1790-544D-BA1B-37B391B5DBA5}"/>
                </a:ext>
              </a:extLst>
            </p:cNvPr>
            <p:cNvSpPr>
              <a:spLocks/>
            </p:cNvSpPr>
            <p:nvPr/>
          </p:nvSpPr>
          <p:spPr bwMode="auto">
            <a:xfrm>
              <a:off x="2612" y="2653"/>
              <a:ext cx="447" cy="674"/>
            </a:xfrm>
            <a:custGeom>
              <a:avLst/>
              <a:gdLst>
                <a:gd name="T0" fmla="*/ 447 w 447"/>
                <a:gd name="T1" fmla="*/ 0 h 674"/>
                <a:gd name="T2" fmla="*/ 0 w 447"/>
                <a:gd name="T3" fmla="*/ 674 h 674"/>
                <a:gd name="T4" fmla="*/ 0 60000 65536"/>
                <a:gd name="T5" fmla="*/ 0 60000 65536"/>
              </a:gdLst>
              <a:ahLst/>
              <a:cxnLst>
                <a:cxn ang="T4">
                  <a:pos x="T0" y="T1"/>
                </a:cxn>
                <a:cxn ang="T5">
                  <a:pos x="T2" y="T3"/>
                </a:cxn>
              </a:cxnLst>
              <a:rect l="0" t="0" r="r" b="b"/>
              <a:pathLst>
                <a:path w="447" h="674">
                  <a:moveTo>
                    <a:pt x="447" y="0"/>
                  </a:moveTo>
                  <a:lnTo>
                    <a:pt x="0" y="674"/>
                  </a:lnTo>
                </a:path>
              </a:pathLst>
            </a:custGeom>
            <a:solidFill>
              <a:schemeClr val="tx2"/>
            </a:solidFill>
            <a:ln w="38100" cmpd="sng">
              <a:solidFill>
                <a:schemeClr val="tx1"/>
              </a:solidFill>
              <a:round/>
              <a:headEnd/>
              <a:tailEnd/>
            </a:ln>
          </p:spPr>
          <p:txBody>
            <a:bodyPr/>
            <a:lstStyle/>
            <a:p>
              <a:endParaRPr lang="zh-CN" altLang="en-US"/>
            </a:p>
          </p:txBody>
        </p:sp>
        <p:sp>
          <p:nvSpPr>
            <p:cNvPr id="26667" name="Freeform 89">
              <a:extLst>
                <a:ext uri="{FF2B5EF4-FFF2-40B4-BE49-F238E27FC236}">
                  <a16:creationId xmlns:a16="http://schemas.microsoft.com/office/drawing/2014/main" id="{1B258BFD-A515-1642-B244-17A1023CBD59}"/>
                </a:ext>
              </a:extLst>
            </p:cNvPr>
            <p:cNvSpPr>
              <a:spLocks/>
            </p:cNvSpPr>
            <p:nvPr/>
          </p:nvSpPr>
          <p:spPr bwMode="auto">
            <a:xfrm>
              <a:off x="2592" y="3408"/>
              <a:ext cx="430" cy="322"/>
            </a:xfrm>
            <a:custGeom>
              <a:avLst/>
              <a:gdLst>
                <a:gd name="T0" fmla="*/ 0 w 430"/>
                <a:gd name="T1" fmla="*/ 0 h 322"/>
                <a:gd name="T2" fmla="*/ 430 w 430"/>
                <a:gd name="T3" fmla="*/ 322 h 322"/>
                <a:gd name="T4" fmla="*/ 0 60000 65536"/>
                <a:gd name="T5" fmla="*/ 0 60000 65536"/>
              </a:gdLst>
              <a:ahLst/>
              <a:cxnLst>
                <a:cxn ang="T4">
                  <a:pos x="T0" y="T1"/>
                </a:cxn>
                <a:cxn ang="T5">
                  <a:pos x="T2" y="T3"/>
                </a:cxn>
              </a:cxnLst>
              <a:rect l="0" t="0" r="r" b="b"/>
              <a:pathLst>
                <a:path w="430" h="322">
                  <a:moveTo>
                    <a:pt x="0" y="0"/>
                  </a:moveTo>
                  <a:lnTo>
                    <a:pt x="430" y="322"/>
                  </a:lnTo>
                </a:path>
              </a:pathLst>
            </a:custGeom>
            <a:solidFill>
              <a:schemeClr val="tx2"/>
            </a:solidFill>
            <a:ln w="38100" cmpd="sng">
              <a:solidFill>
                <a:schemeClr val="tx1"/>
              </a:solidFill>
              <a:round/>
              <a:headEnd/>
              <a:tailEnd/>
            </a:ln>
          </p:spPr>
          <p:txBody>
            <a:bodyPr/>
            <a:lstStyle/>
            <a:p>
              <a:endParaRPr lang="zh-CN" altLang="en-US"/>
            </a:p>
          </p:txBody>
        </p:sp>
        <p:sp>
          <p:nvSpPr>
            <p:cNvPr id="26668" name="Oval 70">
              <a:extLst>
                <a:ext uri="{FF2B5EF4-FFF2-40B4-BE49-F238E27FC236}">
                  <a16:creationId xmlns:a16="http://schemas.microsoft.com/office/drawing/2014/main" id="{24D7F44A-9F6C-D54C-8BDF-4F5A8058A7A3}"/>
                </a:ext>
              </a:extLst>
            </p:cNvPr>
            <p:cNvSpPr>
              <a:spLocks noChangeArrowheads="1"/>
            </p:cNvSpPr>
            <p:nvPr/>
          </p:nvSpPr>
          <p:spPr bwMode="auto">
            <a:xfrm>
              <a:off x="1272" y="3060"/>
              <a:ext cx="84" cy="89"/>
            </a:xfrm>
            <a:prstGeom prst="ellipse">
              <a:avLst/>
            </a:prstGeom>
            <a:solidFill>
              <a:schemeClr val="tx2"/>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669" name="Oval 71">
              <a:extLst>
                <a:ext uri="{FF2B5EF4-FFF2-40B4-BE49-F238E27FC236}">
                  <a16:creationId xmlns:a16="http://schemas.microsoft.com/office/drawing/2014/main" id="{13BE2234-F7B5-FC49-8A84-FB5BB9060BC7}"/>
                </a:ext>
              </a:extLst>
            </p:cNvPr>
            <p:cNvSpPr>
              <a:spLocks noChangeArrowheads="1"/>
            </p:cNvSpPr>
            <p:nvPr/>
          </p:nvSpPr>
          <p:spPr bwMode="auto">
            <a:xfrm>
              <a:off x="3016" y="2592"/>
              <a:ext cx="83" cy="89"/>
            </a:xfrm>
            <a:prstGeom prst="ellipse">
              <a:avLst/>
            </a:prstGeom>
            <a:solidFill>
              <a:schemeClr val="tx2"/>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670" name="Oval 72">
              <a:extLst>
                <a:ext uri="{FF2B5EF4-FFF2-40B4-BE49-F238E27FC236}">
                  <a16:creationId xmlns:a16="http://schemas.microsoft.com/office/drawing/2014/main" id="{319E4890-E52D-D546-A0CB-15D141A6F3D7}"/>
                </a:ext>
              </a:extLst>
            </p:cNvPr>
            <p:cNvSpPr>
              <a:spLocks noChangeArrowheads="1"/>
            </p:cNvSpPr>
            <p:nvPr/>
          </p:nvSpPr>
          <p:spPr bwMode="auto">
            <a:xfrm>
              <a:off x="3024" y="3060"/>
              <a:ext cx="84" cy="89"/>
            </a:xfrm>
            <a:prstGeom prst="ellipse">
              <a:avLst/>
            </a:prstGeom>
            <a:solidFill>
              <a:schemeClr val="tx2"/>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671" name="Oval 73">
              <a:extLst>
                <a:ext uri="{FF2B5EF4-FFF2-40B4-BE49-F238E27FC236}">
                  <a16:creationId xmlns:a16="http://schemas.microsoft.com/office/drawing/2014/main" id="{1C3392CF-731C-4142-B2B8-A34DCBBDE574}"/>
                </a:ext>
              </a:extLst>
            </p:cNvPr>
            <p:cNvSpPr>
              <a:spLocks noChangeArrowheads="1"/>
            </p:cNvSpPr>
            <p:nvPr/>
          </p:nvSpPr>
          <p:spPr bwMode="auto">
            <a:xfrm>
              <a:off x="3008" y="3688"/>
              <a:ext cx="84" cy="89"/>
            </a:xfrm>
            <a:prstGeom prst="ellipse">
              <a:avLst/>
            </a:prstGeom>
            <a:solidFill>
              <a:schemeClr val="tx2"/>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672" name="Oval 74">
              <a:extLst>
                <a:ext uri="{FF2B5EF4-FFF2-40B4-BE49-F238E27FC236}">
                  <a16:creationId xmlns:a16="http://schemas.microsoft.com/office/drawing/2014/main" id="{1FC9F6B7-B5F3-8C4D-A16E-612B5DA759F7}"/>
                </a:ext>
              </a:extLst>
            </p:cNvPr>
            <p:cNvSpPr>
              <a:spLocks noChangeArrowheads="1"/>
            </p:cNvSpPr>
            <p:nvPr/>
          </p:nvSpPr>
          <p:spPr bwMode="auto">
            <a:xfrm>
              <a:off x="2528" y="3327"/>
              <a:ext cx="84" cy="90"/>
            </a:xfrm>
            <a:prstGeom prst="ellipse">
              <a:avLst/>
            </a:prstGeom>
            <a:solidFill>
              <a:schemeClr val="tx2"/>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673" name="Oval 86">
              <a:extLst>
                <a:ext uri="{FF2B5EF4-FFF2-40B4-BE49-F238E27FC236}">
                  <a16:creationId xmlns:a16="http://schemas.microsoft.com/office/drawing/2014/main" id="{D73CA91F-5344-4E4B-A347-AB23AA261417}"/>
                </a:ext>
              </a:extLst>
            </p:cNvPr>
            <p:cNvSpPr>
              <a:spLocks noChangeArrowheads="1"/>
            </p:cNvSpPr>
            <p:nvPr/>
          </p:nvSpPr>
          <p:spPr bwMode="auto">
            <a:xfrm>
              <a:off x="1296" y="2592"/>
              <a:ext cx="84" cy="90"/>
            </a:xfrm>
            <a:prstGeom prst="ellipse">
              <a:avLst/>
            </a:prstGeom>
            <a:solidFill>
              <a:schemeClr val="tx2"/>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674" name="Oval 87">
              <a:extLst>
                <a:ext uri="{FF2B5EF4-FFF2-40B4-BE49-F238E27FC236}">
                  <a16:creationId xmlns:a16="http://schemas.microsoft.com/office/drawing/2014/main" id="{25CCB80D-96F0-464D-8432-061260C04861}"/>
                </a:ext>
              </a:extLst>
            </p:cNvPr>
            <p:cNvSpPr>
              <a:spLocks noChangeArrowheads="1"/>
            </p:cNvSpPr>
            <p:nvPr/>
          </p:nvSpPr>
          <p:spPr bwMode="auto">
            <a:xfrm>
              <a:off x="1281" y="3687"/>
              <a:ext cx="84" cy="90"/>
            </a:xfrm>
            <a:prstGeom prst="ellipse">
              <a:avLst/>
            </a:prstGeom>
            <a:solidFill>
              <a:schemeClr val="tx2"/>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6675" name="Oval 88">
              <a:extLst>
                <a:ext uri="{FF2B5EF4-FFF2-40B4-BE49-F238E27FC236}">
                  <a16:creationId xmlns:a16="http://schemas.microsoft.com/office/drawing/2014/main" id="{667B6D48-B259-434D-818D-1550BCAC9E37}"/>
                </a:ext>
              </a:extLst>
            </p:cNvPr>
            <p:cNvSpPr>
              <a:spLocks noChangeArrowheads="1"/>
            </p:cNvSpPr>
            <p:nvPr/>
          </p:nvSpPr>
          <p:spPr bwMode="auto">
            <a:xfrm>
              <a:off x="603" y="3333"/>
              <a:ext cx="84" cy="90"/>
            </a:xfrm>
            <a:prstGeom prst="ellipse">
              <a:avLst/>
            </a:prstGeom>
            <a:solidFill>
              <a:schemeClr val="tx2"/>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grpSp>
      <p:grpSp>
        <p:nvGrpSpPr>
          <p:cNvPr id="50294" name="Group 118">
            <a:extLst>
              <a:ext uri="{FF2B5EF4-FFF2-40B4-BE49-F238E27FC236}">
                <a16:creationId xmlns:a16="http://schemas.microsoft.com/office/drawing/2014/main" id="{1951A10C-5DF5-734F-8907-1B5A32F7C506}"/>
              </a:ext>
            </a:extLst>
          </p:cNvPr>
          <p:cNvGrpSpPr>
            <a:grpSpLocks/>
          </p:cNvGrpSpPr>
          <p:nvPr/>
        </p:nvGrpSpPr>
        <p:grpSpPr bwMode="auto">
          <a:xfrm>
            <a:off x="657225" y="1143000"/>
            <a:ext cx="4311650" cy="2789238"/>
            <a:chOff x="414" y="720"/>
            <a:chExt cx="2716" cy="1757"/>
          </a:xfrm>
        </p:grpSpPr>
        <p:sp>
          <p:nvSpPr>
            <p:cNvPr id="50270" name="Text Box 94">
              <a:extLst>
                <a:ext uri="{FF2B5EF4-FFF2-40B4-BE49-F238E27FC236}">
                  <a16:creationId xmlns:a16="http://schemas.microsoft.com/office/drawing/2014/main" id="{931B5469-11AA-5840-8D75-8BADC7F29E6A}"/>
                </a:ext>
              </a:extLst>
            </p:cNvPr>
            <p:cNvSpPr txBox="1">
              <a:spLocks noChangeArrowheads="1"/>
            </p:cNvSpPr>
            <p:nvPr/>
          </p:nvSpPr>
          <p:spPr bwMode="auto">
            <a:xfrm>
              <a:off x="414" y="1267"/>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a</a:t>
              </a:r>
            </a:p>
          </p:txBody>
        </p:sp>
        <p:sp>
          <p:nvSpPr>
            <p:cNvPr id="50273" name="Text Box 97">
              <a:extLst>
                <a:ext uri="{FF2B5EF4-FFF2-40B4-BE49-F238E27FC236}">
                  <a16:creationId xmlns:a16="http://schemas.microsoft.com/office/drawing/2014/main" id="{50E80AC7-9D85-6C40-A2B2-57DF9C666388}"/>
                </a:ext>
              </a:extLst>
            </p:cNvPr>
            <p:cNvSpPr txBox="1">
              <a:spLocks noChangeArrowheads="1"/>
            </p:cNvSpPr>
            <p:nvPr/>
          </p:nvSpPr>
          <p:spPr bwMode="auto">
            <a:xfrm>
              <a:off x="2160" y="1296"/>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b</a:t>
              </a:r>
            </a:p>
          </p:txBody>
        </p:sp>
        <p:sp>
          <p:nvSpPr>
            <p:cNvPr id="50276" name="Text Box 100">
              <a:extLst>
                <a:ext uri="{FF2B5EF4-FFF2-40B4-BE49-F238E27FC236}">
                  <a16:creationId xmlns:a16="http://schemas.microsoft.com/office/drawing/2014/main" id="{957477B2-0B2E-C449-BC12-DCE7BEC46419}"/>
                </a:ext>
              </a:extLst>
            </p:cNvPr>
            <p:cNvSpPr txBox="1">
              <a:spLocks noChangeArrowheads="1"/>
            </p:cNvSpPr>
            <p:nvPr/>
          </p:nvSpPr>
          <p:spPr bwMode="auto">
            <a:xfrm>
              <a:off x="2160" y="2112"/>
              <a:ext cx="23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c</a:t>
              </a:r>
            </a:p>
          </p:txBody>
        </p:sp>
        <p:sp>
          <p:nvSpPr>
            <p:cNvPr id="50279" name="Text Box 103">
              <a:extLst>
                <a:ext uri="{FF2B5EF4-FFF2-40B4-BE49-F238E27FC236}">
                  <a16:creationId xmlns:a16="http://schemas.microsoft.com/office/drawing/2014/main" id="{BF13682E-C763-B943-B13C-F9C4F9E1BB72}"/>
                </a:ext>
              </a:extLst>
            </p:cNvPr>
            <p:cNvSpPr txBox="1">
              <a:spLocks noChangeArrowheads="1"/>
            </p:cNvSpPr>
            <p:nvPr/>
          </p:nvSpPr>
          <p:spPr bwMode="auto">
            <a:xfrm>
              <a:off x="480" y="2112"/>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d</a:t>
              </a:r>
            </a:p>
          </p:txBody>
        </p:sp>
        <p:sp>
          <p:nvSpPr>
            <p:cNvPr id="50284" name="Text Box 108">
              <a:extLst>
                <a:ext uri="{FF2B5EF4-FFF2-40B4-BE49-F238E27FC236}">
                  <a16:creationId xmlns:a16="http://schemas.microsoft.com/office/drawing/2014/main" id="{FFEC0380-07B2-BE46-AA08-94EA422603FD}"/>
                </a:ext>
              </a:extLst>
            </p:cNvPr>
            <p:cNvSpPr txBox="1">
              <a:spLocks noChangeArrowheads="1"/>
            </p:cNvSpPr>
            <p:nvPr/>
          </p:nvSpPr>
          <p:spPr bwMode="auto">
            <a:xfrm>
              <a:off x="1248" y="1536"/>
              <a:ext cx="3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d</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0286" name="Text Box 110">
              <a:extLst>
                <a:ext uri="{FF2B5EF4-FFF2-40B4-BE49-F238E27FC236}">
                  <a16:creationId xmlns:a16="http://schemas.microsoft.com/office/drawing/2014/main" id="{0EA7384F-791F-ED42-BA64-71BCF615AFAA}"/>
                </a:ext>
              </a:extLst>
            </p:cNvPr>
            <p:cNvSpPr txBox="1">
              <a:spLocks noChangeArrowheads="1"/>
            </p:cNvSpPr>
            <p:nvPr/>
          </p:nvSpPr>
          <p:spPr bwMode="auto">
            <a:xfrm>
              <a:off x="1270" y="720"/>
              <a:ext cx="33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a</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0288" name="Text Box 112">
              <a:extLst>
                <a:ext uri="{FF2B5EF4-FFF2-40B4-BE49-F238E27FC236}">
                  <a16:creationId xmlns:a16="http://schemas.microsoft.com/office/drawing/2014/main" id="{85A98646-B9D3-B148-A03D-CD6FE19ED87B}"/>
                </a:ext>
              </a:extLst>
            </p:cNvPr>
            <p:cNvSpPr txBox="1">
              <a:spLocks noChangeArrowheads="1"/>
            </p:cNvSpPr>
            <p:nvPr/>
          </p:nvSpPr>
          <p:spPr bwMode="auto">
            <a:xfrm>
              <a:off x="2784" y="816"/>
              <a:ext cx="3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b</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0291" name="Text Box 115">
              <a:extLst>
                <a:ext uri="{FF2B5EF4-FFF2-40B4-BE49-F238E27FC236}">
                  <a16:creationId xmlns:a16="http://schemas.microsoft.com/office/drawing/2014/main" id="{B43EE66F-B602-0944-B2EF-3B4D0ECF3200}"/>
                </a:ext>
              </a:extLst>
            </p:cNvPr>
            <p:cNvSpPr txBox="1">
              <a:spLocks noChangeArrowheads="1"/>
            </p:cNvSpPr>
            <p:nvPr/>
          </p:nvSpPr>
          <p:spPr bwMode="auto">
            <a:xfrm>
              <a:off x="2784" y="1728"/>
              <a:ext cx="317"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c</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grpSp>
      <p:grpSp>
        <p:nvGrpSpPr>
          <p:cNvPr id="50296" name="Group 120">
            <a:extLst>
              <a:ext uri="{FF2B5EF4-FFF2-40B4-BE49-F238E27FC236}">
                <a16:creationId xmlns:a16="http://schemas.microsoft.com/office/drawing/2014/main" id="{2FEC43F1-8E84-034C-B30D-583307B1A247}"/>
              </a:ext>
            </a:extLst>
          </p:cNvPr>
          <p:cNvGrpSpPr>
            <a:grpSpLocks/>
          </p:cNvGrpSpPr>
          <p:nvPr/>
        </p:nvGrpSpPr>
        <p:grpSpPr bwMode="auto">
          <a:xfrm>
            <a:off x="5480050" y="1828800"/>
            <a:ext cx="3282950" cy="3627438"/>
            <a:chOff x="3452" y="1152"/>
            <a:chExt cx="2068" cy="2285"/>
          </a:xfrm>
        </p:grpSpPr>
        <p:sp>
          <p:nvSpPr>
            <p:cNvPr id="50272" name="Text Box 96">
              <a:extLst>
                <a:ext uri="{FF2B5EF4-FFF2-40B4-BE49-F238E27FC236}">
                  <a16:creationId xmlns:a16="http://schemas.microsoft.com/office/drawing/2014/main" id="{C8C41F07-FEC4-AB4E-8200-1D2CE9FF4108}"/>
                </a:ext>
              </a:extLst>
            </p:cNvPr>
            <p:cNvSpPr txBox="1">
              <a:spLocks noChangeArrowheads="1"/>
            </p:cNvSpPr>
            <p:nvPr/>
          </p:nvSpPr>
          <p:spPr bwMode="auto">
            <a:xfrm>
              <a:off x="3600" y="1152"/>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a</a:t>
              </a:r>
            </a:p>
          </p:txBody>
        </p:sp>
        <p:sp>
          <p:nvSpPr>
            <p:cNvPr id="50274" name="Text Box 98">
              <a:extLst>
                <a:ext uri="{FF2B5EF4-FFF2-40B4-BE49-F238E27FC236}">
                  <a16:creationId xmlns:a16="http://schemas.microsoft.com/office/drawing/2014/main" id="{C45D4F90-BFFE-294A-9381-7325E4101945}"/>
                </a:ext>
              </a:extLst>
            </p:cNvPr>
            <p:cNvSpPr txBox="1">
              <a:spLocks noChangeArrowheads="1"/>
            </p:cNvSpPr>
            <p:nvPr/>
          </p:nvSpPr>
          <p:spPr bwMode="auto">
            <a:xfrm>
              <a:off x="5228" y="1200"/>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b</a:t>
              </a:r>
            </a:p>
          </p:txBody>
        </p:sp>
        <p:sp>
          <p:nvSpPr>
            <p:cNvPr id="50278" name="Text Box 102">
              <a:extLst>
                <a:ext uri="{FF2B5EF4-FFF2-40B4-BE49-F238E27FC236}">
                  <a16:creationId xmlns:a16="http://schemas.microsoft.com/office/drawing/2014/main" id="{8A7A1028-2CE8-7A4C-BC62-E3FAD47C7B86}"/>
                </a:ext>
              </a:extLst>
            </p:cNvPr>
            <p:cNvSpPr txBox="1">
              <a:spLocks noChangeArrowheads="1"/>
            </p:cNvSpPr>
            <p:nvPr/>
          </p:nvSpPr>
          <p:spPr bwMode="auto">
            <a:xfrm>
              <a:off x="5290" y="3024"/>
              <a:ext cx="23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c</a:t>
              </a:r>
            </a:p>
          </p:txBody>
        </p:sp>
        <p:sp>
          <p:nvSpPr>
            <p:cNvPr id="50281" name="Text Box 105">
              <a:extLst>
                <a:ext uri="{FF2B5EF4-FFF2-40B4-BE49-F238E27FC236}">
                  <a16:creationId xmlns:a16="http://schemas.microsoft.com/office/drawing/2014/main" id="{5AC21FB2-A69F-7843-B1AD-C3A6F3008875}"/>
                </a:ext>
              </a:extLst>
            </p:cNvPr>
            <p:cNvSpPr txBox="1">
              <a:spLocks noChangeArrowheads="1"/>
            </p:cNvSpPr>
            <p:nvPr/>
          </p:nvSpPr>
          <p:spPr bwMode="auto">
            <a:xfrm>
              <a:off x="3452" y="3072"/>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d</a:t>
              </a:r>
            </a:p>
          </p:txBody>
        </p:sp>
        <p:sp>
          <p:nvSpPr>
            <p:cNvPr id="50283" name="Text Box 107">
              <a:extLst>
                <a:ext uri="{FF2B5EF4-FFF2-40B4-BE49-F238E27FC236}">
                  <a16:creationId xmlns:a16="http://schemas.microsoft.com/office/drawing/2014/main" id="{3A3BA0C2-2D79-CF47-A33E-DA1714CA5318}"/>
                </a:ext>
              </a:extLst>
            </p:cNvPr>
            <p:cNvSpPr txBox="1">
              <a:spLocks noChangeArrowheads="1"/>
            </p:cNvSpPr>
            <p:nvPr/>
          </p:nvSpPr>
          <p:spPr bwMode="auto">
            <a:xfrm>
              <a:off x="3792" y="2496"/>
              <a:ext cx="3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d</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0287" name="Text Box 111">
              <a:extLst>
                <a:ext uri="{FF2B5EF4-FFF2-40B4-BE49-F238E27FC236}">
                  <a16:creationId xmlns:a16="http://schemas.microsoft.com/office/drawing/2014/main" id="{661756EB-EE6D-E448-A06A-A42338902E87}"/>
                </a:ext>
              </a:extLst>
            </p:cNvPr>
            <p:cNvSpPr txBox="1">
              <a:spLocks noChangeArrowheads="1"/>
            </p:cNvSpPr>
            <p:nvPr/>
          </p:nvSpPr>
          <p:spPr bwMode="auto">
            <a:xfrm>
              <a:off x="3840" y="1843"/>
              <a:ext cx="33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a</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0290" name="Text Box 114">
              <a:extLst>
                <a:ext uri="{FF2B5EF4-FFF2-40B4-BE49-F238E27FC236}">
                  <a16:creationId xmlns:a16="http://schemas.microsoft.com/office/drawing/2014/main" id="{8AA46D46-C406-7F45-80A9-4E21008929D5}"/>
                </a:ext>
              </a:extLst>
            </p:cNvPr>
            <p:cNvSpPr txBox="1">
              <a:spLocks noChangeArrowheads="1"/>
            </p:cNvSpPr>
            <p:nvPr/>
          </p:nvSpPr>
          <p:spPr bwMode="auto">
            <a:xfrm>
              <a:off x="4848" y="1891"/>
              <a:ext cx="3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b</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0292" name="Text Box 116">
              <a:extLst>
                <a:ext uri="{FF2B5EF4-FFF2-40B4-BE49-F238E27FC236}">
                  <a16:creationId xmlns:a16="http://schemas.microsoft.com/office/drawing/2014/main" id="{74D055C3-CA65-234C-9979-0D3365195F39}"/>
                </a:ext>
              </a:extLst>
            </p:cNvPr>
            <p:cNvSpPr txBox="1">
              <a:spLocks noChangeArrowheads="1"/>
            </p:cNvSpPr>
            <p:nvPr/>
          </p:nvSpPr>
          <p:spPr bwMode="auto">
            <a:xfrm>
              <a:off x="4822" y="2496"/>
              <a:ext cx="317"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c</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grpSp>
      <p:grpSp>
        <p:nvGrpSpPr>
          <p:cNvPr id="50295" name="Group 119">
            <a:extLst>
              <a:ext uri="{FF2B5EF4-FFF2-40B4-BE49-F238E27FC236}">
                <a16:creationId xmlns:a16="http://schemas.microsoft.com/office/drawing/2014/main" id="{72AA40F9-0B3C-5C4E-AF41-B871D618F121}"/>
              </a:ext>
            </a:extLst>
          </p:cNvPr>
          <p:cNvGrpSpPr>
            <a:grpSpLocks/>
          </p:cNvGrpSpPr>
          <p:nvPr/>
        </p:nvGrpSpPr>
        <p:grpSpPr bwMode="auto">
          <a:xfrm>
            <a:off x="76200" y="3733800"/>
            <a:ext cx="4805363" cy="2971800"/>
            <a:chOff x="48" y="2352"/>
            <a:chExt cx="3027" cy="1872"/>
          </a:xfrm>
        </p:grpSpPr>
        <p:sp>
          <p:nvSpPr>
            <p:cNvPr id="50271" name="Text Box 95">
              <a:extLst>
                <a:ext uri="{FF2B5EF4-FFF2-40B4-BE49-F238E27FC236}">
                  <a16:creationId xmlns:a16="http://schemas.microsoft.com/office/drawing/2014/main" id="{A7D88A7A-5126-9343-888F-45B6F223F6E1}"/>
                </a:ext>
              </a:extLst>
            </p:cNvPr>
            <p:cNvSpPr txBox="1">
              <a:spLocks noChangeArrowheads="1"/>
            </p:cNvSpPr>
            <p:nvPr/>
          </p:nvSpPr>
          <p:spPr bwMode="auto">
            <a:xfrm>
              <a:off x="48" y="3139"/>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a</a:t>
              </a:r>
            </a:p>
          </p:txBody>
        </p:sp>
        <p:sp>
          <p:nvSpPr>
            <p:cNvPr id="50275" name="Text Box 99">
              <a:extLst>
                <a:ext uri="{FF2B5EF4-FFF2-40B4-BE49-F238E27FC236}">
                  <a16:creationId xmlns:a16="http://schemas.microsoft.com/office/drawing/2014/main" id="{6D08A497-FA45-4B47-A695-328F4E0709E9}"/>
                </a:ext>
              </a:extLst>
            </p:cNvPr>
            <p:cNvSpPr txBox="1">
              <a:spLocks noChangeArrowheads="1"/>
            </p:cNvSpPr>
            <p:nvPr/>
          </p:nvSpPr>
          <p:spPr bwMode="auto">
            <a:xfrm>
              <a:off x="1968" y="3168"/>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b</a:t>
              </a:r>
            </a:p>
          </p:txBody>
        </p:sp>
        <p:sp>
          <p:nvSpPr>
            <p:cNvPr id="50277" name="Text Box 101">
              <a:extLst>
                <a:ext uri="{FF2B5EF4-FFF2-40B4-BE49-F238E27FC236}">
                  <a16:creationId xmlns:a16="http://schemas.microsoft.com/office/drawing/2014/main" id="{81CF0FA8-EE71-174D-A4EB-D4A807AA84AF}"/>
                </a:ext>
              </a:extLst>
            </p:cNvPr>
            <p:cNvSpPr txBox="1">
              <a:spLocks noChangeArrowheads="1"/>
            </p:cNvSpPr>
            <p:nvPr/>
          </p:nvSpPr>
          <p:spPr bwMode="auto">
            <a:xfrm>
              <a:off x="2688" y="3696"/>
              <a:ext cx="23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c</a:t>
              </a:r>
            </a:p>
          </p:txBody>
        </p:sp>
        <p:sp>
          <p:nvSpPr>
            <p:cNvPr id="50280" name="Text Box 104">
              <a:extLst>
                <a:ext uri="{FF2B5EF4-FFF2-40B4-BE49-F238E27FC236}">
                  <a16:creationId xmlns:a16="http://schemas.microsoft.com/office/drawing/2014/main" id="{05E65CBB-D668-284F-94EC-E7E8B99E7FFA}"/>
                </a:ext>
              </a:extLst>
            </p:cNvPr>
            <p:cNvSpPr txBox="1">
              <a:spLocks noChangeArrowheads="1"/>
            </p:cNvSpPr>
            <p:nvPr/>
          </p:nvSpPr>
          <p:spPr bwMode="auto">
            <a:xfrm>
              <a:off x="816" y="3859"/>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d</a:t>
              </a:r>
            </a:p>
          </p:txBody>
        </p:sp>
        <p:sp>
          <p:nvSpPr>
            <p:cNvPr id="50282" name="Text Box 106">
              <a:extLst>
                <a:ext uri="{FF2B5EF4-FFF2-40B4-BE49-F238E27FC236}">
                  <a16:creationId xmlns:a16="http://schemas.microsoft.com/office/drawing/2014/main" id="{F515543B-E11D-E346-AACC-ABF242A9D641}"/>
                </a:ext>
              </a:extLst>
            </p:cNvPr>
            <p:cNvSpPr txBox="1">
              <a:spLocks noChangeArrowheads="1"/>
            </p:cNvSpPr>
            <p:nvPr/>
          </p:nvSpPr>
          <p:spPr bwMode="auto">
            <a:xfrm>
              <a:off x="960" y="2880"/>
              <a:ext cx="3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d</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0285" name="Text Box 109">
              <a:extLst>
                <a:ext uri="{FF2B5EF4-FFF2-40B4-BE49-F238E27FC236}">
                  <a16:creationId xmlns:a16="http://schemas.microsoft.com/office/drawing/2014/main" id="{BCC0A46F-9822-F844-A7C0-B3F4272D9F26}"/>
                </a:ext>
              </a:extLst>
            </p:cNvPr>
            <p:cNvSpPr txBox="1">
              <a:spLocks noChangeArrowheads="1"/>
            </p:cNvSpPr>
            <p:nvPr/>
          </p:nvSpPr>
          <p:spPr bwMode="auto">
            <a:xfrm>
              <a:off x="874" y="2352"/>
              <a:ext cx="33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a</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0289" name="Text Box 113">
              <a:extLst>
                <a:ext uri="{FF2B5EF4-FFF2-40B4-BE49-F238E27FC236}">
                  <a16:creationId xmlns:a16="http://schemas.microsoft.com/office/drawing/2014/main" id="{58502357-3EC4-8E47-904E-35B32078BC43}"/>
                </a:ext>
              </a:extLst>
            </p:cNvPr>
            <p:cNvSpPr txBox="1">
              <a:spLocks noChangeArrowheads="1"/>
            </p:cNvSpPr>
            <p:nvPr/>
          </p:nvSpPr>
          <p:spPr bwMode="auto">
            <a:xfrm>
              <a:off x="2688" y="2448"/>
              <a:ext cx="3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b</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0293" name="Text Box 117">
              <a:extLst>
                <a:ext uri="{FF2B5EF4-FFF2-40B4-BE49-F238E27FC236}">
                  <a16:creationId xmlns:a16="http://schemas.microsoft.com/office/drawing/2014/main" id="{B18D3568-8A7A-7C42-912E-F4A5DBF7752E}"/>
                </a:ext>
              </a:extLst>
            </p:cNvPr>
            <p:cNvSpPr txBox="1">
              <a:spLocks noChangeArrowheads="1"/>
            </p:cNvSpPr>
            <p:nvPr/>
          </p:nvSpPr>
          <p:spPr bwMode="auto">
            <a:xfrm>
              <a:off x="2758" y="2995"/>
              <a:ext cx="317"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c</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50224"/>
                                        </p:tgtEl>
                                        <p:attrNameLst>
                                          <p:attrName>style.visibility</p:attrName>
                                        </p:attrNameLst>
                                      </p:cBhvr>
                                      <p:to>
                                        <p:strVal val="visible"/>
                                      </p:to>
                                    </p:set>
                                    <p:anim calcmode="lin" valueType="num">
                                      <p:cBhvr>
                                        <p:cTn id="7" dur="1000" fill="hold"/>
                                        <p:tgtEl>
                                          <p:spTgt spid="50224"/>
                                        </p:tgtEl>
                                        <p:attrNameLst>
                                          <p:attrName>ppt_w</p:attrName>
                                        </p:attrNameLst>
                                      </p:cBhvr>
                                      <p:tavLst>
                                        <p:tav tm="0">
                                          <p:val>
                                            <p:fltVal val="0"/>
                                          </p:val>
                                        </p:tav>
                                        <p:tav tm="100000">
                                          <p:val>
                                            <p:strVal val="#ppt_w"/>
                                          </p:val>
                                        </p:tav>
                                      </p:tavLst>
                                    </p:anim>
                                    <p:anim calcmode="lin" valueType="num">
                                      <p:cBhvr>
                                        <p:cTn id="8" dur="1000" fill="hold"/>
                                        <p:tgtEl>
                                          <p:spTgt spid="50224"/>
                                        </p:tgtEl>
                                        <p:attrNameLst>
                                          <p:attrName>ppt_h</p:attrName>
                                        </p:attrNameLst>
                                      </p:cBhvr>
                                      <p:tavLst>
                                        <p:tav tm="0">
                                          <p:val>
                                            <p:fltVal val="0"/>
                                          </p:val>
                                        </p:tav>
                                        <p:tav tm="100000">
                                          <p:val>
                                            <p:strVal val="#ppt_h"/>
                                          </p:val>
                                        </p:tav>
                                      </p:tavLst>
                                    </p:anim>
                                    <p:anim calcmode="lin" valueType="num">
                                      <p:cBhvr>
                                        <p:cTn id="9" dur="1000" fill="hold"/>
                                        <p:tgtEl>
                                          <p:spTgt spid="50224"/>
                                        </p:tgtEl>
                                        <p:attrNameLst>
                                          <p:attrName>style.rotation</p:attrName>
                                        </p:attrNameLst>
                                      </p:cBhvr>
                                      <p:tavLst>
                                        <p:tav tm="0">
                                          <p:val>
                                            <p:fltVal val="90"/>
                                          </p:val>
                                        </p:tav>
                                        <p:tav tm="100000">
                                          <p:val>
                                            <p:fltVal val="0"/>
                                          </p:val>
                                        </p:tav>
                                      </p:tavLst>
                                    </p:anim>
                                    <p:animEffect transition="in" filter="fade">
                                      <p:cBhvr>
                                        <p:cTn id="10" dur="1000"/>
                                        <p:tgtEl>
                                          <p:spTgt spid="5022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029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029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026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02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Number Placeholder 5">
            <a:extLst>
              <a:ext uri="{FF2B5EF4-FFF2-40B4-BE49-F238E27FC236}">
                <a16:creationId xmlns:a16="http://schemas.microsoft.com/office/drawing/2014/main" id="{386F3F05-B4B8-4A44-AB84-660297B995C3}"/>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DB95F471-7028-1448-8B21-3649BFA1CCAE}" type="slidenum">
              <a:rPr kumimoji="0" lang="zh-CN" altLang="en-US" sz="1200"/>
              <a:pPr/>
              <a:t>10</a:t>
            </a:fld>
            <a:endParaRPr kumimoji="0" lang="en-US" altLang="zh-CN" sz="1200"/>
          </a:p>
        </p:txBody>
      </p:sp>
      <p:sp>
        <p:nvSpPr>
          <p:cNvPr id="51202" name="Rectangle 2">
            <a:extLst>
              <a:ext uri="{FF2B5EF4-FFF2-40B4-BE49-F238E27FC236}">
                <a16:creationId xmlns:a16="http://schemas.microsoft.com/office/drawing/2014/main" id="{C05EBD81-75AA-854D-BBEE-79FA087C79F7}"/>
              </a:ext>
            </a:extLst>
          </p:cNvPr>
          <p:cNvSpPr>
            <a:spLocks noGrp="1" noChangeArrowheads="1"/>
          </p:cNvSpPr>
          <p:nvPr>
            <p:ph type="title"/>
          </p:nvPr>
        </p:nvSpPr>
        <p:spPr>
          <a:xfrm>
            <a:off x="152400" y="381000"/>
            <a:ext cx="7772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图的同构(</a:t>
            </a:r>
            <a:r>
              <a:rPr lang="en-US" altLang="zh-CN" i="1" dirty="0">
                <a:latin typeface="Times New Roman" charset="0"/>
                <a:ea typeface="楷体_GB2312" charset="0"/>
                <a:cs typeface="+mj-cs"/>
              </a:rPr>
              <a:t>isomorphism</a:t>
            </a:r>
            <a:r>
              <a:rPr lang="en-US" altLang="zh-CN" dirty="0">
                <a:latin typeface="Times New Roman" charset="0"/>
                <a:ea typeface="楷体_GB2312" charset="0"/>
                <a:cs typeface="+mj-cs"/>
              </a:rPr>
              <a:t>)</a:t>
            </a:r>
            <a:r>
              <a:rPr lang="zh-CN" altLang="en-US" dirty="0">
                <a:latin typeface="Times New Roman" charset="0"/>
                <a:ea typeface="楷体_GB2312" charset="0"/>
                <a:cs typeface="+mj-cs"/>
              </a:rPr>
              <a:t> </a:t>
            </a:r>
          </a:p>
        </p:txBody>
      </p:sp>
      <p:grpSp>
        <p:nvGrpSpPr>
          <p:cNvPr id="27651" name="Group 128">
            <a:extLst>
              <a:ext uri="{FF2B5EF4-FFF2-40B4-BE49-F238E27FC236}">
                <a16:creationId xmlns:a16="http://schemas.microsoft.com/office/drawing/2014/main" id="{8482EDF3-2F28-5045-AE7E-CACE11D96E1D}"/>
              </a:ext>
            </a:extLst>
          </p:cNvPr>
          <p:cNvGrpSpPr>
            <a:grpSpLocks/>
          </p:cNvGrpSpPr>
          <p:nvPr/>
        </p:nvGrpSpPr>
        <p:grpSpPr bwMode="auto">
          <a:xfrm>
            <a:off x="654050" y="3581400"/>
            <a:ext cx="2470150" cy="2667000"/>
            <a:chOff x="741" y="960"/>
            <a:chExt cx="1556" cy="1680"/>
          </a:xfrm>
        </p:grpSpPr>
        <p:sp>
          <p:nvSpPr>
            <p:cNvPr id="27674" name="Line 98">
              <a:extLst>
                <a:ext uri="{FF2B5EF4-FFF2-40B4-BE49-F238E27FC236}">
                  <a16:creationId xmlns:a16="http://schemas.microsoft.com/office/drawing/2014/main" id="{EBF692E1-123C-3E4B-B72D-4FE26B9FE20D}"/>
                </a:ext>
              </a:extLst>
            </p:cNvPr>
            <p:cNvSpPr>
              <a:spLocks noChangeShapeType="1"/>
            </p:cNvSpPr>
            <p:nvPr/>
          </p:nvSpPr>
          <p:spPr bwMode="auto">
            <a:xfrm flipH="1" flipV="1">
              <a:off x="783" y="1413"/>
              <a:ext cx="753" cy="117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5" name="Line 97">
              <a:extLst>
                <a:ext uri="{FF2B5EF4-FFF2-40B4-BE49-F238E27FC236}">
                  <a16:creationId xmlns:a16="http://schemas.microsoft.com/office/drawing/2014/main" id="{E40DD98B-C66B-6F45-B01D-92D9F6448924}"/>
                </a:ext>
              </a:extLst>
            </p:cNvPr>
            <p:cNvSpPr>
              <a:spLocks noChangeShapeType="1"/>
            </p:cNvSpPr>
            <p:nvPr/>
          </p:nvSpPr>
          <p:spPr bwMode="auto">
            <a:xfrm flipH="1" flipV="1">
              <a:off x="1560" y="1011"/>
              <a:ext cx="666" cy="114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6" name="Line 48">
              <a:extLst>
                <a:ext uri="{FF2B5EF4-FFF2-40B4-BE49-F238E27FC236}">
                  <a16:creationId xmlns:a16="http://schemas.microsoft.com/office/drawing/2014/main" id="{3F82CF85-BD90-1643-BE43-A107F6E723EB}"/>
                </a:ext>
              </a:extLst>
            </p:cNvPr>
            <p:cNvSpPr>
              <a:spLocks noChangeShapeType="1"/>
            </p:cNvSpPr>
            <p:nvPr/>
          </p:nvSpPr>
          <p:spPr bwMode="auto">
            <a:xfrm flipH="1">
              <a:off x="1536" y="1392"/>
              <a:ext cx="720" cy="124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7" name="Line 50">
              <a:extLst>
                <a:ext uri="{FF2B5EF4-FFF2-40B4-BE49-F238E27FC236}">
                  <a16:creationId xmlns:a16="http://schemas.microsoft.com/office/drawing/2014/main" id="{6E1714EC-FC79-984E-B5EF-90FE8DB3385B}"/>
                </a:ext>
              </a:extLst>
            </p:cNvPr>
            <p:cNvSpPr>
              <a:spLocks noChangeShapeType="1"/>
            </p:cNvSpPr>
            <p:nvPr/>
          </p:nvSpPr>
          <p:spPr bwMode="auto">
            <a:xfrm>
              <a:off x="801" y="1395"/>
              <a:ext cx="145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8" name="Line 53">
              <a:extLst>
                <a:ext uri="{FF2B5EF4-FFF2-40B4-BE49-F238E27FC236}">
                  <a16:creationId xmlns:a16="http://schemas.microsoft.com/office/drawing/2014/main" id="{1F4DBB5C-3197-EE44-83D1-0EF38907DE0A}"/>
                </a:ext>
              </a:extLst>
            </p:cNvPr>
            <p:cNvSpPr>
              <a:spLocks noChangeShapeType="1"/>
            </p:cNvSpPr>
            <p:nvPr/>
          </p:nvSpPr>
          <p:spPr bwMode="auto">
            <a:xfrm flipV="1">
              <a:off x="780" y="1008"/>
              <a:ext cx="756" cy="115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9" name="Oval 58">
              <a:extLst>
                <a:ext uri="{FF2B5EF4-FFF2-40B4-BE49-F238E27FC236}">
                  <a16:creationId xmlns:a16="http://schemas.microsoft.com/office/drawing/2014/main" id="{AD935687-9A4A-044B-B193-2EBB3F935061}"/>
                </a:ext>
              </a:extLst>
            </p:cNvPr>
            <p:cNvSpPr>
              <a:spLocks noChangeArrowheads="1"/>
            </p:cNvSpPr>
            <p:nvPr/>
          </p:nvSpPr>
          <p:spPr bwMode="auto">
            <a:xfrm>
              <a:off x="2208" y="1350"/>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80" name="Oval 62">
              <a:extLst>
                <a:ext uri="{FF2B5EF4-FFF2-40B4-BE49-F238E27FC236}">
                  <a16:creationId xmlns:a16="http://schemas.microsoft.com/office/drawing/2014/main" id="{4FE1BF35-CDB1-CA42-8684-6CEAD4238226}"/>
                </a:ext>
              </a:extLst>
            </p:cNvPr>
            <p:cNvSpPr>
              <a:spLocks noChangeArrowheads="1"/>
            </p:cNvSpPr>
            <p:nvPr/>
          </p:nvSpPr>
          <p:spPr bwMode="auto">
            <a:xfrm>
              <a:off x="741" y="1350"/>
              <a:ext cx="84" cy="90"/>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81" name="Line 92">
              <a:extLst>
                <a:ext uri="{FF2B5EF4-FFF2-40B4-BE49-F238E27FC236}">
                  <a16:creationId xmlns:a16="http://schemas.microsoft.com/office/drawing/2014/main" id="{9CD4CDF3-9481-044D-B873-042A130FD70B}"/>
                </a:ext>
              </a:extLst>
            </p:cNvPr>
            <p:cNvSpPr>
              <a:spLocks noChangeShapeType="1"/>
            </p:cNvSpPr>
            <p:nvPr/>
          </p:nvSpPr>
          <p:spPr bwMode="auto">
            <a:xfrm>
              <a:off x="807" y="2163"/>
              <a:ext cx="145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2" name="Oval 93">
              <a:extLst>
                <a:ext uri="{FF2B5EF4-FFF2-40B4-BE49-F238E27FC236}">
                  <a16:creationId xmlns:a16="http://schemas.microsoft.com/office/drawing/2014/main" id="{CBFA7694-3215-AD4C-ADA2-E1652B035F3D}"/>
                </a:ext>
              </a:extLst>
            </p:cNvPr>
            <p:cNvSpPr>
              <a:spLocks noChangeArrowheads="1"/>
            </p:cNvSpPr>
            <p:nvPr/>
          </p:nvSpPr>
          <p:spPr bwMode="auto">
            <a:xfrm>
              <a:off x="2214" y="2118"/>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83" name="Oval 94">
              <a:extLst>
                <a:ext uri="{FF2B5EF4-FFF2-40B4-BE49-F238E27FC236}">
                  <a16:creationId xmlns:a16="http://schemas.microsoft.com/office/drawing/2014/main" id="{5BF39D4B-3099-5543-9AAE-F93CBD7A152A}"/>
                </a:ext>
              </a:extLst>
            </p:cNvPr>
            <p:cNvSpPr>
              <a:spLocks noChangeArrowheads="1"/>
            </p:cNvSpPr>
            <p:nvPr/>
          </p:nvSpPr>
          <p:spPr bwMode="auto">
            <a:xfrm>
              <a:off x="747" y="2118"/>
              <a:ext cx="84" cy="90"/>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84" name="Oval 95">
              <a:extLst>
                <a:ext uri="{FF2B5EF4-FFF2-40B4-BE49-F238E27FC236}">
                  <a16:creationId xmlns:a16="http://schemas.microsoft.com/office/drawing/2014/main" id="{E41DF77E-7B70-0240-AA2A-1987100A732D}"/>
                </a:ext>
              </a:extLst>
            </p:cNvPr>
            <p:cNvSpPr>
              <a:spLocks noChangeArrowheads="1"/>
            </p:cNvSpPr>
            <p:nvPr/>
          </p:nvSpPr>
          <p:spPr bwMode="auto">
            <a:xfrm>
              <a:off x="1501" y="960"/>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85" name="Oval 96">
              <a:extLst>
                <a:ext uri="{FF2B5EF4-FFF2-40B4-BE49-F238E27FC236}">
                  <a16:creationId xmlns:a16="http://schemas.microsoft.com/office/drawing/2014/main" id="{333B7F04-9081-8D48-A056-5A6D4F968DD6}"/>
                </a:ext>
              </a:extLst>
            </p:cNvPr>
            <p:cNvSpPr>
              <a:spLocks noChangeArrowheads="1"/>
            </p:cNvSpPr>
            <p:nvPr/>
          </p:nvSpPr>
          <p:spPr bwMode="auto">
            <a:xfrm>
              <a:off x="1501" y="2551"/>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grpSp>
      <p:grpSp>
        <p:nvGrpSpPr>
          <p:cNvPr id="27652" name="Group 129">
            <a:extLst>
              <a:ext uri="{FF2B5EF4-FFF2-40B4-BE49-F238E27FC236}">
                <a16:creationId xmlns:a16="http://schemas.microsoft.com/office/drawing/2014/main" id="{341FCBAF-29F2-F640-9C57-C1CE2A955760}"/>
              </a:ext>
            </a:extLst>
          </p:cNvPr>
          <p:cNvGrpSpPr>
            <a:grpSpLocks/>
          </p:cNvGrpSpPr>
          <p:nvPr/>
        </p:nvGrpSpPr>
        <p:grpSpPr bwMode="auto">
          <a:xfrm>
            <a:off x="2971800" y="1600200"/>
            <a:ext cx="2460625" cy="1981200"/>
            <a:chOff x="3396" y="957"/>
            <a:chExt cx="1550" cy="1248"/>
          </a:xfrm>
        </p:grpSpPr>
        <p:sp>
          <p:nvSpPr>
            <p:cNvPr id="27662" name="Line 99">
              <a:extLst>
                <a:ext uri="{FF2B5EF4-FFF2-40B4-BE49-F238E27FC236}">
                  <a16:creationId xmlns:a16="http://schemas.microsoft.com/office/drawing/2014/main" id="{81D00980-285F-574A-A40F-1D7FD547DDE9}"/>
                </a:ext>
              </a:extLst>
            </p:cNvPr>
            <p:cNvSpPr>
              <a:spLocks noChangeShapeType="1"/>
            </p:cNvSpPr>
            <p:nvPr/>
          </p:nvSpPr>
          <p:spPr bwMode="auto">
            <a:xfrm flipV="1">
              <a:off x="3792" y="1440"/>
              <a:ext cx="384"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3" name="Line 100">
              <a:extLst>
                <a:ext uri="{FF2B5EF4-FFF2-40B4-BE49-F238E27FC236}">
                  <a16:creationId xmlns:a16="http://schemas.microsoft.com/office/drawing/2014/main" id="{D8C87F3B-23E9-ED44-8BBC-E6B6571F255E}"/>
                </a:ext>
              </a:extLst>
            </p:cNvPr>
            <p:cNvSpPr>
              <a:spLocks noChangeShapeType="1"/>
            </p:cNvSpPr>
            <p:nvPr/>
          </p:nvSpPr>
          <p:spPr bwMode="auto">
            <a:xfrm flipH="1" flipV="1">
              <a:off x="4209" y="1008"/>
              <a:ext cx="666" cy="114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4" name="Line 101">
              <a:extLst>
                <a:ext uri="{FF2B5EF4-FFF2-40B4-BE49-F238E27FC236}">
                  <a16:creationId xmlns:a16="http://schemas.microsoft.com/office/drawing/2014/main" id="{5A4B957E-563E-044B-AE3A-5020ED6A8428}"/>
                </a:ext>
              </a:extLst>
            </p:cNvPr>
            <p:cNvSpPr>
              <a:spLocks noChangeShapeType="1"/>
            </p:cNvSpPr>
            <p:nvPr/>
          </p:nvSpPr>
          <p:spPr bwMode="auto">
            <a:xfrm>
              <a:off x="4176" y="1392"/>
              <a:ext cx="336" cy="67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5" name="Line 102">
              <a:extLst>
                <a:ext uri="{FF2B5EF4-FFF2-40B4-BE49-F238E27FC236}">
                  <a16:creationId xmlns:a16="http://schemas.microsoft.com/office/drawing/2014/main" id="{C014F66A-C850-AB4D-A6D8-9EC0173294F5}"/>
                </a:ext>
              </a:extLst>
            </p:cNvPr>
            <p:cNvSpPr>
              <a:spLocks noChangeShapeType="1"/>
            </p:cNvSpPr>
            <p:nvPr/>
          </p:nvSpPr>
          <p:spPr bwMode="auto">
            <a:xfrm>
              <a:off x="3792" y="2016"/>
              <a:ext cx="72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6" name="Line 103">
              <a:extLst>
                <a:ext uri="{FF2B5EF4-FFF2-40B4-BE49-F238E27FC236}">
                  <a16:creationId xmlns:a16="http://schemas.microsoft.com/office/drawing/2014/main" id="{E860D361-4893-8E47-9E20-2D8DE206186B}"/>
                </a:ext>
              </a:extLst>
            </p:cNvPr>
            <p:cNvSpPr>
              <a:spLocks noChangeShapeType="1"/>
            </p:cNvSpPr>
            <p:nvPr/>
          </p:nvSpPr>
          <p:spPr bwMode="auto">
            <a:xfrm flipV="1">
              <a:off x="3429" y="1005"/>
              <a:ext cx="756" cy="115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7" name="Oval 104">
              <a:extLst>
                <a:ext uri="{FF2B5EF4-FFF2-40B4-BE49-F238E27FC236}">
                  <a16:creationId xmlns:a16="http://schemas.microsoft.com/office/drawing/2014/main" id="{EAD8653A-49BF-764B-BFE6-48C388DFF83E}"/>
                </a:ext>
              </a:extLst>
            </p:cNvPr>
            <p:cNvSpPr>
              <a:spLocks noChangeArrowheads="1"/>
            </p:cNvSpPr>
            <p:nvPr/>
          </p:nvSpPr>
          <p:spPr bwMode="auto">
            <a:xfrm>
              <a:off x="4464" y="1975"/>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68" name="Oval 105">
              <a:extLst>
                <a:ext uri="{FF2B5EF4-FFF2-40B4-BE49-F238E27FC236}">
                  <a16:creationId xmlns:a16="http://schemas.microsoft.com/office/drawing/2014/main" id="{3F849371-BB72-6F41-9FDF-E90D0FAE6112}"/>
                </a:ext>
              </a:extLst>
            </p:cNvPr>
            <p:cNvSpPr>
              <a:spLocks noChangeArrowheads="1"/>
            </p:cNvSpPr>
            <p:nvPr/>
          </p:nvSpPr>
          <p:spPr bwMode="auto">
            <a:xfrm>
              <a:off x="4140" y="1347"/>
              <a:ext cx="84" cy="90"/>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69" name="Line 106">
              <a:extLst>
                <a:ext uri="{FF2B5EF4-FFF2-40B4-BE49-F238E27FC236}">
                  <a16:creationId xmlns:a16="http://schemas.microsoft.com/office/drawing/2014/main" id="{BB768E70-5631-C342-B594-CBD6C2C84DA2}"/>
                </a:ext>
              </a:extLst>
            </p:cNvPr>
            <p:cNvSpPr>
              <a:spLocks noChangeShapeType="1"/>
            </p:cNvSpPr>
            <p:nvPr/>
          </p:nvSpPr>
          <p:spPr bwMode="auto">
            <a:xfrm>
              <a:off x="3456" y="2160"/>
              <a:ext cx="145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0" name="Oval 107">
              <a:extLst>
                <a:ext uri="{FF2B5EF4-FFF2-40B4-BE49-F238E27FC236}">
                  <a16:creationId xmlns:a16="http://schemas.microsoft.com/office/drawing/2014/main" id="{BD3C0B98-54EA-0D4F-AA99-E8EDAE8EA6F6}"/>
                </a:ext>
              </a:extLst>
            </p:cNvPr>
            <p:cNvSpPr>
              <a:spLocks noChangeArrowheads="1"/>
            </p:cNvSpPr>
            <p:nvPr/>
          </p:nvSpPr>
          <p:spPr bwMode="auto">
            <a:xfrm>
              <a:off x="4863" y="2115"/>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71" name="Oval 108">
              <a:extLst>
                <a:ext uri="{FF2B5EF4-FFF2-40B4-BE49-F238E27FC236}">
                  <a16:creationId xmlns:a16="http://schemas.microsoft.com/office/drawing/2014/main" id="{DC449275-AC09-894F-AD49-2C2D3FAF7ECA}"/>
                </a:ext>
              </a:extLst>
            </p:cNvPr>
            <p:cNvSpPr>
              <a:spLocks noChangeArrowheads="1"/>
            </p:cNvSpPr>
            <p:nvPr/>
          </p:nvSpPr>
          <p:spPr bwMode="auto">
            <a:xfrm>
              <a:off x="3396" y="2115"/>
              <a:ext cx="84" cy="90"/>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72" name="Oval 109">
              <a:extLst>
                <a:ext uri="{FF2B5EF4-FFF2-40B4-BE49-F238E27FC236}">
                  <a16:creationId xmlns:a16="http://schemas.microsoft.com/office/drawing/2014/main" id="{33F23E6B-E6DC-8E4E-B862-52FB08B243F1}"/>
                </a:ext>
              </a:extLst>
            </p:cNvPr>
            <p:cNvSpPr>
              <a:spLocks noChangeArrowheads="1"/>
            </p:cNvSpPr>
            <p:nvPr/>
          </p:nvSpPr>
          <p:spPr bwMode="auto">
            <a:xfrm>
              <a:off x="4150" y="957"/>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73" name="Oval 110">
              <a:extLst>
                <a:ext uri="{FF2B5EF4-FFF2-40B4-BE49-F238E27FC236}">
                  <a16:creationId xmlns:a16="http://schemas.microsoft.com/office/drawing/2014/main" id="{F74E179F-7951-E244-8EDB-D69E461D84FA}"/>
                </a:ext>
              </a:extLst>
            </p:cNvPr>
            <p:cNvSpPr>
              <a:spLocks noChangeArrowheads="1"/>
            </p:cNvSpPr>
            <p:nvPr/>
          </p:nvSpPr>
          <p:spPr bwMode="auto">
            <a:xfrm>
              <a:off x="3757" y="1968"/>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grpSp>
      <p:grpSp>
        <p:nvGrpSpPr>
          <p:cNvPr id="27653" name="Group 131">
            <a:extLst>
              <a:ext uri="{FF2B5EF4-FFF2-40B4-BE49-F238E27FC236}">
                <a16:creationId xmlns:a16="http://schemas.microsoft.com/office/drawing/2014/main" id="{6FFEC46D-E40E-2943-BEA7-21964AB4613E}"/>
              </a:ext>
            </a:extLst>
          </p:cNvPr>
          <p:cNvGrpSpPr>
            <a:grpSpLocks/>
          </p:cNvGrpSpPr>
          <p:nvPr/>
        </p:nvGrpSpPr>
        <p:grpSpPr bwMode="auto">
          <a:xfrm>
            <a:off x="5029200" y="3810000"/>
            <a:ext cx="2514600" cy="2427288"/>
            <a:chOff x="2016" y="2551"/>
            <a:chExt cx="1584" cy="1529"/>
          </a:xfrm>
        </p:grpSpPr>
        <p:sp>
          <p:nvSpPr>
            <p:cNvPr id="12295" name="Oval 127">
              <a:extLst>
                <a:ext uri="{FF2B5EF4-FFF2-40B4-BE49-F238E27FC236}">
                  <a16:creationId xmlns:a16="http://schemas.microsoft.com/office/drawing/2014/main" id="{0BC30530-E218-834F-A1A2-75065CDE05D5}"/>
                </a:ext>
              </a:extLst>
            </p:cNvPr>
            <p:cNvSpPr>
              <a:spLocks noChangeArrowheads="1"/>
            </p:cNvSpPr>
            <p:nvPr/>
          </p:nvSpPr>
          <p:spPr bwMode="auto">
            <a:xfrm>
              <a:off x="2304" y="2832"/>
              <a:ext cx="1008" cy="1056"/>
            </a:xfrm>
            <a:prstGeom prst="ellipse">
              <a:avLst/>
            </a:prstGeom>
            <a:noFill/>
            <a:ln w="381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12296" name="Oval 126">
              <a:extLst>
                <a:ext uri="{FF2B5EF4-FFF2-40B4-BE49-F238E27FC236}">
                  <a16:creationId xmlns:a16="http://schemas.microsoft.com/office/drawing/2014/main" id="{4D2A0406-9242-DA49-BDAA-C1CFCF7AECDD}"/>
                </a:ext>
              </a:extLst>
            </p:cNvPr>
            <p:cNvSpPr>
              <a:spLocks noChangeArrowheads="1"/>
            </p:cNvSpPr>
            <p:nvPr/>
          </p:nvSpPr>
          <p:spPr bwMode="auto">
            <a:xfrm>
              <a:off x="2016" y="2592"/>
              <a:ext cx="1584" cy="1488"/>
            </a:xfrm>
            <a:prstGeom prst="ellipse">
              <a:avLst/>
            </a:prstGeom>
            <a:noFill/>
            <a:ln w="381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27656" name="Oval 116">
              <a:extLst>
                <a:ext uri="{FF2B5EF4-FFF2-40B4-BE49-F238E27FC236}">
                  <a16:creationId xmlns:a16="http://schemas.microsoft.com/office/drawing/2014/main" id="{5D34F69B-F3B3-1D4F-BDAB-62D2E7860C34}"/>
                </a:ext>
              </a:extLst>
            </p:cNvPr>
            <p:cNvSpPr>
              <a:spLocks noChangeArrowheads="1"/>
            </p:cNvSpPr>
            <p:nvPr/>
          </p:nvSpPr>
          <p:spPr bwMode="auto">
            <a:xfrm>
              <a:off x="3186" y="3600"/>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57" name="Oval 117">
              <a:extLst>
                <a:ext uri="{FF2B5EF4-FFF2-40B4-BE49-F238E27FC236}">
                  <a16:creationId xmlns:a16="http://schemas.microsoft.com/office/drawing/2014/main" id="{D8CE2AB2-564B-BD41-83F1-260CD79A7A5A}"/>
                </a:ext>
              </a:extLst>
            </p:cNvPr>
            <p:cNvSpPr>
              <a:spLocks noChangeArrowheads="1"/>
            </p:cNvSpPr>
            <p:nvPr/>
          </p:nvSpPr>
          <p:spPr bwMode="auto">
            <a:xfrm>
              <a:off x="2748" y="2784"/>
              <a:ext cx="84" cy="90"/>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58" name="Oval 119">
              <a:extLst>
                <a:ext uri="{FF2B5EF4-FFF2-40B4-BE49-F238E27FC236}">
                  <a16:creationId xmlns:a16="http://schemas.microsoft.com/office/drawing/2014/main" id="{C0B62EC0-22C5-D543-8CFD-A8F77C9B44BC}"/>
                </a:ext>
              </a:extLst>
            </p:cNvPr>
            <p:cNvSpPr>
              <a:spLocks noChangeArrowheads="1"/>
            </p:cNvSpPr>
            <p:nvPr/>
          </p:nvSpPr>
          <p:spPr bwMode="auto">
            <a:xfrm>
              <a:off x="3351" y="3798"/>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59" name="Oval 120">
              <a:extLst>
                <a:ext uri="{FF2B5EF4-FFF2-40B4-BE49-F238E27FC236}">
                  <a16:creationId xmlns:a16="http://schemas.microsoft.com/office/drawing/2014/main" id="{A69CDF25-6DA5-0D4D-804A-4FB806EE3A55}"/>
                </a:ext>
              </a:extLst>
            </p:cNvPr>
            <p:cNvSpPr>
              <a:spLocks noChangeArrowheads="1"/>
            </p:cNvSpPr>
            <p:nvPr/>
          </p:nvSpPr>
          <p:spPr bwMode="auto">
            <a:xfrm>
              <a:off x="2172" y="3798"/>
              <a:ext cx="84" cy="90"/>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60" name="Oval 121">
              <a:extLst>
                <a:ext uri="{FF2B5EF4-FFF2-40B4-BE49-F238E27FC236}">
                  <a16:creationId xmlns:a16="http://schemas.microsoft.com/office/drawing/2014/main" id="{5C699E6E-F51F-4C45-A882-7712C315424D}"/>
                </a:ext>
              </a:extLst>
            </p:cNvPr>
            <p:cNvSpPr>
              <a:spLocks noChangeArrowheads="1"/>
            </p:cNvSpPr>
            <p:nvPr/>
          </p:nvSpPr>
          <p:spPr bwMode="auto">
            <a:xfrm>
              <a:off x="2749" y="2551"/>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7661" name="Oval 122">
              <a:extLst>
                <a:ext uri="{FF2B5EF4-FFF2-40B4-BE49-F238E27FC236}">
                  <a16:creationId xmlns:a16="http://schemas.microsoft.com/office/drawing/2014/main" id="{34F49F0F-517D-BB46-A995-B75A9E91669D}"/>
                </a:ext>
              </a:extLst>
            </p:cNvPr>
            <p:cNvSpPr>
              <a:spLocks noChangeArrowheads="1"/>
            </p:cNvSpPr>
            <p:nvPr/>
          </p:nvSpPr>
          <p:spPr bwMode="auto">
            <a:xfrm>
              <a:off x="2356" y="3593"/>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grpSp>
    </p:spTree>
  </p:cSld>
  <p:clrMapOvr>
    <a:masterClrMapping/>
  </p:clrMapOvr>
  <p:transition>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Number Placeholder 5">
            <a:extLst>
              <a:ext uri="{FF2B5EF4-FFF2-40B4-BE49-F238E27FC236}">
                <a16:creationId xmlns:a16="http://schemas.microsoft.com/office/drawing/2014/main" id="{08A0123C-A3FB-724A-99F6-C3EABEA90F13}"/>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83A0E77A-146E-294E-AC88-C14700F04FF8}" type="slidenum">
              <a:rPr kumimoji="0" lang="zh-CN" altLang="en-US" sz="1200"/>
              <a:pPr/>
              <a:t>11</a:t>
            </a:fld>
            <a:endParaRPr kumimoji="0" lang="en-US" altLang="zh-CN" sz="1200"/>
          </a:p>
        </p:txBody>
      </p:sp>
      <p:sp>
        <p:nvSpPr>
          <p:cNvPr id="117762" name="Rectangle 2">
            <a:extLst>
              <a:ext uri="{FF2B5EF4-FFF2-40B4-BE49-F238E27FC236}">
                <a16:creationId xmlns:a16="http://schemas.microsoft.com/office/drawing/2014/main" id="{EEEBD28D-97E3-474F-8B79-DBF97C6192EB}"/>
              </a:ext>
            </a:extLst>
          </p:cNvPr>
          <p:cNvSpPr>
            <a:spLocks noGrp="1" noChangeArrowheads="1"/>
          </p:cNvSpPr>
          <p:nvPr>
            <p:ph type="title"/>
          </p:nvPr>
        </p:nvSpPr>
        <p:spPr>
          <a:xfrm>
            <a:off x="152400" y="152400"/>
            <a:ext cx="6512511" cy="1143000"/>
          </a:xfrm>
        </p:spPr>
        <p:txBody>
          <a:bodyPr/>
          <a:lstStyle/>
          <a:p>
            <a:pPr marL="320040" indent="-320040" algn="l" fontAlgn="auto">
              <a:spcAft>
                <a:spcPts val="0"/>
              </a:spcAft>
              <a:buClr>
                <a:schemeClr val="accent6">
                  <a:lumMod val="75000"/>
                </a:schemeClr>
              </a:buClr>
              <a:defRPr/>
            </a:pPr>
            <a:r>
              <a:rPr lang="zh-CN" altLang="en-US" dirty="0">
                <a:ea typeface="+mj-ea"/>
                <a:cs typeface="+mj-cs"/>
              </a:rPr>
              <a:t>例：</a:t>
            </a:r>
          </a:p>
        </p:txBody>
      </p:sp>
      <p:sp>
        <p:nvSpPr>
          <p:cNvPr id="28675" name="Rectangle 3">
            <a:extLst>
              <a:ext uri="{FF2B5EF4-FFF2-40B4-BE49-F238E27FC236}">
                <a16:creationId xmlns:a16="http://schemas.microsoft.com/office/drawing/2014/main" id="{C465EFC9-7DE6-9241-BB19-D821F26809D8}"/>
              </a:ext>
            </a:extLst>
          </p:cNvPr>
          <p:cNvSpPr>
            <a:spLocks noGrp="1" noChangeArrowheads="1"/>
          </p:cNvSpPr>
          <p:nvPr>
            <p:ph sz="quarter" idx="13"/>
          </p:nvPr>
        </p:nvSpPr>
        <p:spPr>
          <a:xfrm>
            <a:off x="76200" y="1600200"/>
            <a:ext cx="8229600" cy="838200"/>
          </a:xfrm>
        </p:spPr>
        <p:txBody>
          <a:bodyPr/>
          <a:lstStyle/>
          <a:p>
            <a:r>
              <a:rPr kumimoji="0" lang="zh-CN" altLang="en-US" sz="3200">
                <a:latin typeface="Arial" panose="020B0604020202020204" pitchFamily="34" charset="0"/>
                <a:ea typeface="楷体_GB2312" pitchFamily="49" charset="-122"/>
              </a:rPr>
              <a:t>判断下列图是否同构。</a:t>
            </a:r>
          </a:p>
        </p:txBody>
      </p:sp>
      <p:grpSp>
        <p:nvGrpSpPr>
          <p:cNvPr id="117788" name="Group 28">
            <a:extLst>
              <a:ext uri="{FF2B5EF4-FFF2-40B4-BE49-F238E27FC236}">
                <a16:creationId xmlns:a16="http://schemas.microsoft.com/office/drawing/2014/main" id="{888F43C1-3957-564C-A113-E038C15F6718}"/>
              </a:ext>
            </a:extLst>
          </p:cNvPr>
          <p:cNvGrpSpPr>
            <a:grpSpLocks/>
          </p:cNvGrpSpPr>
          <p:nvPr/>
        </p:nvGrpSpPr>
        <p:grpSpPr bwMode="auto">
          <a:xfrm>
            <a:off x="990600" y="2819400"/>
            <a:ext cx="2286000" cy="2819400"/>
            <a:chOff x="768" y="2064"/>
            <a:chExt cx="1440" cy="1776"/>
          </a:xfrm>
        </p:grpSpPr>
        <p:sp>
          <p:nvSpPr>
            <p:cNvPr id="28727" name="Line 5">
              <a:extLst>
                <a:ext uri="{FF2B5EF4-FFF2-40B4-BE49-F238E27FC236}">
                  <a16:creationId xmlns:a16="http://schemas.microsoft.com/office/drawing/2014/main" id="{F3540F56-C105-2449-881E-CA578C62BF58}"/>
                </a:ext>
              </a:extLst>
            </p:cNvPr>
            <p:cNvSpPr>
              <a:spLocks noChangeShapeType="1"/>
            </p:cNvSpPr>
            <p:nvPr/>
          </p:nvSpPr>
          <p:spPr bwMode="auto">
            <a:xfrm flipV="1">
              <a:off x="816" y="2640"/>
              <a:ext cx="0" cy="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8" name="Line 6">
              <a:extLst>
                <a:ext uri="{FF2B5EF4-FFF2-40B4-BE49-F238E27FC236}">
                  <a16:creationId xmlns:a16="http://schemas.microsoft.com/office/drawing/2014/main" id="{B775190D-A904-444D-A0AA-E7E574A4F67D}"/>
                </a:ext>
              </a:extLst>
            </p:cNvPr>
            <p:cNvSpPr>
              <a:spLocks noChangeShapeType="1"/>
            </p:cNvSpPr>
            <p:nvPr/>
          </p:nvSpPr>
          <p:spPr bwMode="auto">
            <a:xfrm flipH="1" flipV="1">
              <a:off x="1485" y="2115"/>
              <a:ext cx="675" cy="57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9" name="Line 7">
              <a:extLst>
                <a:ext uri="{FF2B5EF4-FFF2-40B4-BE49-F238E27FC236}">
                  <a16:creationId xmlns:a16="http://schemas.microsoft.com/office/drawing/2014/main" id="{9E588837-25D0-394A-99C7-DCF0BD3AAB20}"/>
                </a:ext>
              </a:extLst>
            </p:cNvPr>
            <p:cNvSpPr>
              <a:spLocks noChangeShapeType="1"/>
            </p:cNvSpPr>
            <p:nvPr/>
          </p:nvSpPr>
          <p:spPr bwMode="auto">
            <a:xfrm>
              <a:off x="2160" y="2688"/>
              <a:ext cx="0" cy="11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0" name="Line 8">
              <a:extLst>
                <a:ext uri="{FF2B5EF4-FFF2-40B4-BE49-F238E27FC236}">
                  <a16:creationId xmlns:a16="http://schemas.microsoft.com/office/drawing/2014/main" id="{8F610806-EE01-8543-95EF-8C5D0A366EC9}"/>
                </a:ext>
              </a:extLst>
            </p:cNvPr>
            <p:cNvSpPr>
              <a:spLocks noChangeShapeType="1"/>
            </p:cNvSpPr>
            <p:nvPr/>
          </p:nvSpPr>
          <p:spPr bwMode="auto">
            <a:xfrm flipV="1">
              <a:off x="816" y="2688"/>
              <a:ext cx="1344" cy="11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1" name="Line 9">
              <a:extLst>
                <a:ext uri="{FF2B5EF4-FFF2-40B4-BE49-F238E27FC236}">
                  <a16:creationId xmlns:a16="http://schemas.microsoft.com/office/drawing/2014/main" id="{9F7E752A-1049-774B-9685-AA90E437D993}"/>
                </a:ext>
              </a:extLst>
            </p:cNvPr>
            <p:cNvSpPr>
              <a:spLocks noChangeShapeType="1"/>
            </p:cNvSpPr>
            <p:nvPr/>
          </p:nvSpPr>
          <p:spPr bwMode="auto">
            <a:xfrm flipV="1">
              <a:off x="816" y="2112"/>
              <a:ext cx="672"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2" name="Oval 10">
              <a:extLst>
                <a:ext uri="{FF2B5EF4-FFF2-40B4-BE49-F238E27FC236}">
                  <a16:creationId xmlns:a16="http://schemas.microsoft.com/office/drawing/2014/main" id="{AB28C9B2-855A-7649-AF09-7CAD2FC03450}"/>
                </a:ext>
              </a:extLst>
            </p:cNvPr>
            <p:cNvSpPr>
              <a:spLocks noChangeArrowheads="1"/>
            </p:cNvSpPr>
            <p:nvPr/>
          </p:nvSpPr>
          <p:spPr bwMode="auto">
            <a:xfrm>
              <a:off x="2112" y="3744"/>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33" name="Oval 11">
              <a:extLst>
                <a:ext uri="{FF2B5EF4-FFF2-40B4-BE49-F238E27FC236}">
                  <a16:creationId xmlns:a16="http://schemas.microsoft.com/office/drawing/2014/main" id="{65B714E2-89BB-2142-99F6-19839D795050}"/>
                </a:ext>
              </a:extLst>
            </p:cNvPr>
            <p:cNvSpPr>
              <a:spLocks noChangeArrowheads="1"/>
            </p:cNvSpPr>
            <p:nvPr/>
          </p:nvSpPr>
          <p:spPr bwMode="auto">
            <a:xfrm>
              <a:off x="780" y="3744"/>
              <a:ext cx="84" cy="90"/>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34" name="Line 12">
              <a:extLst>
                <a:ext uri="{FF2B5EF4-FFF2-40B4-BE49-F238E27FC236}">
                  <a16:creationId xmlns:a16="http://schemas.microsoft.com/office/drawing/2014/main" id="{48BBAB49-8250-E148-BCBD-909A3C3EDE53}"/>
                </a:ext>
              </a:extLst>
            </p:cNvPr>
            <p:cNvSpPr>
              <a:spLocks noChangeShapeType="1"/>
            </p:cNvSpPr>
            <p:nvPr/>
          </p:nvSpPr>
          <p:spPr bwMode="auto">
            <a:xfrm>
              <a:off x="864" y="3792"/>
              <a:ext cx="129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5" name="Oval 13">
              <a:extLst>
                <a:ext uri="{FF2B5EF4-FFF2-40B4-BE49-F238E27FC236}">
                  <a16:creationId xmlns:a16="http://schemas.microsoft.com/office/drawing/2014/main" id="{93B9ECDC-7EF7-E748-ACA8-D130950B5B38}"/>
                </a:ext>
              </a:extLst>
            </p:cNvPr>
            <p:cNvSpPr>
              <a:spLocks noChangeArrowheads="1"/>
            </p:cNvSpPr>
            <p:nvPr/>
          </p:nvSpPr>
          <p:spPr bwMode="auto">
            <a:xfrm>
              <a:off x="2125" y="2640"/>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36" name="Oval 14">
              <a:extLst>
                <a:ext uri="{FF2B5EF4-FFF2-40B4-BE49-F238E27FC236}">
                  <a16:creationId xmlns:a16="http://schemas.microsoft.com/office/drawing/2014/main" id="{905DFE77-94E4-714E-9B84-71557ABF5730}"/>
                </a:ext>
              </a:extLst>
            </p:cNvPr>
            <p:cNvSpPr>
              <a:spLocks noChangeArrowheads="1"/>
            </p:cNvSpPr>
            <p:nvPr/>
          </p:nvSpPr>
          <p:spPr bwMode="auto">
            <a:xfrm>
              <a:off x="768" y="2640"/>
              <a:ext cx="84" cy="90"/>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37" name="Oval 15">
              <a:extLst>
                <a:ext uri="{FF2B5EF4-FFF2-40B4-BE49-F238E27FC236}">
                  <a16:creationId xmlns:a16="http://schemas.microsoft.com/office/drawing/2014/main" id="{0A4CACE7-D268-3A45-9566-2E2A04C9E8CF}"/>
                </a:ext>
              </a:extLst>
            </p:cNvPr>
            <p:cNvSpPr>
              <a:spLocks noChangeArrowheads="1"/>
            </p:cNvSpPr>
            <p:nvPr/>
          </p:nvSpPr>
          <p:spPr bwMode="auto">
            <a:xfrm>
              <a:off x="1453" y="2064"/>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grpSp>
      <p:grpSp>
        <p:nvGrpSpPr>
          <p:cNvPr id="117789" name="Group 29">
            <a:extLst>
              <a:ext uri="{FF2B5EF4-FFF2-40B4-BE49-F238E27FC236}">
                <a16:creationId xmlns:a16="http://schemas.microsoft.com/office/drawing/2014/main" id="{7F14869C-2D3F-E840-9764-601A66F463F7}"/>
              </a:ext>
            </a:extLst>
          </p:cNvPr>
          <p:cNvGrpSpPr>
            <a:grpSpLocks/>
          </p:cNvGrpSpPr>
          <p:nvPr/>
        </p:nvGrpSpPr>
        <p:grpSpPr bwMode="auto">
          <a:xfrm>
            <a:off x="4724400" y="2819400"/>
            <a:ext cx="2286000" cy="2819400"/>
            <a:chOff x="2544" y="2064"/>
            <a:chExt cx="1440" cy="1776"/>
          </a:xfrm>
        </p:grpSpPr>
        <p:sp>
          <p:nvSpPr>
            <p:cNvPr id="28716" name="Line 17">
              <a:extLst>
                <a:ext uri="{FF2B5EF4-FFF2-40B4-BE49-F238E27FC236}">
                  <a16:creationId xmlns:a16="http://schemas.microsoft.com/office/drawing/2014/main" id="{C1CE82BA-FB3F-5E47-8D3B-1320D51D9C04}"/>
                </a:ext>
              </a:extLst>
            </p:cNvPr>
            <p:cNvSpPr>
              <a:spLocks noChangeShapeType="1"/>
            </p:cNvSpPr>
            <p:nvPr/>
          </p:nvSpPr>
          <p:spPr bwMode="auto">
            <a:xfrm flipV="1">
              <a:off x="2592" y="2640"/>
              <a:ext cx="0" cy="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7" name="Line 18">
              <a:extLst>
                <a:ext uri="{FF2B5EF4-FFF2-40B4-BE49-F238E27FC236}">
                  <a16:creationId xmlns:a16="http://schemas.microsoft.com/office/drawing/2014/main" id="{2654B41B-BB47-3743-B75D-3D6561FAAFD9}"/>
                </a:ext>
              </a:extLst>
            </p:cNvPr>
            <p:cNvSpPr>
              <a:spLocks noChangeShapeType="1"/>
            </p:cNvSpPr>
            <p:nvPr/>
          </p:nvSpPr>
          <p:spPr bwMode="auto">
            <a:xfrm flipH="1" flipV="1">
              <a:off x="3261" y="2115"/>
              <a:ext cx="675" cy="57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8" name="Line 19">
              <a:extLst>
                <a:ext uri="{FF2B5EF4-FFF2-40B4-BE49-F238E27FC236}">
                  <a16:creationId xmlns:a16="http://schemas.microsoft.com/office/drawing/2014/main" id="{719D2663-DCF2-3C4C-86B9-74645102EB61}"/>
                </a:ext>
              </a:extLst>
            </p:cNvPr>
            <p:cNvSpPr>
              <a:spLocks noChangeShapeType="1"/>
            </p:cNvSpPr>
            <p:nvPr/>
          </p:nvSpPr>
          <p:spPr bwMode="auto">
            <a:xfrm>
              <a:off x="3936" y="2688"/>
              <a:ext cx="0" cy="11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9" name="Line 20">
              <a:extLst>
                <a:ext uri="{FF2B5EF4-FFF2-40B4-BE49-F238E27FC236}">
                  <a16:creationId xmlns:a16="http://schemas.microsoft.com/office/drawing/2014/main" id="{BB5AB00F-D00D-6743-971F-FEC07394DE93}"/>
                </a:ext>
              </a:extLst>
            </p:cNvPr>
            <p:cNvSpPr>
              <a:spLocks noChangeShapeType="1"/>
            </p:cNvSpPr>
            <p:nvPr/>
          </p:nvSpPr>
          <p:spPr bwMode="auto">
            <a:xfrm flipH="1" flipV="1">
              <a:off x="2592" y="2688"/>
              <a:ext cx="1344" cy="11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0" name="Line 21">
              <a:extLst>
                <a:ext uri="{FF2B5EF4-FFF2-40B4-BE49-F238E27FC236}">
                  <a16:creationId xmlns:a16="http://schemas.microsoft.com/office/drawing/2014/main" id="{CC4741CC-C4B8-8A44-882D-E2D631B1D178}"/>
                </a:ext>
              </a:extLst>
            </p:cNvPr>
            <p:cNvSpPr>
              <a:spLocks noChangeShapeType="1"/>
            </p:cNvSpPr>
            <p:nvPr/>
          </p:nvSpPr>
          <p:spPr bwMode="auto">
            <a:xfrm flipV="1">
              <a:off x="2592" y="2112"/>
              <a:ext cx="672"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1" name="Oval 22">
              <a:extLst>
                <a:ext uri="{FF2B5EF4-FFF2-40B4-BE49-F238E27FC236}">
                  <a16:creationId xmlns:a16="http://schemas.microsoft.com/office/drawing/2014/main" id="{BA6BF9E7-3BFA-6B40-8569-14B92E776007}"/>
                </a:ext>
              </a:extLst>
            </p:cNvPr>
            <p:cNvSpPr>
              <a:spLocks noChangeArrowheads="1"/>
            </p:cNvSpPr>
            <p:nvPr/>
          </p:nvSpPr>
          <p:spPr bwMode="auto">
            <a:xfrm>
              <a:off x="3888" y="3744"/>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22" name="Oval 23">
              <a:extLst>
                <a:ext uri="{FF2B5EF4-FFF2-40B4-BE49-F238E27FC236}">
                  <a16:creationId xmlns:a16="http://schemas.microsoft.com/office/drawing/2014/main" id="{F4861770-BBC1-DE41-AD21-16BF4A284A4E}"/>
                </a:ext>
              </a:extLst>
            </p:cNvPr>
            <p:cNvSpPr>
              <a:spLocks noChangeArrowheads="1"/>
            </p:cNvSpPr>
            <p:nvPr/>
          </p:nvSpPr>
          <p:spPr bwMode="auto">
            <a:xfrm>
              <a:off x="2556" y="3744"/>
              <a:ext cx="84" cy="90"/>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23" name="Line 24">
              <a:extLst>
                <a:ext uri="{FF2B5EF4-FFF2-40B4-BE49-F238E27FC236}">
                  <a16:creationId xmlns:a16="http://schemas.microsoft.com/office/drawing/2014/main" id="{3390BD54-6AE1-9547-8D67-A3CA2DE8B32A}"/>
                </a:ext>
              </a:extLst>
            </p:cNvPr>
            <p:cNvSpPr>
              <a:spLocks noChangeShapeType="1"/>
            </p:cNvSpPr>
            <p:nvPr/>
          </p:nvSpPr>
          <p:spPr bwMode="auto">
            <a:xfrm>
              <a:off x="2640" y="2688"/>
              <a:ext cx="129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4" name="Oval 25">
              <a:extLst>
                <a:ext uri="{FF2B5EF4-FFF2-40B4-BE49-F238E27FC236}">
                  <a16:creationId xmlns:a16="http://schemas.microsoft.com/office/drawing/2014/main" id="{2D6C6173-6CB0-C64B-AE95-CC5628BA27A6}"/>
                </a:ext>
              </a:extLst>
            </p:cNvPr>
            <p:cNvSpPr>
              <a:spLocks noChangeArrowheads="1"/>
            </p:cNvSpPr>
            <p:nvPr/>
          </p:nvSpPr>
          <p:spPr bwMode="auto">
            <a:xfrm>
              <a:off x="3901" y="2640"/>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25" name="Oval 26">
              <a:extLst>
                <a:ext uri="{FF2B5EF4-FFF2-40B4-BE49-F238E27FC236}">
                  <a16:creationId xmlns:a16="http://schemas.microsoft.com/office/drawing/2014/main" id="{16580EB2-1938-DA41-9FA9-EB95C8CE84A9}"/>
                </a:ext>
              </a:extLst>
            </p:cNvPr>
            <p:cNvSpPr>
              <a:spLocks noChangeArrowheads="1"/>
            </p:cNvSpPr>
            <p:nvPr/>
          </p:nvSpPr>
          <p:spPr bwMode="auto">
            <a:xfrm>
              <a:off x="2544" y="2640"/>
              <a:ext cx="84" cy="90"/>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26" name="Oval 27">
              <a:extLst>
                <a:ext uri="{FF2B5EF4-FFF2-40B4-BE49-F238E27FC236}">
                  <a16:creationId xmlns:a16="http://schemas.microsoft.com/office/drawing/2014/main" id="{1981403D-E9E3-E84D-B016-C0F9C18EC0AC}"/>
                </a:ext>
              </a:extLst>
            </p:cNvPr>
            <p:cNvSpPr>
              <a:spLocks noChangeArrowheads="1"/>
            </p:cNvSpPr>
            <p:nvPr/>
          </p:nvSpPr>
          <p:spPr bwMode="auto">
            <a:xfrm>
              <a:off x="3229" y="2064"/>
              <a:ext cx="83" cy="89"/>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grpSp>
      <p:grpSp>
        <p:nvGrpSpPr>
          <p:cNvPr id="117833" name="Group 73">
            <a:extLst>
              <a:ext uri="{FF2B5EF4-FFF2-40B4-BE49-F238E27FC236}">
                <a16:creationId xmlns:a16="http://schemas.microsoft.com/office/drawing/2014/main" id="{767F330B-4452-564E-8F44-3C46A66A2A2C}"/>
              </a:ext>
            </a:extLst>
          </p:cNvPr>
          <p:cNvGrpSpPr>
            <a:grpSpLocks/>
          </p:cNvGrpSpPr>
          <p:nvPr/>
        </p:nvGrpSpPr>
        <p:grpSpPr bwMode="auto">
          <a:xfrm>
            <a:off x="762000" y="2743200"/>
            <a:ext cx="2484438" cy="2895600"/>
            <a:chOff x="3072" y="192"/>
            <a:chExt cx="1565" cy="1824"/>
          </a:xfrm>
        </p:grpSpPr>
        <p:sp>
          <p:nvSpPr>
            <p:cNvPr id="28698" name="Line 31">
              <a:extLst>
                <a:ext uri="{FF2B5EF4-FFF2-40B4-BE49-F238E27FC236}">
                  <a16:creationId xmlns:a16="http://schemas.microsoft.com/office/drawing/2014/main" id="{49665F9B-159D-1C47-B9B3-781463EABD39}"/>
                </a:ext>
              </a:extLst>
            </p:cNvPr>
            <p:cNvSpPr>
              <a:spLocks noChangeShapeType="1"/>
            </p:cNvSpPr>
            <p:nvPr/>
          </p:nvSpPr>
          <p:spPr bwMode="auto">
            <a:xfrm flipH="1">
              <a:off x="3120" y="1404"/>
              <a:ext cx="415" cy="564"/>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9" name="Line 32">
              <a:extLst>
                <a:ext uri="{FF2B5EF4-FFF2-40B4-BE49-F238E27FC236}">
                  <a16:creationId xmlns:a16="http://schemas.microsoft.com/office/drawing/2014/main" id="{392B40B9-79F5-1649-A549-ECB661336511}"/>
                </a:ext>
              </a:extLst>
            </p:cNvPr>
            <p:cNvSpPr>
              <a:spLocks noChangeShapeType="1"/>
            </p:cNvSpPr>
            <p:nvPr/>
          </p:nvSpPr>
          <p:spPr bwMode="auto">
            <a:xfrm>
              <a:off x="4176" y="805"/>
              <a:ext cx="0" cy="582"/>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0" name="Line 33">
              <a:extLst>
                <a:ext uri="{FF2B5EF4-FFF2-40B4-BE49-F238E27FC236}">
                  <a16:creationId xmlns:a16="http://schemas.microsoft.com/office/drawing/2014/main" id="{D8AB8DAA-19AF-8D45-8A27-71325A030671}"/>
                </a:ext>
              </a:extLst>
            </p:cNvPr>
            <p:cNvSpPr>
              <a:spLocks noChangeShapeType="1"/>
            </p:cNvSpPr>
            <p:nvPr/>
          </p:nvSpPr>
          <p:spPr bwMode="auto">
            <a:xfrm>
              <a:off x="3490" y="797"/>
              <a:ext cx="0" cy="583"/>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1" name="Line 34">
              <a:extLst>
                <a:ext uri="{FF2B5EF4-FFF2-40B4-BE49-F238E27FC236}">
                  <a16:creationId xmlns:a16="http://schemas.microsoft.com/office/drawing/2014/main" id="{E8FF39C1-C219-C54A-820E-932E87221896}"/>
                </a:ext>
              </a:extLst>
            </p:cNvPr>
            <p:cNvSpPr>
              <a:spLocks noChangeShapeType="1"/>
            </p:cNvSpPr>
            <p:nvPr/>
          </p:nvSpPr>
          <p:spPr bwMode="auto">
            <a:xfrm>
              <a:off x="3487" y="747"/>
              <a:ext cx="689"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2" name="Line 35">
              <a:extLst>
                <a:ext uri="{FF2B5EF4-FFF2-40B4-BE49-F238E27FC236}">
                  <a16:creationId xmlns:a16="http://schemas.microsoft.com/office/drawing/2014/main" id="{AB89E021-3D33-0645-9A85-9FF97A0C5724}"/>
                </a:ext>
              </a:extLst>
            </p:cNvPr>
            <p:cNvSpPr>
              <a:spLocks noChangeShapeType="1"/>
            </p:cNvSpPr>
            <p:nvPr/>
          </p:nvSpPr>
          <p:spPr bwMode="auto">
            <a:xfrm>
              <a:off x="3555" y="1430"/>
              <a:ext cx="621"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3" name="Line 36">
              <a:extLst>
                <a:ext uri="{FF2B5EF4-FFF2-40B4-BE49-F238E27FC236}">
                  <a16:creationId xmlns:a16="http://schemas.microsoft.com/office/drawing/2014/main" id="{475E094F-4E44-CD4E-8C37-283CD8994894}"/>
                </a:ext>
              </a:extLst>
            </p:cNvPr>
            <p:cNvSpPr>
              <a:spLocks noChangeShapeType="1"/>
            </p:cNvSpPr>
            <p:nvPr/>
          </p:nvSpPr>
          <p:spPr bwMode="auto">
            <a:xfrm>
              <a:off x="3189" y="268"/>
              <a:ext cx="1356"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4" name="Line 37">
              <a:extLst>
                <a:ext uri="{FF2B5EF4-FFF2-40B4-BE49-F238E27FC236}">
                  <a16:creationId xmlns:a16="http://schemas.microsoft.com/office/drawing/2014/main" id="{046E11CF-E538-9F41-ACFA-1642361F5D56}"/>
                </a:ext>
              </a:extLst>
            </p:cNvPr>
            <p:cNvSpPr>
              <a:spLocks noChangeShapeType="1"/>
            </p:cNvSpPr>
            <p:nvPr/>
          </p:nvSpPr>
          <p:spPr bwMode="auto">
            <a:xfrm>
              <a:off x="4597" y="293"/>
              <a:ext cx="0" cy="16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5" name="Line 38">
              <a:extLst>
                <a:ext uri="{FF2B5EF4-FFF2-40B4-BE49-F238E27FC236}">
                  <a16:creationId xmlns:a16="http://schemas.microsoft.com/office/drawing/2014/main" id="{5A1BA145-91E9-AA43-B95D-CFEC4996D1C8}"/>
                </a:ext>
              </a:extLst>
            </p:cNvPr>
            <p:cNvSpPr>
              <a:spLocks noChangeShapeType="1"/>
            </p:cNvSpPr>
            <p:nvPr/>
          </p:nvSpPr>
          <p:spPr bwMode="auto">
            <a:xfrm>
              <a:off x="3189" y="1965"/>
              <a:ext cx="1356"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6" name="Line 39">
              <a:extLst>
                <a:ext uri="{FF2B5EF4-FFF2-40B4-BE49-F238E27FC236}">
                  <a16:creationId xmlns:a16="http://schemas.microsoft.com/office/drawing/2014/main" id="{C553F255-5E09-6E4C-BE67-9784FA487EA3}"/>
                </a:ext>
              </a:extLst>
            </p:cNvPr>
            <p:cNvSpPr>
              <a:spLocks noChangeShapeType="1"/>
            </p:cNvSpPr>
            <p:nvPr/>
          </p:nvSpPr>
          <p:spPr bwMode="auto">
            <a:xfrm>
              <a:off x="3126" y="293"/>
              <a:ext cx="0" cy="16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7" name="Line 41">
              <a:extLst>
                <a:ext uri="{FF2B5EF4-FFF2-40B4-BE49-F238E27FC236}">
                  <a16:creationId xmlns:a16="http://schemas.microsoft.com/office/drawing/2014/main" id="{189AD853-CC81-5C4A-B2F9-561EDCA88222}"/>
                </a:ext>
              </a:extLst>
            </p:cNvPr>
            <p:cNvSpPr>
              <a:spLocks noChangeShapeType="1"/>
            </p:cNvSpPr>
            <p:nvPr/>
          </p:nvSpPr>
          <p:spPr bwMode="auto">
            <a:xfrm flipV="1">
              <a:off x="4176" y="240"/>
              <a:ext cx="432" cy="52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8" name="Oval 43">
              <a:extLst>
                <a:ext uri="{FF2B5EF4-FFF2-40B4-BE49-F238E27FC236}">
                  <a16:creationId xmlns:a16="http://schemas.microsoft.com/office/drawing/2014/main" id="{8E8D1660-0E6B-F045-862F-7DF5FD9B97AE}"/>
                </a:ext>
              </a:extLst>
            </p:cNvPr>
            <p:cNvSpPr>
              <a:spLocks noChangeArrowheads="1"/>
            </p:cNvSpPr>
            <p:nvPr/>
          </p:nvSpPr>
          <p:spPr bwMode="auto">
            <a:xfrm>
              <a:off x="3458" y="696"/>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09" name="Oval 44">
              <a:extLst>
                <a:ext uri="{FF2B5EF4-FFF2-40B4-BE49-F238E27FC236}">
                  <a16:creationId xmlns:a16="http://schemas.microsoft.com/office/drawing/2014/main" id="{27A7263B-5EC2-4B4A-A29E-931F2A8DC9E9}"/>
                </a:ext>
              </a:extLst>
            </p:cNvPr>
            <p:cNvSpPr>
              <a:spLocks noChangeArrowheads="1"/>
            </p:cNvSpPr>
            <p:nvPr/>
          </p:nvSpPr>
          <p:spPr bwMode="auto">
            <a:xfrm>
              <a:off x="3456" y="1380"/>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10" name="Oval 45">
              <a:extLst>
                <a:ext uri="{FF2B5EF4-FFF2-40B4-BE49-F238E27FC236}">
                  <a16:creationId xmlns:a16="http://schemas.microsoft.com/office/drawing/2014/main" id="{C2BB500A-3667-D045-A837-CE9CABA51868}"/>
                </a:ext>
              </a:extLst>
            </p:cNvPr>
            <p:cNvSpPr>
              <a:spLocks noChangeArrowheads="1"/>
            </p:cNvSpPr>
            <p:nvPr/>
          </p:nvSpPr>
          <p:spPr bwMode="auto">
            <a:xfrm>
              <a:off x="4128" y="1380"/>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11" name="Oval 46">
              <a:extLst>
                <a:ext uri="{FF2B5EF4-FFF2-40B4-BE49-F238E27FC236}">
                  <a16:creationId xmlns:a16="http://schemas.microsoft.com/office/drawing/2014/main" id="{A8DB7D34-EE33-2545-B566-17C4D144807C}"/>
                </a:ext>
              </a:extLst>
            </p:cNvPr>
            <p:cNvSpPr>
              <a:spLocks noChangeArrowheads="1"/>
            </p:cNvSpPr>
            <p:nvPr/>
          </p:nvSpPr>
          <p:spPr bwMode="auto">
            <a:xfrm>
              <a:off x="4130" y="696"/>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12" name="Oval 47">
              <a:extLst>
                <a:ext uri="{FF2B5EF4-FFF2-40B4-BE49-F238E27FC236}">
                  <a16:creationId xmlns:a16="http://schemas.microsoft.com/office/drawing/2014/main" id="{F5B79395-EF34-7D4F-A8A1-D5D22BEE4D13}"/>
                </a:ext>
              </a:extLst>
            </p:cNvPr>
            <p:cNvSpPr>
              <a:spLocks noChangeArrowheads="1"/>
            </p:cNvSpPr>
            <p:nvPr/>
          </p:nvSpPr>
          <p:spPr bwMode="auto">
            <a:xfrm>
              <a:off x="4540" y="1914"/>
              <a:ext cx="97" cy="102"/>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13" name="Oval 48">
              <a:extLst>
                <a:ext uri="{FF2B5EF4-FFF2-40B4-BE49-F238E27FC236}">
                  <a16:creationId xmlns:a16="http://schemas.microsoft.com/office/drawing/2014/main" id="{31C71770-6106-4B4D-9E00-38641FEFBE0B}"/>
                </a:ext>
              </a:extLst>
            </p:cNvPr>
            <p:cNvSpPr>
              <a:spLocks noChangeArrowheads="1"/>
            </p:cNvSpPr>
            <p:nvPr/>
          </p:nvSpPr>
          <p:spPr bwMode="auto">
            <a:xfrm>
              <a:off x="4540" y="192"/>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14" name="Oval 49">
              <a:extLst>
                <a:ext uri="{FF2B5EF4-FFF2-40B4-BE49-F238E27FC236}">
                  <a16:creationId xmlns:a16="http://schemas.microsoft.com/office/drawing/2014/main" id="{738A6B9A-7BF0-3343-815F-097BB010E2D8}"/>
                </a:ext>
              </a:extLst>
            </p:cNvPr>
            <p:cNvSpPr>
              <a:spLocks noChangeArrowheads="1"/>
            </p:cNvSpPr>
            <p:nvPr/>
          </p:nvSpPr>
          <p:spPr bwMode="auto">
            <a:xfrm>
              <a:off x="3090" y="217"/>
              <a:ext cx="97" cy="102"/>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715" name="Oval 50">
              <a:extLst>
                <a:ext uri="{FF2B5EF4-FFF2-40B4-BE49-F238E27FC236}">
                  <a16:creationId xmlns:a16="http://schemas.microsoft.com/office/drawing/2014/main" id="{DCB52EE1-05FE-5A43-95E9-C479582CA1A1}"/>
                </a:ext>
              </a:extLst>
            </p:cNvPr>
            <p:cNvSpPr>
              <a:spLocks noChangeArrowheads="1"/>
            </p:cNvSpPr>
            <p:nvPr/>
          </p:nvSpPr>
          <p:spPr bwMode="auto">
            <a:xfrm>
              <a:off x="3072" y="1913"/>
              <a:ext cx="97" cy="102"/>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grpSp>
      <p:grpSp>
        <p:nvGrpSpPr>
          <p:cNvPr id="117832" name="Group 72">
            <a:extLst>
              <a:ext uri="{FF2B5EF4-FFF2-40B4-BE49-F238E27FC236}">
                <a16:creationId xmlns:a16="http://schemas.microsoft.com/office/drawing/2014/main" id="{2D209FB2-50DF-C546-A2B6-D8FABD6F9106}"/>
              </a:ext>
            </a:extLst>
          </p:cNvPr>
          <p:cNvGrpSpPr>
            <a:grpSpLocks/>
          </p:cNvGrpSpPr>
          <p:nvPr/>
        </p:nvGrpSpPr>
        <p:grpSpPr bwMode="auto">
          <a:xfrm>
            <a:off x="4724400" y="2743200"/>
            <a:ext cx="2484438" cy="2895600"/>
            <a:chOff x="2112" y="2496"/>
            <a:chExt cx="1565" cy="1824"/>
          </a:xfrm>
        </p:grpSpPr>
        <p:sp>
          <p:nvSpPr>
            <p:cNvPr id="28680" name="Line 52">
              <a:extLst>
                <a:ext uri="{FF2B5EF4-FFF2-40B4-BE49-F238E27FC236}">
                  <a16:creationId xmlns:a16="http://schemas.microsoft.com/office/drawing/2014/main" id="{1D2EBD96-E897-B444-B997-F090CB743260}"/>
                </a:ext>
              </a:extLst>
            </p:cNvPr>
            <p:cNvSpPr>
              <a:spLocks noChangeShapeType="1"/>
            </p:cNvSpPr>
            <p:nvPr/>
          </p:nvSpPr>
          <p:spPr bwMode="auto">
            <a:xfrm flipH="1">
              <a:off x="2160" y="3708"/>
              <a:ext cx="415" cy="564"/>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1" name="Line 53">
              <a:extLst>
                <a:ext uri="{FF2B5EF4-FFF2-40B4-BE49-F238E27FC236}">
                  <a16:creationId xmlns:a16="http://schemas.microsoft.com/office/drawing/2014/main" id="{EB551D6C-1F3A-9945-8B1A-4D01BCB1CDEE}"/>
                </a:ext>
              </a:extLst>
            </p:cNvPr>
            <p:cNvSpPr>
              <a:spLocks noChangeShapeType="1"/>
            </p:cNvSpPr>
            <p:nvPr/>
          </p:nvSpPr>
          <p:spPr bwMode="auto">
            <a:xfrm>
              <a:off x="3216" y="3109"/>
              <a:ext cx="0" cy="582"/>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2" name="Line 54">
              <a:extLst>
                <a:ext uri="{FF2B5EF4-FFF2-40B4-BE49-F238E27FC236}">
                  <a16:creationId xmlns:a16="http://schemas.microsoft.com/office/drawing/2014/main" id="{F295E561-DBC6-EE4F-949C-E4B2AB3A9C00}"/>
                </a:ext>
              </a:extLst>
            </p:cNvPr>
            <p:cNvSpPr>
              <a:spLocks noChangeShapeType="1"/>
            </p:cNvSpPr>
            <p:nvPr/>
          </p:nvSpPr>
          <p:spPr bwMode="auto">
            <a:xfrm>
              <a:off x="2530" y="3101"/>
              <a:ext cx="0" cy="583"/>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3" name="Line 55">
              <a:extLst>
                <a:ext uri="{FF2B5EF4-FFF2-40B4-BE49-F238E27FC236}">
                  <a16:creationId xmlns:a16="http://schemas.microsoft.com/office/drawing/2014/main" id="{2E8A8183-A12A-664D-8303-A5379623E133}"/>
                </a:ext>
              </a:extLst>
            </p:cNvPr>
            <p:cNvSpPr>
              <a:spLocks noChangeShapeType="1"/>
            </p:cNvSpPr>
            <p:nvPr/>
          </p:nvSpPr>
          <p:spPr bwMode="auto">
            <a:xfrm>
              <a:off x="2527" y="3051"/>
              <a:ext cx="689"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4" name="Line 56">
              <a:extLst>
                <a:ext uri="{FF2B5EF4-FFF2-40B4-BE49-F238E27FC236}">
                  <a16:creationId xmlns:a16="http://schemas.microsoft.com/office/drawing/2014/main" id="{1C667CA0-9EAE-FA40-8EE5-6C3804711242}"/>
                </a:ext>
              </a:extLst>
            </p:cNvPr>
            <p:cNvSpPr>
              <a:spLocks noChangeShapeType="1"/>
            </p:cNvSpPr>
            <p:nvPr/>
          </p:nvSpPr>
          <p:spPr bwMode="auto">
            <a:xfrm>
              <a:off x="2595" y="3734"/>
              <a:ext cx="621"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5" name="Line 57">
              <a:extLst>
                <a:ext uri="{FF2B5EF4-FFF2-40B4-BE49-F238E27FC236}">
                  <a16:creationId xmlns:a16="http://schemas.microsoft.com/office/drawing/2014/main" id="{97895E3C-16B6-F84D-900B-E1FA220113ED}"/>
                </a:ext>
              </a:extLst>
            </p:cNvPr>
            <p:cNvSpPr>
              <a:spLocks noChangeShapeType="1"/>
            </p:cNvSpPr>
            <p:nvPr/>
          </p:nvSpPr>
          <p:spPr bwMode="auto">
            <a:xfrm>
              <a:off x="2229" y="2572"/>
              <a:ext cx="1356"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6" name="Line 58">
              <a:extLst>
                <a:ext uri="{FF2B5EF4-FFF2-40B4-BE49-F238E27FC236}">
                  <a16:creationId xmlns:a16="http://schemas.microsoft.com/office/drawing/2014/main" id="{EE2D818B-2FFB-7C4C-A61E-9859530D61A1}"/>
                </a:ext>
              </a:extLst>
            </p:cNvPr>
            <p:cNvSpPr>
              <a:spLocks noChangeShapeType="1"/>
            </p:cNvSpPr>
            <p:nvPr/>
          </p:nvSpPr>
          <p:spPr bwMode="auto">
            <a:xfrm>
              <a:off x="3637" y="2597"/>
              <a:ext cx="0" cy="16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7" name="Line 59">
              <a:extLst>
                <a:ext uri="{FF2B5EF4-FFF2-40B4-BE49-F238E27FC236}">
                  <a16:creationId xmlns:a16="http://schemas.microsoft.com/office/drawing/2014/main" id="{9D21DFB0-349B-4344-8D6A-AFB20F7E9E86}"/>
                </a:ext>
              </a:extLst>
            </p:cNvPr>
            <p:cNvSpPr>
              <a:spLocks noChangeShapeType="1"/>
            </p:cNvSpPr>
            <p:nvPr/>
          </p:nvSpPr>
          <p:spPr bwMode="auto">
            <a:xfrm>
              <a:off x="2229" y="4269"/>
              <a:ext cx="1356"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8" name="Line 60">
              <a:extLst>
                <a:ext uri="{FF2B5EF4-FFF2-40B4-BE49-F238E27FC236}">
                  <a16:creationId xmlns:a16="http://schemas.microsoft.com/office/drawing/2014/main" id="{093C5F9F-18F4-454F-AEE7-3D2F23F2DD4E}"/>
                </a:ext>
              </a:extLst>
            </p:cNvPr>
            <p:cNvSpPr>
              <a:spLocks noChangeShapeType="1"/>
            </p:cNvSpPr>
            <p:nvPr/>
          </p:nvSpPr>
          <p:spPr bwMode="auto">
            <a:xfrm>
              <a:off x="2166" y="2597"/>
              <a:ext cx="0" cy="16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9" name="Line 61">
              <a:extLst>
                <a:ext uri="{FF2B5EF4-FFF2-40B4-BE49-F238E27FC236}">
                  <a16:creationId xmlns:a16="http://schemas.microsoft.com/office/drawing/2014/main" id="{7ED35057-48C8-9245-954F-F0FE65A4A34E}"/>
                </a:ext>
              </a:extLst>
            </p:cNvPr>
            <p:cNvSpPr>
              <a:spLocks noChangeShapeType="1"/>
            </p:cNvSpPr>
            <p:nvPr/>
          </p:nvSpPr>
          <p:spPr bwMode="auto">
            <a:xfrm flipH="1" flipV="1">
              <a:off x="2208" y="2592"/>
              <a:ext cx="336" cy="48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0" name="Oval 64">
              <a:extLst>
                <a:ext uri="{FF2B5EF4-FFF2-40B4-BE49-F238E27FC236}">
                  <a16:creationId xmlns:a16="http://schemas.microsoft.com/office/drawing/2014/main" id="{F04688D7-1F39-484B-AF9A-1E1C7C6B7C22}"/>
                </a:ext>
              </a:extLst>
            </p:cNvPr>
            <p:cNvSpPr>
              <a:spLocks noChangeArrowheads="1"/>
            </p:cNvSpPr>
            <p:nvPr/>
          </p:nvSpPr>
          <p:spPr bwMode="auto">
            <a:xfrm>
              <a:off x="2498" y="3000"/>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691" name="Oval 65">
              <a:extLst>
                <a:ext uri="{FF2B5EF4-FFF2-40B4-BE49-F238E27FC236}">
                  <a16:creationId xmlns:a16="http://schemas.microsoft.com/office/drawing/2014/main" id="{BE9B5FD3-D739-7342-A1CE-2753FDB578A4}"/>
                </a:ext>
              </a:extLst>
            </p:cNvPr>
            <p:cNvSpPr>
              <a:spLocks noChangeArrowheads="1"/>
            </p:cNvSpPr>
            <p:nvPr/>
          </p:nvSpPr>
          <p:spPr bwMode="auto">
            <a:xfrm>
              <a:off x="2496" y="3684"/>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692" name="Oval 66">
              <a:extLst>
                <a:ext uri="{FF2B5EF4-FFF2-40B4-BE49-F238E27FC236}">
                  <a16:creationId xmlns:a16="http://schemas.microsoft.com/office/drawing/2014/main" id="{C7E5E93B-E1CE-3645-8127-A0FC24191083}"/>
                </a:ext>
              </a:extLst>
            </p:cNvPr>
            <p:cNvSpPr>
              <a:spLocks noChangeArrowheads="1"/>
            </p:cNvSpPr>
            <p:nvPr/>
          </p:nvSpPr>
          <p:spPr bwMode="auto">
            <a:xfrm>
              <a:off x="3168" y="3684"/>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693" name="Oval 67">
              <a:extLst>
                <a:ext uri="{FF2B5EF4-FFF2-40B4-BE49-F238E27FC236}">
                  <a16:creationId xmlns:a16="http://schemas.microsoft.com/office/drawing/2014/main" id="{A0BD1B51-8305-0546-BFEF-98D64C99160B}"/>
                </a:ext>
              </a:extLst>
            </p:cNvPr>
            <p:cNvSpPr>
              <a:spLocks noChangeArrowheads="1"/>
            </p:cNvSpPr>
            <p:nvPr/>
          </p:nvSpPr>
          <p:spPr bwMode="auto">
            <a:xfrm>
              <a:off x="3170" y="3000"/>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694" name="Oval 68">
              <a:extLst>
                <a:ext uri="{FF2B5EF4-FFF2-40B4-BE49-F238E27FC236}">
                  <a16:creationId xmlns:a16="http://schemas.microsoft.com/office/drawing/2014/main" id="{4EC2BE56-688C-D642-B2CD-C8562E35D01E}"/>
                </a:ext>
              </a:extLst>
            </p:cNvPr>
            <p:cNvSpPr>
              <a:spLocks noChangeArrowheads="1"/>
            </p:cNvSpPr>
            <p:nvPr/>
          </p:nvSpPr>
          <p:spPr bwMode="auto">
            <a:xfrm>
              <a:off x="3580" y="4218"/>
              <a:ext cx="97" cy="102"/>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695" name="Oval 69">
              <a:extLst>
                <a:ext uri="{FF2B5EF4-FFF2-40B4-BE49-F238E27FC236}">
                  <a16:creationId xmlns:a16="http://schemas.microsoft.com/office/drawing/2014/main" id="{27DE7974-A04E-E24B-858E-2263EAF59DF1}"/>
                </a:ext>
              </a:extLst>
            </p:cNvPr>
            <p:cNvSpPr>
              <a:spLocks noChangeArrowheads="1"/>
            </p:cNvSpPr>
            <p:nvPr/>
          </p:nvSpPr>
          <p:spPr bwMode="auto">
            <a:xfrm>
              <a:off x="3580" y="2496"/>
              <a:ext cx="97" cy="101"/>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696" name="Oval 70">
              <a:extLst>
                <a:ext uri="{FF2B5EF4-FFF2-40B4-BE49-F238E27FC236}">
                  <a16:creationId xmlns:a16="http://schemas.microsoft.com/office/drawing/2014/main" id="{FF262D22-8006-4C45-8AFC-57777DA0A295}"/>
                </a:ext>
              </a:extLst>
            </p:cNvPr>
            <p:cNvSpPr>
              <a:spLocks noChangeArrowheads="1"/>
            </p:cNvSpPr>
            <p:nvPr/>
          </p:nvSpPr>
          <p:spPr bwMode="auto">
            <a:xfrm>
              <a:off x="2130" y="2521"/>
              <a:ext cx="97" cy="102"/>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28697" name="Oval 71">
              <a:extLst>
                <a:ext uri="{FF2B5EF4-FFF2-40B4-BE49-F238E27FC236}">
                  <a16:creationId xmlns:a16="http://schemas.microsoft.com/office/drawing/2014/main" id="{8592B2F8-5B38-FA43-8815-5EB31E43C533}"/>
                </a:ext>
              </a:extLst>
            </p:cNvPr>
            <p:cNvSpPr>
              <a:spLocks noChangeArrowheads="1"/>
            </p:cNvSpPr>
            <p:nvPr/>
          </p:nvSpPr>
          <p:spPr bwMode="auto">
            <a:xfrm>
              <a:off x="2112" y="4217"/>
              <a:ext cx="97" cy="102"/>
            </a:xfrm>
            <a:prstGeom prst="ellipse">
              <a:avLst/>
            </a:prstGeom>
            <a:solidFill>
              <a:schemeClr val="tx2"/>
            </a:solidFill>
            <a:ln w="38100">
              <a:solidFill>
                <a:schemeClr val="tx2"/>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117788"/>
                                        </p:tgtEl>
                                        <p:attrNameLst>
                                          <p:attrName>style.visibility</p:attrName>
                                        </p:attrNameLst>
                                      </p:cBhvr>
                                      <p:to>
                                        <p:strVal val="visible"/>
                                      </p:to>
                                    </p:set>
                                    <p:anim calcmode="lin" valueType="num">
                                      <p:cBhvr>
                                        <p:cTn id="7" dur="1000" fill="hold"/>
                                        <p:tgtEl>
                                          <p:spTgt spid="117788"/>
                                        </p:tgtEl>
                                        <p:attrNameLst>
                                          <p:attrName>ppt_w</p:attrName>
                                        </p:attrNameLst>
                                      </p:cBhvr>
                                      <p:tavLst>
                                        <p:tav tm="0">
                                          <p:val>
                                            <p:fltVal val="0"/>
                                          </p:val>
                                        </p:tav>
                                        <p:tav tm="100000">
                                          <p:val>
                                            <p:strVal val="#ppt_w"/>
                                          </p:val>
                                        </p:tav>
                                      </p:tavLst>
                                    </p:anim>
                                    <p:anim calcmode="lin" valueType="num">
                                      <p:cBhvr>
                                        <p:cTn id="8" dur="1000" fill="hold"/>
                                        <p:tgtEl>
                                          <p:spTgt spid="117788"/>
                                        </p:tgtEl>
                                        <p:attrNameLst>
                                          <p:attrName>ppt_h</p:attrName>
                                        </p:attrNameLst>
                                      </p:cBhvr>
                                      <p:tavLst>
                                        <p:tav tm="0">
                                          <p:val>
                                            <p:fltVal val="0"/>
                                          </p:val>
                                        </p:tav>
                                        <p:tav tm="100000">
                                          <p:val>
                                            <p:strVal val="#ppt_h"/>
                                          </p:val>
                                        </p:tav>
                                      </p:tavLst>
                                    </p:anim>
                                    <p:anim calcmode="lin" valueType="num">
                                      <p:cBhvr>
                                        <p:cTn id="9" dur="1000" fill="hold"/>
                                        <p:tgtEl>
                                          <p:spTgt spid="117788"/>
                                        </p:tgtEl>
                                        <p:attrNameLst>
                                          <p:attrName>style.rotation</p:attrName>
                                        </p:attrNameLst>
                                      </p:cBhvr>
                                      <p:tavLst>
                                        <p:tav tm="0">
                                          <p:val>
                                            <p:fltVal val="90"/>
                                          </p:val>
                                        </p:tav>
                                        <p:tav tm="100000">
                                          <p:val>
                                            <p:fltVal val="0"/>
                                          </p:val>
                                        </p:tav>
                                      </p:tavLst>
                                    </p:anim>
                                    <p:animEffect transition="in" filter="fade">
                                      <p:cBhvr>
                                        <p:cTn id="10" dur="1000"/>
                                        <p:tgtEl>
                                          <p:spTgt spid="117788"/>
                                        </p:tgtEl>
                                      </p:cBhvr>
                                    </p:animEffect>
                                  </p:childTnLst>
                                </p:cTn>
                              </p:par>
                              <p:par>
                                <p:cTn id="11" presetID="31" presetClass="entr" presetSubtype="0" fill="hold" nodeType="withEffect">
                                  <p:stCondLst>
                                    <p:cond delay="0"/>
                                  </p:stCondLst>
                                  <p:iterate type="lt">
                                    <p:tmPct val="5000"/>
                                  </p:iterate>
                                  <p:childTnLst>
                                    <p:set>
                                      <p:cBhvr>
                                        <p:cTn id="12" dur="1" fill="hold">
                                          <p:stCondLst>
                                            <p:cond delay="0"/>
                                          </p:stCondLst>
                                        </p:cTn>
                                        <p:tgtEl>
                                          <p:spTgt spid="117789"/>
                                        </p:tgtEl>
                                        <p:attrNameLst>
                                          <p:attrName>style.visibility</p:attrName>
                                        </p:attrNameLst>
                                      </p:cBhvr>
                                      <p:to>
                                        <p:strVal val="visible"/>
                                      </p:to>
                                    </p:set>
                                    <p:anim calcmode="lin" valueType="num">
                                      <p:cBhvr>
                                        <p:cTn id="13" dur="1000" fill="hold"/>
                                        <p:tgtEl>
                                          <p:spTgt spid="117789"/>
                                        </p:tgtEl>
                                        <p:attrNameLst>
                                          <p:attrName>ppt_w</p:attrName>
                                        </p:attrNameLst>
                                      </p:cBhvr>
                                      <p:tavLst>
                                        <p:tav tm="0">
                                          <p:val>
                                            <p:fltVal val="0"/>
                                          </p:val>
                                        </p:tav>
                                        <p:tav tm="100000">
                                          <p:val>
                                            <p:strVal val="#ppt_w"/>
                                          </p:val>
                                        </p:tav>
                                      </p:tavLst>
                                    </p:anim>
                                    <p:anim calcmode="lin" valueType="num">
                                      <p:cBhvr>
                                        <p:cTn id="14" dur="1000" fill="hold"/>
                                        <p:tgtEl>
                                          <p:spTgt spid="117789"/>
                                        </p:tgtEl>
                                        <p:attrNameLst>
                                          <p:attrName>ppt_h</p:attrName>
                                        </p:attrNameLst>
                                      </p:cBhvr>
                                      <p:tavLst>
                                        <p:tav tm="0">
                                          <p:val>
                                            <p:fltVal val="0"/>
                                          </p:val>
                                        </p:tav>
                                        <p:tav tm="100000">
                                          <p:val>
                                            <p:strVal val="#ppt_h"/>
                                          </p:val>
                                        </p:tav>
                                      </p:tavLst>
                                    </p:anim>
                                    <p:anim calcmode="lin" valueType="num">
                                      <p:cBhvr>
                                        <p:cTn id="15" dur="1000" fill="hold"/>
                                        <p:tgtEl>
                                          <p:spTgt spid="117789"/>
                                        </p:tgtEl>
                                        <p:attrNameLst>
                                          <p:attrName>style.rotation</p:attrName>
                                        </p:attrNameLst>
                                      </p:cBhvr>
                                      <p:tavLst>
                                        <p:tav tm="0">
                                          <p:val>
                                            <p:fltVal val="90"/>
                                          </p:val>
                                        </p:tav>
                                        <p:tav tm="100000">
                                          <p:val>
                                            <p:fltVal val="0"/>
                                          </p:val>
                                        </p:tav>
                                      </p:tavLst>
                                    </p:anim>
                                    <p:animEffect transition="in" filter="fade">
                                      <p:cBhvr>
                                        <p:cTn id="16" dur="1000"/>
                                        <p:tgtEl>
                                          <p:spTgt spid="11778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1" presetClass="entr" presetSubtype="0" fill="hold" nodeType="clickEffect">
                                  <p:stCondLst>
                                    <p:cond delay="0"/>
                                  </p:stCondLst>
                                  <p:iterate type="lt">
                                    <p:tmPct val="5000"/>
                                  </p:iterate>
                                  <p:childTnLst>
                                    <p:set>
                                      <p:cBhvr>
                                        <p:cTn id="20" dur="1" fill="hold">
                                          <p:stCondLst>
                                            <p:cond delay="0"/>
                                          </p:stCondLst>
                                        </p:cTn>
                                        <p:tgtEl>
                                          <p:spTgt spid="117832"/>
                                        </p:tgtEl>
                                        <p:attrNameLst>
                                          <p:attrName>style.visibility</p:attrName>
                                        </p:attrNameLst>
                                      </p:cBhvr>
                                      <p:to>
                                        <p:strVal val="visible"/>
                                      </p:to>
                                    </p:set>
                                    <p:anim calcmode="lin" valueType="num">
                                      <p:cBhvr>
                                        <p:cTn id="21" dur="1000" fill="hold"/>
                                        <p:tgtEl>
                                          <p:spTgt spid="117832"/>
                                        </p:tgtEl>
                                        <p:attrNameLst>
                                          <p:attrName>ppt_w</p:attrName>
                                        </p:attrNameLst>
                                      </p:cBhvr>
                                      <p:tavLst>
                                        <p:tav tm="0">
                                          <p:val>
                                            <p:fltVal val="0"/>
                                          </p:val>
                                        </p:tav>
                                        <p:tav tm="100000">
                                          <p:val>
                                            <p:strVal val="#ppt_w"/>
                                          </p:val>
                                        </p:tav>
                                      </p:tavLst>
                                    </p:anim>
                                    <p:anim calcmode="lin" valueType="num">
                                      <p:cBhvr>
                                        <p:cTn id="22" dur="1000" fill="hold"/>
                                        <p:tgtEl>
                                          <p:spTgt spid="117832"/>
                                        </p:tgtEl>
                                        <p:attrNameLst>
                                          <p:attrName>ppt_h</p:attrName>
                                        </p:attrNameLst>
                                      </p:cBhvr>
                                      <p:tavLst>
                                        <p:tav tm="0">
                                          <p:val>
                                            <p:fltVal val="0"/>
                                          </p:val>
                                        </p:tav>
                                        <p:tav tm="100000">
                                          <p:val>
                                            <p:strVal val="#ppt_h"/>
                                          </p:val>
                                        </p:tav>
                                      </p:tavLst>
                                    </p:anim>
                                    <p:anim calcmode="lin" valueType="num">
                                      <p:cBhvr>
                                        <p:cTn id="23" dur="1000" fill="hold"/>
                                        <p:tgtEl>
                                          <p:spTgt spid="117832"/>
                                        </p:tgtEl>
                                        <p:attrNameLst>
                                          <p:attrName>style.rotation</p:attrName>
                                        </p:attrNameLst>
                                      </p:cBhvr>
                                      <p:tavLst>
                                        <p:tav tm="0">
                                          <p:val>
                                            <p:fltVal val="90"/>
                                          </p:val>
                                        </p:tav>
                                        <p:tav tm="100000">
                                          <p:val>
                                            <p:fltVal val="0"/>
                                          </p:val>
                                        </p:tav>
                                      </p:tavLst>
                                    </p:anim>
                                    <p:animEffect transition="in" filter="fade">
                                      <p:cBhvr>
                                        <p:cTn id="24" dur="1000"/>
                                        <p:tgtEl>
                                          <p:spTgt spid="117832"/>
                                        </p:tgtEl>
                                      </p:cBhvr>
                                    </p:animEffect>
                                  </p:childTnLst>
                                </p:cTn>
                              </p:par>
                              <p:par>
                                <p:cTn id="25" presetID="31" presetClass="entr" presetSubtype="0" fill="hold" nodeType="withEffect">
                                  <p:stCondLst>
                                    <p:cond delay="0"/>
                                  </p:stCondLst>
                                  <p:iterate type="lt">
                                    <p:tmPct val="5000"/>
                                  </p:iterate>
                                  <p:childTnLst>
                                    <p:set>
                                      <p:cBhvr>
                                        <p:cTn id="26" dur="1" fill="hold">
                                          <p:stCondLst>
                                            <p:cond delay="0"/>
                                          </p:stCondLst>
                                        </p:cTn>
                                        <p:tgtEl>
                                          <p:spTgt spid="117833"/>
                                        </p:tgtEl>
                                        <p:attrNameLst>
                                          <p:attrName>style.visibility</p:attrName>
                                        </p:attrNameLst>
                                      </p:cBhvr>
                                      <p:to>
                                        <p:strVal val="visible"/>
                                      </p:to>
                                    </p:set>
                                    <p:anim calcmode="lin" valueType="num">
                                      <p:cBhvr>
                                        <p:cTn id="27" dur="1000" fill="hold"/>
                                        <p:tgtEl>
                                          <p:spTgt spid="117833"/>
                                        </p:tgtEl>
                                        <p:attrNameLst>
                                          <p:attrName>ppt_w</p:attrName>
                                        </p:attrNameLst>
                                      </p:cBhvr>
                                      <p:tavLst>
                                        <p:tav tm="0">
                                          <p:val>
                                            <p:fltVal val="0"/>
                                          </p:val>
                                        </p:tav>
                                        <p:tav tm="100000">
                                          <p:val>
                                            <p:strVal val="#ppt_w"/>
                                          </p:val>
                                        </p:tav>
                                      </p:tavLst>
                                    </p:anim>
                                    <p:anim calcmode="lin" valueType="num">
                                      <p:cBhvr>
                                        <p:cTn id="28" dur="1000" fill="hold"/>
                                        <p:tgtEl>
                                          <p:spTgt spid="117833"/>
                                        </p:tgtEl>
                                        <p:attrNameLst>
                                          <p:attrName>ppt_h</p:attrName>
                                        </p:attrNameLst>
                                      </p:cBhvr>
                                      <p:tavLst>
                                        <p:tav tm="0">
                                          <p:val>
                                            <p:fltVal val="0"/>
                                          </p:val>
                                        </p:tav>
                                        <p:tav tm="100000">
                                          <p:val>
                                            <p:strVal val="#ppt_h"/>
                                          </p:val>
                                        </p:tav>
                                      </p:tavLst>
                                    </p:anim>
                                    <p:anim calcmode="lin" valueType="num">
                                      <p:cBhvr>
                                        <p:cTn id="29" dur="1000" fill="hold"/>
                                        <p:tgtEl>
                                          <p:spTgt spid="117833"/>
                                        </p:tgtEl>
                                        <p:attrNameLst>
                                          <p:attrName>style.rotation</p:attrName>
                                        </p:attrNameLst>
                                      </p:cBhvr>
                                      <p:tavLst>
                                        <p:tav tm="0">
                                          <p:val>
                                            <p:fltVal val="90"/>
                                          </p:val>
                                        </p:tav>
                                        <p:tav tm="100000">
                                          <p:val>
                                            <p:fltVal val="0"/>
                                          </p:val>
                                        </p:tav>
                                      </p:tavLst>
                                    </p:anim>
                                    <p:animEffect transition="in" filter="fade">
                                      <p:cBhvr>
                                        <p:cTn id="30" dur="1000"/>
                                        <p:tgtEl>
                                          <p:spTgt spid="117833"/>
                                        </p:tgtEl>
                                      </p:cBhvr>
                                    </p:animEffect>
                                  </p:childTnLst>
                                </p:cTn>
                              </p:par>
                              <p:par>
                                <p:cTn id="31" presetID="1" presetClass="exit" presetSubtype="0" fill="hold" nodeType="withEffect">
                                  <p:stCondLst>
                                    <p:cond delay="0"/>
                                  </p:stCondLst>
                                  <p:iterate type="lt">
                                    <p:tmAbs val="0"/>
                                  </p:iterate>
                                  <p:childTnLst>
                                    <p:set>
                                      <p:cBhvr>
                                        <p:cTn id="32" dur="1" fill="hold">
                                          <p:stCondLst>
                                            <p:cond delay="0"/>
                                          </p:stCondLst>
                                        </p:cTn>
                                        <p:tgtEl>
                                          <p:spTgt spid="117788"/>
                                        </p:tgtEl>
                                        <p:attrNameLst>
                                          <p:attrName>style.visibility</p:attrName>
                                        </p:attrNameLst>
                                      </p:cBhvr>
                                      <p:to>
                                        <p:strVal val="hidden"/>
                                      </p:to>
                                    </p:set>
                                  </p:childTnLst>
                                </p:cTn>
                              </p:par>
                              <p:par>
                                <p:cTn id="33" presetID="1" presetClass="exit" presetSubtype="0" fill="hold" nodeType="withEffect">
                                  <p:stCondLst>
                                    <p:cond delay="0"/>
                                  </p:stCondLst>
                                  <p:iterate type="lt">
                                    <p:tmAbs val="0"/>
                                  </p:iterate>
                                  <p:childTnLst>
                                    <p:set>
                                      <p:cBhvr>
                                        <p:cTn id="34" dur="1" fill="hold">
                                          <p:stCondLst>
                                            <p:cond delay="0"/>
                                          </p:stCondLst>
                                        </p:cTn>
                                        <p:tgtEl>
                                          <p:spTgt spid="11778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1" name="Slide Number Placeholder 5">
            <a:extLst>
              <a:ext uri="{FF2B5EF4-FFF2-40B4-BE49-F238E27FC236}">
                <a16:creationId xmlns:a16="http://schemas.microsoft.com/office/drawing/2014/main" id="{D5730D55-7C2F-2A43-B030-8F253665A28A}"/>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612968F0-E627-624E-B4EC-CD8FE212D573}" type="slidenum">
              <a:rPr kumimoji="0" lang="zh-CN" altLang="en-US" sz="1200"/>
              <a:pPr/>
              <a:t>12</a:t>
            </a:fld>
            <a:endParaRPr kumimoji="0" lang="en-US" altLang="zh-CN" sz="1200"/>
          </a:p>
        </p:txBody>
      </p:sp>
      <p:sp>
        <p:nvSpPr>
          <p:cNvPr id="52226" name="Rectangle 2">
            <a:extLst>
              <a:ext uri="{FF2B5EF4-FFF2-40B4-BE49-F238E27FC236}">
                <a16:creationId xmlns:a16="http://schemas.microsoft.com/office/drawing/2014/main" id="{0F1F9942-4B0F-6E4E-90FF-38B02D188CFD}"/>
              </a:ext>
            </a:extLst>
          </p:cNvPr>
          <p:cNvSpPr>
            <a:spLocks noGrp="1" noChangeArrowheads="1"/>
          </p:cNvSpPr>
          <p:nvPr>
            <p:ph type="title"/>
          </p:nvPr>
        </p:nvSpPr>
        <p:spPr>
          <a:xfrm>
            <a:off x="152400" y="457200"/>
            <a:ext cx="7772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定义4.1.2 </a:t>
            </a:r>
          </a:p>
        </p:txBody>
      </p:sp>
      <p:sp>
        <p:nvSpPr>
          <p:cNvPr id="30723" name="Rectangle 3">
            <a:extLst>
              <a:ext uri="{FF2B5EF4-FFF2-40B4-BE49-F238E27FC236}">
                <a16:creationId xmlns:a16="http://schemas.microsoft.com/office/drawing/2014/main" id="{1A958461-DA14-DD47-99AA-497104406478}"/>
              </a:ext>
            </a:extLst>
          </p:cNvPr>
          <p:cNvSpPr>
            <a:spLocks noGrp="1" noChangeArrowheads="1"/>
          </p:cNvSpPr>
          <p:nvPr>
            <p:ph sz="quarter" idx="13"/>
          </p:nvPr>
        </p:nvSpPr>
        <p:spPr>
          <a:xfrm>
            <a:off x="76200" y="1524000"/>
            <a:ext cx="8763000" cy="4724400"/>
          </a:xfrm>
        </p:spPr>
        <p:txBody>
          <a:bodyPr/>
          <a:lstStyle/>
          <a:p>
            <a:pPr>
              <a:lnSpc>
                <a:spcPct val="110000"/>
              </a:lnSpc>
            </a:pPr>
            <a:r>
              <a:rPr kumimoji="0" lang="zh-CN" altLang="en-US" sz="3200">
                <a:latin typeface="宋体" panose="02010600030101010101" pitchFamily="2" charset="-122"/>
                <a:ea typeface="楷体_GB2312" pitchFamily="49" charset="-122"/>
              </a:rPr>
              <a:t>设</a:t>
            </a:r>
            <a:r>
              <a:rPr kumimoji="0" lang="en-US" altLang="zh-CN" sz="3200">
                <a:latin typeface="Times New Roman" panose="02020603050405020304" pitchFamily="18" charset="0"/>
                <a:ea typeface="楷体_GB2312" pitchFamily="49" charset="-122"/>
              </a:rPr>
              <a:t>G</a:t>
            </a:r>
            <a:r>
              <a:rPr kumimoji="0" lang="zh-CN" altLang="en-US"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H</a:t>
            </a:r>
            <a:r>
              <a:rPr kumimoji="0" lang="zh-CN" altLang="en-US" sz="3200">
                <a:latin typeface="宋体" panose="02010600030101010101" pitchFamily="2" charset="-122"/>
                <a:ea typeface="楷体_GB2312" pitchFamily="49" charset="-122"/>
              </a:rPr>
              <a:t>是图，如果</a:t>
            </a:r>
            <a:r>
              <a:rPr kumimoji="0" lang="en-US" altLang="zh-CN" sz="3200">
                <a:latin typeface="Times New Roman" panose="02020603050405020304" pitchFamily="18" charset="0"/>
                <a:ea typeface="楷体_GB2312" pitchFamily="49" charset="-122"/>
              </a:rPr>
              <a:t>P(H)</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rPr>
              <a:t>P(G)</a:t>
            </a:r>
            <a:r>
              <a:rPr kumimoji="0" lang="en-US" altLang="zh-CN"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L(H)</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rPr>
              <a:t>L(G)</a:t>
            </a:r>
            <a:r>
              <a:rPr kumimoji="0" lang="zh-CN" altLang="en-US" sz="3200">
                <a:latin typeface="宋体" panose="02010600030101010101" pitchFamily="2" charset="-122"/>
                <a:ea typeface="楷体_GB2312" pitchFamily="49" charset="-122"/>
              </a:rPr>
              <a:t>，则称</a:t>
            </a:r>
            <a:r>
              <a:rPr kumimoji="0" lang="en-US" altLang="zh-CN" sz="3200">
                <a:latin typeface="Times New Roman" panose="02020603050405020304" pitchFamily="18" charset="0"/>
                <a:ea typeface="楷体_GB2312" pitchFamily="49" charset="-122"/>
              </a:rPr>
              <a:t>H</a:t>
            </a:r>
            <a:r>
              <a:rPr kumimoji="0" lang="zh-CN" altLang="en-US" sz="3200">
                <a:latin typeface="宋体" panose="02010600030101010101" pitchFamily="2" charset="-122"/>
                <a:ea typeface="楷体_GB2312" pitchFamily="49" charset="-122"/>
              </a:rPr>
              <a:t>是</a:t>
            </a:r>
            <a:r>
              <a:rPr kumimoji="0" lang="en-US" altLang="zh-CN" sz="3200">
                <a:latin typeface="Times New Roman" panose="02020603050405020304" pitchFamily="18" charset="0"/>
                <a:ea typeface="楷体_GB2312" pitchFamily="49" charset="-122"/>
              </a:rPr>
              <a:t>G</a:t>
            </a:r>
            <a:r>
              <a:rPr kumimoji="0" lang="zh-CN" altLang="en-US" sz="3200">
                <a:latin typeface="宋体" panose="02010600030101010101" pitchFamily="2" charset="-122"/>
                <a:ea typeface="楷体_GB2312" pitchFamily="49" charset="-122"/>
              </a:rPr>
              <a:t>的</a:t>
            </a:r>
            <a:r>
              <a:rPr kumimoji="0" lang="zh-CN" altLang="en-US" sz="3200">
                <a:solidFill>
                  <a:srgbClr val="4E67C8"/>
                </a:solidFill>
                <a:latin typeface="宋体" panose="02010600030101010101" pitchFamily="2" charset="-122"/>
                <a:ea typeface="楷体_GB2312" pitchFamily="49" charset="-122"/>
              </a:rPr>
              <a:t>子图</a:t>
            </a:r>
            <a:r>
              <a:rPr kumimoji="0" lang="zh-CN" altLang="en-US"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G</a:t>
            </a:r>
            <a:r>
              <a:rPr kumimoji="0" lang="zh-CN" altLang="en-US" sz="3200">
                <a:latin typeface="宋体" panose="02010600030101010101" pitchFamily="2" charset="-122"/>
                <a:ea typeface="楷体_GB2312" pitchFamily="49" charset="-122"/>
              </a:rPr>
              <a:t>是</a:t>
            </a:r>
            <a:r>
              <a:rPr kumimoji="0" lang="en-US" altLang="zh-CN" sz="3200">
                <a:latin typeface="Times New Roman" panose="02020603050405020304" pitchFamily="18" charset="0"/>
                <a:ea typeface="楷体_GB2312" pitchFamily="49" charset="-122"/>
              </a:rPr>
              <a:t>H</a:t>
            </a:r>
            <a:r>
              <a:rPr kumimoji="0" lang="zh-CN" altLang="en-US" sz="3200">
                <a:latin typeface="宋体" panose="02010600030101010101" pitchFamily="2" charset="-122"/>
                <a:ea typeface="楷体_GB2312" pitchFamily="49" charset="-122"/>
              </a:rPr>
              <a:t>的</a:t>
            </a:r>
            <a:r>
              <a:rPr kumimoji="0" lang="zh-CN" altLang="en-US" sz="3200">
                <a:solidFill>
                  <a:srgbClr val="4E67C8"/>
                </a:solidFill>
                <a:latin typeface="宋体" panose="02010600030101010101" pitchFamily="2" charset="-122"/>
                <a:ea typeface="楷体_GB2312" pitchFamily="49" charset="-122"/>
              </a:rPr>
              <a:t>母图</a:t>
            </a:r>
            <a:r>
              <a:rPr kumimoji="0" lang="zh-CN" altLang="en-US" sz="3200">
                <a:latin typeface="宋体" panose="02010600030101010101" pitchFamily="2" charset="-122"/>
                <a:ea typeface="楷体_GB2312" pitchFamily="49" charset="-122"/>
              </a:rPr>
              <a:t>。如果</a:t>
            </a:r>
            <a:r>
              <a:rPr kumimoji="0" lang="en-US" altLang="zh-CN" sz="3200">
                <a:latin typeface="Times New Roman" panose="02020603050405020304" pitchFamily="18" charset="0"/>
                <a:ea typeface="楷体_GB2312" pitchFamily="49" charset="-122"/>
              </a:rPr>
              <a:t>H</a:t>
            </a:r>
            <a:r>
              <a:rPr kumimoji="0" lang="zh-CN" altLang="en-US" sz="3200">
                <a:latin typeface="宋体" panose="02010600030101010101" pitchFamily="2" charset="-122"/>
                <a:ea typeface="楷体_GB2312" pitchFamily="49" charset="-122"/>
              </a:rPr>
              <a:t>是</a:t>
            </a:r>
            <a:r>
              <a:rPr kumimoji="0" lang="en-US" altLang="zh-CN" sz="3200">
                <a:latin typeface="Times New Roman" panose="02020603050405020304" pitchFamily="18" charset="0"/>
                <a:ea typeface="楷体_GB2312" pitchFamily="49" charset="-122"/>
              </a:rPr>
              <a:t>G</a:t>
            </a:r>
            <a:r>
              <a:rPr kumimoji="0" lang="zh-CN" altLang="en-US" sz="3200">
                <a:latin typeface="宋体" panose="02010600030101010101" pitchFamily="2" charset="-122"/>
                <a:ea typeface="楷体_GB2312" pitchFamily="49" charset="-122"/>
              </a:rPr>
              <a:t>的子图，并且</a:t>
            </a:r>
            <a:r>
              <a:rPr kumimoji="0" lang="en-US" altLang="zh-CN" sz="3200">
                <a:latin typeface="Times New Roman" panose="02020603050405020304" pitchFamily="18" charset="0"/>
                <a:ea typeface="楷体_GB2312" pitchFamily="49" charset="-122"/>
              </a:rPr>
              <a:t>P(H)</a:t>
            </a:r>
            <a:r>
              <a:rPr kumimoji="0" lang="en-US" altLang="zh-CN"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P(G)</a:t>
            </a:r>
            <a:r>
              <a:rPr kumimoji="0" lang="en-US" altLang="zh-CN" sz="3200">
                <a:latin typeface="宋体" panose="02010600030101010101" pitchFamily="2" charset="-122"/>
                <a:ea typeface="楷体_GB2312" pitchFamily="49" charset="-122"/>
              </a:rPr>
              <a:t>，</a:t>
            </a:r>
            <a:r>
              <a:rPr kumimoji="0" lang="zh-CN" altLang="en-US" sz="3200">
                <a:latin typeface="宋体" panose="02010600030101010101" pitchFamily="2" charset="-122"/>
                <a:ea typeface="楷体_GB2312" pitchFamily="49" charset="-122"/>
              </a:rPr>
              <a:t>则称</a:t>
            </a:r>
            <a:r>
              <a:rPr kumimoji="0" lang="en-US" altLang="zh-CN" sz="3200">
                <a:latin typeface="Times New Roman" panose="02020603050405020304" pitchFamily="18" charset="0"/>
                <a:ea typeface="楷体_GB2312" pitchFamily="49" charset="-122"/>
              </a:rPr>
              <a:t>H</a:t>
            </a:r>
            <a:r>
              <a:rPr kumimoji="0" lang="zh-CN" altLang="en-US" sz="3200">
                <a:latin typeface="宋体" panose="02010600030101010101" pitchFamily="2" charset="-122"/>
                <a:ea typeface="楷体_GB2312" pitchFamily="49" charset="-122"/>
              </a:rPr>
              <a:t>是</a:t>
            </a:r>
            <a:r>
              <a:rPr kumimoji="0" lang="en-US" altLang="zh-CN" sz="3200">
                <a:latin typeface="Times New Roman" panose="02020603050405020304" pitchFamily="18" charset="0"/>
                <a:ea typeface="楷体_GB2312" pitchFamily="49" charset="-122"/>
              </a:rPr>
              <a:t>G</a:t>
            </a:r>
            <a:r>
              <a:rPr kumimoji="0" lang="zh-CN" altLang="en-US" sz="3200">
                <a:latin typeface="宋体" panose="02010600030101010101" pitchFamily="2" charset="-122"/>
                <a:ea typeface="楷体_GB2312" pitchFamily="49" charset="-122"/>
              </a:rPr>
              <a:t>的</a:t>
            </a:r>
            <a:r>
              <a:rPr kumimoji="0" lang="zh-CN" altLang="en-US" sz="3200">
                <a:solidFill>
                  <a:srgbClr val="4E67C8"/>
                </a:solidFill>
                <a:latin typeface="宋体" panose="02010600030101010101" pitchFamily="2" charset="-122"/>
                <a:ea typeface="楷体_GB2312" pitchFamily="49" charset="-122"/>
              </a:rPr>
              <a:t>支撑子图</a:t>
            </a:r>
            <a:r>
              <a:rPr kumimoji="0" lang="zh-CN" altLang="en-US" sz="3200">
                <a:latin typeface="宋体" panose="02010600030101010101" pitchFamily="2" charset="-122"/>
                <a:ea typeface="楷体_GB2312" pitchFamily="49" charset="-122"/>
              </a:rPr>
              <a:t>。如果</a:t>
            </a:r>
            <a:r>
              <a:rPr kumimoji="0" lang="en-US" altLang="zh-CN" sz="3200">
                <a:latin typeface="Times New Roman" panose="02020603050405020304" pitchFamily="18" charset="0"/>
                <a:ea typeface="楷体_GB2312" pitchFamily="49" charset="-122"/>
              </a:rPr>
              <a:t>H</a:t>
            </a:r>
            <a:r>
              <a:rPr kumimoji="0" lang="zh-CN" altLang="en-US" sz="3200">
                <a:latin typeface="宋体" panose="02010600030101010101" pitchFamily="2" charset="-122"/>
                <a:ea typeface="楷体_GB2312" pitchFamily="49" charset="-122"/>
              </a:rPr>
              <a:t>是</a:t>
            </a:r>
            <a:r>
              <a:rPr kumimoji="0" lang="en-US" altLang="zh-CN" sz="3200">
                <a:latin typeface="Times New Roman" panose="02020603050405020304" pitchFamily="18" charset="0"/>
                <a:ea typeface="楷体_GB2312" pitchFamily="49" charset="-122"/>
              </a:rPr>
              <a:t>G</a:t>
            </a:r>
            <a:r>
              <a:rPr kumimoji="0" lang="zh-CN" altLang="en-US" sz="3200">
                <a:latin typeface="宋体" panose="02010600030101010101" pitchFamily="2" charset="-122"/>
                <a:ea typeface="楷体_GB2312" pitchFamily="49" charset="-122"/>
              </a:rPr>
              <a:t>的子图，且</a:t>
            </a:r>
            <a:r>
              <a:rPr kumimoji="0" lang="en-US" altLang="zh-CN" sz="3200">
                <a:latin typeface="Times New Roman" panose="02020603050405020304" pitchFamily="18" charset="0"/>
                <a:ea typeface="楷体_GB2312" pitchFamily="49" charset="-122"/>
              </a:rPr>
              <a:t>L(G)</a:t>
            </a:r>
            <a:r>
              <a:rPr kumimoji="0" lang="zh-CN" altLang="en-US" sz="3200">
                <a:latin typeface="宋体" panose="02010600030101010101" pitchFamily="2" charset="-122"/>
                <a:ea typeface="楷体_GB2312" pitchFamily="49" charset="-122"/>
              </a:rPr>
              <a:t>中两个端点都在</a:t>
            </a:r>
            <a:r>
              <a:rPr kumimoji="0" lang="en-US" altLang="zh-CN" sz="3200">
                <a:latin typeface="Times New Roman" panose="02020603050405020304" pitchFamily="18" charset="0"/>
                <a:ea typeface="楷体_GB2312" pitchFamily="49" charset="-122"/>
              </a:rPr>
              <a:t>P(H)</a:t>
            </a:r>
            <a:r>
              <a:rPr kumimoji="0" lang="zh-CN" altLang="en-US" sz="3200">
                <a:latin typeface="宋体" panose="02010600030101010101" pitchFamily="2" charset="-122"/>
                <a:ea typeface="楷体_GB2312" pitchFamily="49" charset="-122"/>
              </a:rPr>
              <a:t>中的边都在</a:t>
            </a:r>
            <a:r>
              <a:rPr kumimoji="0" lang="en-US" altLang="zh-CN" sz="3200">
                <a:latin typeface="Times New Roman" panose="02020603050405020304" pitchFamily="18" charset="0"/>
                <a:ea typeface="楷体_GB2312" pitchFamily="49" charset="-122"/>
              </a:rPr>
              <a:t>L(H)</a:t>
            </a:r>
            <a:r>
              <a:rPr kumimoji="0" lang="zh-CN" altLang="en-US" sz="3200">
                <a:latin typeface="宋体" panose="02010600030101010101" pitchFamily="2" charset="-122"/>
                <a:ea typeface="楷体_GB2312" pitchFamily="49" charset="-122"/>
              </a:rPr>
              <a:t>中，则称</a:t>
            </a:r>
            <a:r>
              <a:rPr kumimoji="0" lang="en-US" altLang="zh-CN" sz="3200">
                <a:latin typeface="Times New Roman" panose="02020603050405020304" pitchFamily="18" charset="0"/>
                <a:ea typeface="楷体_GB2312" pitchFamily="49" charset="-122"/>
              </a:rPr>
              <a:t>H</a:t>
            </a:r>
            <a:r>
              <a:rPr kumimoji="0" lang="zh-CN" altLang="en-US" sz="3200">
                <a:latin typeface="宋体" panose="02010600030101010101" pitchFamily="2" charset="-122"/>
                <a:ea typeface="楷体_GB2312" pitchFamily="49" charset="-122"/>
              </a:rPr>
              <a:t>为点集</a:t>
            </a:r>
            <a:r>
              <a:rPr kumimoji="0" lang="en-US" altLang="zh-CN" sz="3200">
                <a:latin typeface="Times New Roman" panose="02020603050405020304" pitchFamily="18" charset="0"/>
                <a:ea typeface="楷体_GB2312" pitchFamily="49" charset="-122"/>
              </a:rPr>
              <a:t>P(H)</a:t>
            </a:r>
            <a:r>
              <a:rPr kumimoji="0" lang="zh-CN" altLang="en-US" sz="3200">
                <a:latin typeface="宋体" panose="02010600030101010101" pitchFamily="2" charset="-122"/>
                <a:ea typeface="楷体_GB2312" pitchFamily="49" charset="-122"/>
              </a:rPr>
              <a:t>在</a:t>
            </a:r>
            <a:r>
              <a:rPr kumimoji="0" lang="en-US" altLang="zh-CN" sz="3200">
                <a:latin typeface="Times New Roman" panose="02020603050405020304" pitchFamily="18" charset="0"/>
                <a:ea typeface="楷体_GB2312" pitchFamily="49" charset="-122"/>
              </a:rPr>
              <a:t>G</a:t>
            </a:r>
            <a:r>
              <a:rPr kumimoji="0" lang="zh-CN" altLang="en-US" sz="3200">
                <a:solidFill>
                  <a:schemeClr val="tx1"/>
                </a:solidFill>
                <a:latin typeface="宋体" panose="02010600030101010101" pitchFamily="2" charset="-122"/>
                <a:ea typeface="楷体_GB2312" pitchFamily="49" charset="-122"/>
              </a:rPr>
              <a:t>中</a:t>
            </a:r>
            <a:r>
              <a:rPr kumimoji="0" lang="zh-CN" altLang="en-US" sz="3200">
                <a:solidFill>
                  <a:srgbClr val="4E67C8"/>
                </a:solidFill>
                <a:latin typeface="宋体" panose="02010600030101010101" pitchFamily="2" charset="-122"/>
                <a:ea typeface="楷体_GB2312" pitchFamily="49" charset="-122"/>
              </a:rPr>
              <a:t>诱导的子图</a:t>
            </a:r>
            <a:r>
              <a:rPr kumimoji="0" lang="zh-CN" altLang="en-US" sz="3200">
                <a:latin typeface="宋体" panose="02010600030101010101" pitchFamily="2" charset="-122"/>
                <a:ea typeface="楷体_GB2312" pitchFamily="49" charset="-122"/>
              </a:rPr>
              <a:t>。</a:t>
            </a:r>
            <a:r>
              <a:rPr kumimoji="0" lang="zh-CN" altLang="en-US" sz="3200">
                <a:latin typeface="Times New Roman" panose="02020603050405020304" pitchFamily="18" charset="0"/>
                <a:ea typeface="楷体_GB2312" pitchFamily="49" charset="-122"/>
              </a:rPr>
              <a:t> </a:t>
            </a:r>
          </a:p>
        </p:txBody>
      </p:sp>
    </p:spTree>
  </p:cSld>
  <p:clrMapOvr>
    <a:masterClrMapping/>
  </p:clrMapOvr>
  <p:transition>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Number Placeholder 5">
            <a:extLst>
              <a:ext uri="{FF2B5EF4-FFF2-40B4-BE49-F238E27FC236}">
                <a16:creationId xmlns:a16="http://schemas.microsoft.com/office/drawing/2014/main" id="{F4D8FC65-1FBC-FF41-BF4A-E4F04A318F89}"/>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81E58826-0F26-BB47-B427-27581858F944}" type="slidenum">
              <a:rPr kumimoji="0" lang="zh-CN" altLang="en-US" sz="1200"/>
              <a:pPr/>
              <a:t>13</a:t>
            </a:fld>
            <a:endParaRPr kumimoji="0" lang="en-US" altLang="zh-CN" sz="1200"/>
          </a:p>
        </p:txBody>
      </p:sp>
      <p:grpSp>
        <p:nvGrpSpPr>
          <p:cNvPr id="32770" name="Group 191">
            <a:extLst>
              <a:ext uri="{FF2B5EF4-FFF2-40B4-BE49-F238E27FC236}">
                <a16:creationId xmlns:a16="http://schemas.microsoft.com/office/drawing/2014/main" id="{A421CB55-E7E2-7A4E-A88F-4DE7E86FF437}"/>
              </a:ext>
            </a:extLst>
          </p:cNvPr>
          <p:cNvGrpSpPr>
            <a:grpSpLocks/>
          </p:cNvGrpSpPr>
          <p:nvPr/>
        </p:nvGrpSpPr>
        <p:grpSpPr bwMode="auto">
          <a:xfrm>
            <a:off x="320675" y="76200"/>
            <a:ext cx="3338513" cy="3170238"/>
            <a:chOff x="202" y="0"/>
            <a:chExt cx="2103" cy="1997"/>
          </a:xfrm>
        </p:grpSpPr>
        <p:grpSp>
          <p:nvGrpSpPr>
            <p:cNvPr id="32835" name="Group 24">
              <a:extLst>
                <a:ext uri="{FF2B5EF4-FFF2-40B4-BE49-F238E27FC236}">
                  <a16:creationId xmlns:a16="http://schemas.microsoft.com/office/drawing/2014/main" id="{C500A564-D26C-F14D-A0DC-506EA75F49F3}"/>
                </a:ext>
              </a:extLst>
            </p:cNvPr>
            <p:cNvGrpSpPr>
              <a:grpSpLocks/>
            </p:cNvGrpSpPr>
            <p:nvPr/>
          </p:nvGrpSpPr>
          <p:grpSpPr bwMode="auto">
            <a:xfrm>
              <a:off x="446" y="336"/>
              <a:ext cx="1340" cy="1536"/>
              <a:chOff x="2544" y="2112"/>
              <a:chExt cx="1565" cy="1824"/>
            </a:xfrm>
          </p:grpSpPr>
          <p:sp>
            <p:nvSpPr>
              <p:cNvPr id="32845" name="Line 25">
                <a:extLst>
                  <a:ext uri="{FF2B5EF4-FFF2-40B4-BE49-F238E27FC236}">
                    <a16:creationId xmlns:a16="http://schemas.microsoft.com/office/drawing/2014/main" id="{075F96E4-60AC-8F47-922A-45A86363A95F}"/>
                  </a:ext>
                </a:extLst>
              </p:cNvPr>
              <p:cNvSpPr>
                <a:spLocks noChangeShapeType="1"/>
              </p:cNvSpPr>
              <p:nvPr/>
            </p:nvSpPr>
            <p:spPr bwMode="auto">
              <a:xfrm flipH="1">
                <a:off x="2592" y="3324"/>
                <a:ext cx="415" cy="56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46" name="Line 26">
                <a:extLst>
                  <a:ext uri="{FF2B5EF4-FFF2-40B4-BE49-F238E27FC236}">
                    <a16:creationId xmlns:a16="http://schemas.microsoft.com/office/drawing/2014/main" id="{7792A811-D66C-8A4C-8A7F-DD074525B030}"/>
                  </a:ext>
                </a:extLst>
              </p:cNvPr>
              <p:cNvSpPr>
                <a:spLocks noChangeShapeType="1"/>
              </p:cNvSpPr>
              <p:nvPr/>
            </p:nvSpPr>
            <p:spPr bwMode="auto">
              <a:xfrm>
                <a:off x="3648" y="2725"/>
                <a:ext cx="0" cy="58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47" name="Line 27">
                <a:extLst>
                  <a:ext uri="{FF2B5EF4-FFF2-40B4-BE49-F238E27FC236}">
                    <a16:creationId xmlns:a16="http://schemas.microsoft.com/office/drawing/2014/main" id="{1CA337F9-F382-554F-9B1C-2C4B7D30F449}"/>
                  </a:ext>
                </a:extLst>
              </p:cNvPr>
              <p:cNvSpPr>
                <a:spLocks noChangeShapeType="1"/>
              </p:cNvSpPr>
              <p:nvPr/>
            </p:nvSpPr>
            <p:spPr bwMode="auto">
              <a:xfrm>
                <a:off x="2962" y="2717"/>
                <a:ext cx="0" cy="58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48" name="Line 28">
                <a:extLst>
                  <a:ext uri="{FF2B5EF4-FFF2-40B4-BE49-F238E27FC236}">
                    <a16:creationId xmlns:a16="http://schemas.microsoft.com/office/drawing/2014/main" id="{B3925238-705B-A344-87F8-D42A35684F73}"/>
                  </a:ext>
                </a:extLst>
              </p:cNvPr>
              <p:cNvSpPr>
                <a:spLocks noChangeShapeType="1"/>
              </p:cNvSpPr>
              <p:nvPr/>
            </p:nvSpPr>
            <p:spPr bwMode="auto">
              <a:xfrm>
                <a:off x="2959" y="2667"/>
                <a:ext cx="68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49" name="Line 29">
                <a:extLst>
                  <a:ext uri="{FF2B5EF4-FFF2-40B4-BE49-F238E27FC236}">
                    <a16:creationId xmlns:a16="http://schemas.microsoft.com/office/drawing/2014/main" id="{D8963399-D5D2-8844-9AA3-BD1446F240FD}"/>
                  </a:ext>
                </a:extLst>
              </p:cNvPr>
              <p:cNvSpPr>
                <a:spLocks noChangeShapeType="1"/>
              </p:cNvSpPr>
              <p:nvPr/>
            </p:nvSpPr>
            <p:spPr bwMode="auto">
              <a:xfrm>
                <a:off x="3027" y="3350"/>
                <a:ext cx="62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50" name="Line 30">
                <a:extLst>
                  <a:ext uri="{FF2B5EF4-FFF2-40B4-BE49-F238E27FC236}">
                    <a16:creationId xmlns:a16="http://schemas.microsoft.com/office/drawing/2014/main" id="{7D50C4B3-45A3-0A42-8346-9DDF8C25D546}"/>
                  </a:ext>
                </a:extLst>
              </p:cNvPr>
              <p:cNvSpPr>
                <a:spLocks noChangeShapeType="1"/>
              </p:cNvSpPr>
              <p:nvPr/>
            </p:nvSpPr>
            <p:spPr bwMode="auto">
              <a:xfrm>
                <a:off x="2661" y="2188"/>
                <a:ext cx="13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51" name="Line 31">
                <a:extLst>
                  <a:ext uri="{FF2B5EF4-FFF2-40B4-BE49-F238E27FC236}">
                    <a16:creationId xmlns:a16="http://schemas.microsoft.com/office/drawing/2014/main" id="{E7DC94B2-BA80-874F-BB57-A10C3683A291}"/>
                  </a:ext>
                </a:extLst>
              </p:cNvPr>
              <p:cNvSpPr>
                <a:spLocks noChangeShapeType="1"/>
              </p:cNvSpPr>
              <p:nvPr/>
            </p:nvSpPr>
            <p:spPr bwMode="auto">
              <a:xfrm>
                <a:off x="4069" y="2213"/>
                <a:ext cx="0" cy="16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52" name="Line 32">
                <a:extLst>
                  <a:ext uri="{FF2B5EF4-FFF2-40B4-BE49-F238E27FC236}">
                    <a16:creationId xmlns:a16="http://schemas.microsoft.com/office/drawing/2014/main" id="{472AD815-FD5B-6049-A436-7CC1A7A24EF3}"/>
                  </a:ext>
                </a:extLst>
              </p:cNvPr>
              <p:cNvSpPr>
                <a:spLocks noChangeShapeType="1"/>
              </p:cNvSpPr>
              <p:nvPr/>
            </p:nvSpPr>
            <p:spPr bwMode="auto">
              <a:xfrm>
                <a:off x="2661" y="3885"/>
                <a:ext cx="13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53" name="Line 33">
                <a:extLst>
                  <a:ext uri="{FF2B5EF4-FFF2-40B4-BE49-F238E27FC236}">
                    <a16:creationId xmlns:a16="http://schemas.microsoft.com/office/drawing/2014/main" id="{85D3C0A6-4D46-F84B-8F69-ED5B8D7610C8}"/>
                  </a:ext>
                </a:extLst>
              </p:cNvPr>
              <p:cNvSpPr>
                <a:spLocks noChangeShapeType="1"/>
              </p:cNvSpPr>
              <p:nvPr/>
            </p:nvSpPr>
            <p:spPr bwMode="auto">
              <a:xfrm>
                <a:off x="2598" y="2213"/>
                <a:ext cx="0" cy="16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54" name="Line 34">
                <a:extLst>
                  <a:ext uri="{FF2B5EF4-FFF2-40B4-BE49-F238E27FC236}">
                    <a16:creationId xmlns:a16="http://schemas.microsoft.com/office/drawing/2014/main" id="{278A8CFA-DF52-1843-86B8-B7DC5DCCE5E6}"/>
                  </a:ext>
                </a:extLst>
              </p:cNvPr>
              <p:cNvSpPr>
                <a:spLocks noChangeShapeType="1"/>
              </p:cNvSpPr>
              <p:nvPr/>
            </p:nvSpPr>
            <p:spPr bwMode="auto">
              <a:xfrm flipH="1" flipV="1">
                <a:off x="2640" y="2208"/>
                <a:ext cx="336" cy="4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55" name="Line 35">
                <a:extLst>
                  <a:ext uri="{FF2B5EF4-FFF2-40B4-BE49-F238E27FC236}">
                    <a16:creationId xmlns:a16="http://schemas.microsoft.com/office/drawing/2014/main" id="{5EC830B7-4BEB-F14A-8536-F6B6B1301217}"/>
                  </a:ext>
                </a:extLst>
              </p:cNvPr>
              <p:cNvSpPr>
                <a:spLocks noChangeShapeType="1"/>
              </p:cNvSpPr>
              <p:nvPr/>
            </p:nvSpPr>
            <p:spPr bwMode="auto">
              <a:xfrm flipV="1">
                <a:off x="3648" y="2160"/>
                <a:ext cx="432" cy="52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56" name="Line 36">
                <a:extLst>
                  <a:ext uri="{FF2B5EF4-FFF2-40B4-BE49-F238E27FC236}">
                    <a16:creationId xmlns:a16="http://schemas.microsoft.com/office/drawing/2014/main" id="{81C4C005-6624-C845-A777-5DE024379CAA}"/>
                  </a:ext>
                </a:extLst>
              </p:cNvPr>
              <p:cNvSpPr>
                <a:spLocks noChangeShapeType="1"/>
              </p:cNvSpPr>
              <p:nvPr/>
            </p:nvSpPr>
            <p:spPr bwMode="auto">
              <a:xfrm>
                <a:off x="3648" y="3360"/>
                <a:ext cx="432" cy="5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57" name="Oval 37">
                <a:extLst>
                  <a:ext uri="{FF2B5EF4-FFF2-40B4-BE49-F238E27FC236}">
                    <a16:creationId xmlns:a16="http://schemas.microsoft.com/office/drawing/2014/main" id="{FBD0A60D-FB33-B84E-BDED-AE0BAF4CD5CF}"/>
                  </a:ext>
                </a:extLst>
              </p:cNvPr>
              <p:cNvSpPr>
                <a:spLocks noChangeArrowheads="1"/>
              </p:cNvSpPr>
              <p:nvPr/>
            </p:nvSpPr>
            <p:spPr bwMode="auto">
              <a:xfrm>
                <a:off x="2930" y="2616"/>
                <a:ext cx="97" cy="101"/>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2858" name="Oval 38">
                <a:extLst>
                  <a:ext uri="{FF2B5EF4-FFF2-40B4-BE49-F238E27FC236}">
                    <a16:creationId xmlns:a16="http://schemas.microsoft.com/office/drawing/2014/main" id="{90A8A8C5-CC1A-1143-97AE-4066A019F37E}"/>
                  </a:ext>
                </a:extLst>
              </p:cNvPr>
              <p:cNvSpPr>
                <a:spLocks noChangeArrowheads="1"/>
              </p:cNvSpPr>
              <p:nvPr/>
            </p:nvSpPr>
            <p:spPr bwMode="auto">
              <a:xfrm>
                <a:off x="2928" y="3300"/>
                <a:ext cx="97" cy="101"/>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2859" name="Oval 39">
                <a:extLst>
                  <a:ext uri="{FF2B5EF4-FFF2-40B4-BE49-F238E27FC236}">
                    <a16:creationId xmlns:a16="http://schemas.microsoft.com/office/drawing/2014/main" id="{ECC1997F-0B6B-4E4D-BA12-7B2D4D465CEA}"/>
                  </a:ext>
                </a:extLst>
              </p:cNvPr>
              <p:cNvSpPr>
                <a:spLocks noChangeArrowheads="1"/>
              </p:cNvSpPr>
              <p:nvPr/>
            </p:nvSpPr>
            <p:spPr bwMode="auto">
              <a:xfrm>
                <a:off x="3600" y="3300"/>
                <a:ext cx="97" cy="101"/>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2860" name="Oval 40">
                <a:extLst>
                  <a:ext uri="{FF2B5EF4-FFF2-40B4-BE49-F238E27FC236}">
                    <a16:creationId xmlns:a16="http://schemas.microsoft.com/office/drawing/2014/main" id="{1F8FBB6D-1E5F-3640-B460-49F5F5B2EFEA}"/>
                  </a:ext>
                </a:extLst>
              </p:cNvPr>
              <p:cNvSpPr>
                <a:spLocks noChangeArrowheads="1"/>
              </p:cNvSpPr>
              <p:nvPr/>
            </p:nvSpPr>
            <p:spPr bwMode="auto">
              <a:xfrm>
                <a:off x="3602" y="2616"/>
                <a:ext cx="97" cy="101"/>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2861" name="Oval 41">
                <a:extLst>
                  <a:ext uri="{FF2B5EF4-FFF2-40B4-BE49-F238E27FC236}">
                    <a16:creationId xmlns:a16="http://schemas.microsoft.com/office/drawing/2014/main" id="{9B44051E-E7A3-D44E-AA95-FF7FD21F9E5D}"/>
                  </a:ext>
                </a:extLst>
              </p:cNvPr>
              <p:cNvSpPr>
                <a:spLocks noChangeArrowheads="1"/>
              </p:cNvSpPr>
              <p:nvPr/>
            </p:nvSpPr>
            <p:spPr bwMode="auto">
              <a:xfrm>
                <a:off x="4012" y="3834"/>
                <a:ext cx="97" cy="102"/>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2862" name="Oval 42">
                <a:extLst>
                  <a:ext uri="{FF2B5EF4-FFF2-40B4-BE49-F238E27FC236}">
                    <a16:creationId xmlns:a16="http://schemas.microsoft.com/office/drawing/2014/main" id="{AAF85DC3-FEE0-E749-B881-09A588343C01}"/>
                  </a:ext>
                </a:extLst>
              </p:cNvPr>
              <p:cNvSpPr>
                <a:spLocks noChangeArrowheads="1"/>
              </p:cNvSpPr>
              <p:nvPr/>
            </p:nvSpPr>
            <p:spPr bwMode="auto">
              <a:xfrm>
                <a:off x="4012" y="2112"/>
                <a:ext cx="97" cy="101"/>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2863" name="Oval 43">
                <a:extLst>
                  <a:ext uri="{FF2B5EF4-FFF2-40B4-BE49-F238E27FC236}">
                    <a16:creationId xmlns:a16="http://schemas.microsoft.com/office/drawing/2014/main" id="{8A49553B-5981-7444-A5A6-E83C384E6065}"/>
                  </a:ext>
                </a:extLst>
              </p:cNvPr>
              <p:cNvSpPr>
                <a:spLocks noChangeArrowheads="1"/>
              </p:cNvSpPr>
              <p:nvPr/>
            </p:nvSpPr>
            <p:spPr bwMode="auto">
              <a:xfrm>
                <a:off x="2562" y="2137"/>
                <a:ext cx="97" cy="102"/>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2864" name="Oval 44">
                <a:extLst>
                  <a:ext uri="{FF2B5EF4-FFF2-40B4-BE49-F238E27FC236}">
                    <a16:creationId xmlns:a16="http://schemas.microsoft.com/office/drawing/2014/main" id="{61FA6F94-3293-034B-B433-75570FD24B46}"/>
                  </a:ext>
                </a:extLst>
              </p:cNvPr>
              <p:cNvSpPr>
                <a:spLocks noChangeArrowheads="1"/>
              </p:cNvSpPr>
              <p:nvPr/>
            </p:nvSpPr>
            <p:spPr bwMode="auto">
              <a:xfrm>
                <a:off x="2544" y="3833"/>
                <a:ext cx="97" cy="102"/>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grpSp>
        <p:sp>
          <p:nvSpPr>
            <p:cNvPr id="53323" name="Text Box 75">
              <a:extLst>
                <a:ext uri="{FF2B5EF4-FFF2-40B4-BE49-F238E27FC236}">
                  <a16:creationId xmlns:a16="http://schemas.microsoft.com/office/drawing/2014/main" id="{A2EFE51C-243F-8B4A-B0A6-300402992272}"/>
                </a:ext>
              </a:extLst>
            </p:cNvPr>
            <p:cNvSpPr txBox="1">
              <a:spLocks noChangeArrowheads="1"/>
            </p:cNvSpPr>
            <p:nvPr/>
          </p:nvSpPr>
          <p:spPr bwMode="auto">
            <a:xfrm>
              <a:off x="350" y="0"/>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a</a:t>
              </a:r>
            </a:p>
          </p:txBody>
        </p:sp>
        <p:sp>
          <p:nvSpPr>
            <p:cNvPr id="53324" name="Text Box 76">
              <a:extLst>
                <a:ext uri="{FF2B5EF4-FFF2-40B4-BE49-F238E27FC236}">
                  <a16:creationId xmlns:a16="http://schemas.microsoft.com/office/drawing/2014/main" id="{75673822-080B-0542-86CC-84B3982F79D4}"/>
                </a:ext>
              </a:extLst>
            </p:cNvPr>
            <p:cNvSpPr txBox="1">
              <a:spLocks noChangeArrowheads="1"/>
            </p:cNvSpPr>
            <p:nvPr/>
          </p:nvSpPr>
          <p:spPr bwMode="auto">
            <a:xfrm>
              <a:off x="1642" y="19"/>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b</a:t>
              </a:r>
            </a:p>
          </p:txBody>
        </p:sp>
        <p:sp>
          <p:nvSpPr>
            <p:cNvPr id="53325" name="Text Box 77">
              <a:extLst>
                <a:ext uri="{FF2B5EF4-FFF2-40B4-BE49-F238E27FC236}">
                  <a16:creationId xmlns:a16="http://schemas.microsoft.com/office/drawing/2014/main" id="{2CCD3294-7A6C-A146-B45A-17550FB949A6}"/>
                </a:ext>
              </a:extLst>
            </p:cNvPr>
            <p:cNvSpPr txBox="1">
              <a:spLocks noChangeArrowheads="1"/>
            </p:cNvSpPr>
            <p:nvPr/>
          </p:nvSpPr>
          <p:spPr bwMode="auto">
            <a:xfrm>
              <a:off x="1786" y="1603"/>
              <a:ext cx="23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c</a:t>
              </a:r>
            </a:p>
          </p:txBody>
        </p:sp>
        <p:sp>
          <p:nvSpPr>
            <p:cNvPr id="53326" name="Text Box 78">
              <a:extLst>
                <a:ext uri="{FF2B5EF4-FFF2-40B4-BE49-F238E27FC236}">
                  <a16:creationId xmlns:a16="http://schemas.microsoft.com/office/drawing/2014/main" id="{D1426FCC-5E3C-F04C-AD9C-1444C84D7D06}"/>
                </a:ext>
              </a:extLst>
            </p:cNvPr>
            <p:cNvSpPr txBox="1">
              <a:spLocks noChangeArrowheads="1"/>
            </p:cNvSpPr>
            <p:nvPr/>
          </p:nvSpPr>
          <p:spPr bwMode="auto">
            <a:xfrm>
              <a:off x="202" y="1632"/>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d</a:t>
              </a:r>
            </a:p>
          </p:txBody>
        </p:sp>
        <p:sp>
          <p:nvSpPr>
            <p:cNvPr id="53327" name="Text Box 79">
              <a:extLst>
                <a:ext uri="{FF2B5EF4-FFF2-40B4-BE49-F238E27FC236}">
                  <a16:creationId xmlns:a16="http://schemas.microsoft.com/office/drawing/2014/main" id="{2DCCAB5C-2284-1C4B-B6B5-DF629998B5D0}"/>
                </a:ext>
              </a:extLst>
            </p:cNvPr>
            <p:cNvSpPr txBox="1">
              <a:spLocks noChangeArrowheads="1"/>
            </p:cNvSpPr>
            <p:nvPr/>
          </p:nvSpPr>
          <p:spPr bwMode="auto">
            <a:xfrm>
              <a:off x="490" y="1104"/>
              <a:ext cx="3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d</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3328" name="Text Box 80">
              <a:extLst>
                <a:ext uri="{FF2B5EF4-FFF2-40B4-BE49-F238E27FC236}">
                  <a16:creationId xmlns:a16="http://schemas.microsoft.com/office/drawing/2014/main" id="{08C46DFD-DAFE-D144-8900-49C75C124D9C}"/>
                </a:ext>
              </a:extLst>
            </p:cNvPr>
            <p:cNvSpPr txBox="1">
              <a:spLocks noChangeArrowheads="1"/>
            </p:cNvSpPr>
            <p:nvPr/>
          </p:nvSpPr>
          <p:spPr bwMode="auto">
            <a:xfrm>
              <a:off x="752" y="432"/>
              <a:ext cx="33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a</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3329" name="Text Box 81">
              <a:extLst>
                <a:ext uri="{FF2B5EF4-FFF2-40B4-BE49-F238E27FC236}">
                  <a16:creationId xmlns:a16="http://schemas.microsoft.com/office/drawing/2014/main" id="{F23FAC91-8073-E549-A161-546F6484E628}"/>
                </a:ext>
              </a:extLst>
            </p:cNvPr>
            <p:cNvSpPr txBox="1">
              <a:spLocks noChangeArrowheads="1"/>
            </p:cNvSpPr>
            <p:nvPr/>
          </p:nvSpPr>
          <p:spPr bwMode="auto">
            <a:xfrm>
              <a:off x="1410" y="643"/>
              <a:ext cx="3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b</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3330" name="Text Box 82">
              <a:extLst>
                <a:ext uri="{FF2B5EF4-FFF2-40B4-BE49-F238E27FC236}">
                  <a16:creationId xmlns:a16="http://schemas.microsoft.com/office/drawing/2014/main" id="{0CF26504-DCBF-CF4D-85B0-74195DA67C18}"/>
                </a:ext>
              </a:extLst>
            </p:cNvPr>
            <p:cNvSpPr txBox="1">
              <a:spLocks noChangeArrowheads="1"/>
            </p:cNvSpPr>
            <p:nvPr/>
          </p:nvSpPr>
          <p:spPr bwMode="auto">
            <a:xfrm>
              <a:off x="1402" y="1152"/>
              <a:ext cx="317"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c</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32844" name="Text Box 184">
              <a:extLst>
                <a:ext uri="{FF2B5EF4-FFF2-40B4-BE49-F238E27FC236}">
                  <a16:creationId xmlns:a16="http://schemas.microsoft.com/office/drawing/2014/main" id="{CA4DCE36-72FE-0D48-A49D-0F297EF506D1}"/>
                </a:ext>
              </a:extLst>
            </p:cNvPr>
            <p:cNvSpPr txBox="1">
              <a:spLocks noChangeArrowheads="1"/>
            </p:cNvSpPr>
            <p:nvPr/>
          </p:nvSpPr>
          <p:spPr bwMode="auto">
            <a:xfrm>
              <a:off x="1878" y="835"/>
              <a:ext cx="427" cy="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zh-CN" altLang="en-US" sz="3200" b="1">
                  <a:latin typeface="Times New Roman" panose="02020603050405020304" pitchFamily="18" charset="0"/>
                  <a:ea typeface="楷体_GB2312" pitchFamily="49" charset="-122"/>
                </a:rPr>
                <a:t>母图</a:t>
              </a:r>
            </a:p>
          </p:txBody>
        </p:sp>
      </p:grpSp>
      <p:grpSp>
        <p:nvGrpSpPr>
          <p:cNvPr id="53440" name="Group 192">
            <a:extLst>
              <a:ext uri="{FF2B5EF4-FFF2-40B4-BE49-F238E27FC236}">
                <a16:creationId xmlns:a16="http://schemas.microsoft.com/office/drawing/2014/main" id="{46DA8866-38DF-B844-AC0C-ADE6993801A3}"/>
              </a:ext>
            </a:extLst>
          </p:cNvPr>
          <p:cNvGrpSpPr>
            <a:grpSpLocks/>
          </p:cNvGrpSpPr>
          <p:nvPr/>
        </p:nvGrpSpPr>
        <p:grpSpPr bwMode="auto">
          <a:xfrm>
            <a:off x="4670425" y="152400"/>
            <a:ext cx="3101975" cy="3140075"/>
            <a:chOff x="3552" y="48"/>
            <a:chExt cx="1954" cy="1978"/>
          </a:xfrm>
        </p:grpSpPr>
        <p:sp>
          <p:nvSpPr>
            <p:cNvPr id="32817" name="Line 96">
              <a:extLst>
                <a:ext uri="{FF2B5EF4-FFF2-40B4-BE49-F238E27FC236}">
                  <a16:creationId xmlns:a16="http://schemas.microsoft.com/office/drawing/2014/main" id="{80403D5E-8073-8248-B000-4FD3DEC5086D}"/>
                </a:ext>
              </a:extLst>
            </p:cNvPr>
            <p:cNvSpPr>
              <a:spLocks noChangeShapeType="1"/>
            </p:cNvSpPr>
            <p:nvPr/>
          </p:nvSpPr>
          <p:spPr bwMode="auto">
            <a:xfrm>
              <a:off x="3978" y="832"/>
              <a:ext cx="63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18" name="Line 98">
              <a:extLst>
                <a:ext uri="{FF2B5EF4-FFF2-40B4-BE49-F238E27FC236}">
                  <a16:creationId xmlns:a16="http://schemas.microsoft.com/office/drawing/2014/main" id="{2C50754F-5132-644D-9576-BDD97CC115D6}"/>
                </a:ext>
              </a:extLst>
            </p:cNvPr>
            <p:cNvSpPr>
              <a:spLocks noChangeShapeType="1"/>
            </p:cNvSpPr>
            <p:nvPr/>
          </p:nvSpPr>
          <p:spPr bwMode="auto">
            <a:xfrm>
              <a:off x="3704" y="429"/>
              <a:ext cx="124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19" name="Line 99">
              <a:extLst>
                <a:ext uri="{FF2B5EF4-FFF2-40B4-BE49-F238E27FC236}">
                  <a16:creationId xmlns:a16="http://schemas.microsoft.com/office/drawing/2014/main" id="{878ADD25-0F59-FA46-A120-50F3B67CFB8D}"/>
                </a:ext>
              </a:extLst>
            </p:cNvPr>
            <p:cNvSpPr>
              <a:spLocks noChangeShapeType="1"/>
            </p:cNvSpPr>
            <p:nvPr/>
          </p:nvSpPr>
          <p:spPr bwMode="auto">
            <a:xfrm>
              <a:off x="4999" y="450"/>
              <a:ext cx="0" cy="141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20" name="Line 101">
              <a:extLst>
                <a:ext uri="{FF2B5EF4-FFF2-40B4-BE49-F238E27FC236}">
                  <a16:creationId xmlns:a16="http://schemas.microsoft.com/office/drawing/2014/main" id="{D66F03FA-EC52-1746-8B25-D423FB8EE836}"/>
                </a:ext>
              </a:extLst>
            </p:cNvPr>
            <p:cNvSpPr>
              <a:spLocks noChangeShapeType="1"/>
            </p:cNvSpPr>
            <p:nvPr/>
          </p:nvSpPr>
          <p:spPr bwMode="auto">
            <a:xfrm>
              <a:off x="3646" y="450"/>
              <a:ext cx="0" cy="141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21" name="Line 102">
              <a:extLst>
                <a:ext uri="{FF2B5EF4-FFF2-40B4-BE49-F238E27FC236}">
                  <a16:creationId xmlns:a16="http://schemas.microsoft.com/office/drawing/2014/main" id="{A15614ED-B6D8-8148-9AD7-C759BCEE74FD}"/>
                </a:ext>
              </a:extLst>
            </p:cNvPr>
            <p:cNvSpPr>
              <a:spLocks noChangeShapeType="1"/>
            </p:cNvSpPr>
            <p:nvPr/>
          </p:nvSpPr>
          <p:spPr bwMode="auto">
            <a:xfrm flipH="1" flipV="1">
              <a:off x="3684" y="446"/>
              <a:ext cx="309" cy="4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22" name="Oval 105">
              <a:extLst>
                <a:ext uri="{FF2B5EF4-FFF2-40B4-BE49-F238E27FC236}">
                  <a16:creationId xmlns:a16="http://schemas.microsoft.com/office/drawing/2014/main" id="{DFD31261-4E0B-9D40-9407-02B43CCDB27F}"/>
                </a:ext>
              </a:extLst>
            </p:cNvPr>
            <p:cNvSpPr>
              <a:spLocks noChangeArrowheads="1"/>
            </p:cNvSpPr>
            <p:nvPr/>
          </p:nvSpPr>
          <p:spPr bwMode="auto">
            <a:xfrm>
              <a:off x="3951" y="789"/>
              <a:ext cx="89" cy="85"/>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2823" name="Oval 108">
              <a:extLst>
                <a:ext uri="{FF2B5EF4-FFF2-40B4-BE49-F238E27FC236}">
                  <a16:creationId xmlns:a16="http://schemas.microsoft.com/office/drawing/2014/main" id="{4EDC26C4-F97C-D74F-9EF1-8B2ADB8D69DE}"/>
                </a:ext>
              </a:extLst>
            </p:cNvPr>
            <p:cNvSpPr>
              <a:spLocks noChangeArrowheads="1"/>
            </p:cNvSpPr>
            <p:nvPr/>
          </p:nvSpPr>
          <p:spPr bwMode="auto">
            <a:xfrm>
              <a:off x="4569" y="789"/>
              <a:ext cx="90" cy="85"/>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2824" name="Oval 109">
              <a:extLst>
                <a:ext uri="{FF2B5EF4-FFF2-40B4-BE49-F238E27FC236}">
                  <a16:creationId xmlns:a16="http://schemas.microsoft.com/office/drawing/2014/main" id="{B9DB013E-B1B7-0646-857A-256E08034A6E}"/>
                </a:ext>
              </a:extLst>
            </p:cNvPr>
            <p:cNvSpPr>
              <a:spLocks noChangeArrowheads="1"/>
            </p:cNvSpPr>
            <p:nvPr/>
          </p:nvSpPr>
          <p:spPr bwMode="auto">
            <a:xfrm>
              <a:off x="4947" y="1815"/>
              <a:ext cx="89" cy="86"/>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2825" name="Oval 110">
              <a:extLst>
                <a:ext uri="{FF2B5EF4-FFF2-40B4-BE49-F238E27FC236}">
                  <a16:creationId xmlns:a16="http://schemas.microsoft.com/office/drawing/2014/main" id="{D4A1F5FE-ADFF-6E45-884D-4B42D58B26B5}"/>
                </a:ext>
              </a:extLst>
            </p:cNvPr>
            <p:cNvSpPr>
              <a:spLocks noChangeArrowheads="1"/>
            </p:cNvSpPr>
            <p:nvPr/>
          </p:nvSpPr>
          <p:spPr bwMode="auto">
            <a:xfrm>
              <a:off x="4947" y="365"/>
              <a:ext cx="89" cy="85"/>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2826" name="Oval 111">
              <a:extLst>
                <a:ext uri="{FF2B5EF4-FFF2-40B4-BE49-F238E27FC236}">
                  <a16:creationId xmlns:a16="http://schemas.microsoft.com/office/drawing/2014/main" id="{FFF70F38-0A76-F149-9075-859636544BE4}"/>
                </a:ext>
              </a:extLst>
            </p:cNvPr>
            <p:cNvSpPr>
              <a:spLocks noChangeArrowheads="1"/>
            </p:cNvSpPr>
            <p:nvPr/>
          </p:nvSpPr>
          <p:spPr bwMode="auto">
            <a:xfrm>
              <a:off x="3613" y="386"/>
              <a:ext cx="89" cy="86"/>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2827" name="Oval 112">
              <a:extLst>
                <a:ext uri="{FF2B5EF4-FFF2-40B4-BE49-F238E27FC236}">
                  <a16:creationId xmlns:a16="http://schemas.microsoft.com/office/drawing/2014/main" id="{C555AE6D-10FD-5E47-8F56-9957D09BAF77}"/>
                </a:ext>
              </a:extLst>
            </p:cNvPr>
            <p:cNvSpPr>
              <a:spLocks noChangeArrowheads="1"/>
            </p:cNvSpPr>
            <p:nvPr/>
          </p:nvSpPr>
          <p:spPr bwMode="auto">
            <a:xfrm>
              <a:off x="3596" y="1814"/>
              <a:ext cx="89" cy="86"/>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53382" name="Text Box 134">
              <a:extLst>
                <a:ext uri="{FF2B5EF4-FFF2-40B4-BE49-F238E27FC236}">
                  <a16:creationId xmlns:a16="http://schemas.microsoft.com/office/drawing/2014/main" id="{3B7CDB58-5D62-2348-A232-FD4CE14ABE23}"/>
                </a:ext>
              </a:extLst>
            </p:cNvPr>
            <p:cNvSpPr txBox="1">
              <a:spLocks noChangeArrowheads="1"/>
            </p:cNvSpPr>
            <p:nvPr/>
          </p:nvSpPr>
          <p:spPr bwMode="auto">
            <a:xfrm>
              <a:off x="3552" y="48"/>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a</a:t>
              </a:r>
            </a:p>
          </p:txBody>
        </p:sp>
        <p:sp>
          <p:nvSpPr>
            <p:cNvPr id="53383" name="Text Box 135">
              <a:extLst>
                <a:ext uri="{FF2B5EF4-FFF2-40B4-BE49-F238E27FC236}">
                  <a16:creationId xmlns:a16="http://schemas.microsoft.com/office/drawing/2014/main" id="{C614A794-823A-694E-AD52-CE770C1B9059}"/>
                </a:ext>
              </a:extLst>
            </p:cNvPr>
            <p:cNvSpPr txBox="1">
              <a:spLocks noChangeArrowheads="1"/>
            </p:cNvSpPr>
            <p:nvPr/>
          </p:nvSpPr>
          <p:spPr bwMode="auto">
            <a:xfrm>
              <a:off x="4844" y="67"/>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b</a:t>
              </a:r>
            </a:p>
          </p:txBody>
        </p:sp>
        <p:sp>
          <p:nvSpPr>
            <p:cNvPr id="53384" name="Text Box 136">
              <a:extLst>
                <a:ext uri="{FF2B5EF4-FFF2-40B4-BE49-F238E27FC236}">
                  <a16:creationId xmlns:a16="http://schemas.microsoft.com/office/drawing/2014/main" id="{30A86CD0-541A-9542-9133-F52E47FEDD34}"/>
                </a:ext>
              </a:extLst>
            </p:cNvPr>
            <p:cNvSpPr txBox="1">
              <a:spLocks noChangeArrowheads="1"/>
            </p:cNvSpPr>
            <p:nvPr/>
          </p:nvSpPr>
          <p:spPr bwMode="auto">
            <a:xfrm>
              <a:off x="4748" y="1661"/>
              <a:ext cx="23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c</a:t>
              </a:r>
            </a:p>
          </p:txBody>
        </p:sp>
        <p:sp>
          <p:nvSpPr>
            <p:cNvPr id="53385" name="Text Box 137">
              <a:extLst>
                <a:ext uri="{FF2B5EF4-FFF2-40B4-BE49-F238E27FC236}">
                  <a16:creationId xmlns:a16="http://schemas.microsoft.com/office/drawing/2014/main" id="{76C46060-3C34-F34F-B743-1C135F16439D}"/>
                </a:ext>
              </a:extLst>
            </p:cNvPr>
            <p:cNvSpPr txBox="1">
              <a:spLocks noChangeArrowheads="1"/>
            </p:cNvSpPr>
            <p:nvPr/>
          </p:nvSpPr>
          <p:spPr bwMode="auto">
            <a:xfrm>
              <a:off x="3688" y="1661"/>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d</a:t>
              </a:r>
            </a:p>
          </p:txBody>
        </p:sp>
        <p:sp>
          <p:nvSpPr>
            <p:cNvPr id="53387" name="Text Box 139">
              <a:extLst>
                <a:ext uri="{FF2B5EF4-FFF2-40B4-BE49-F238E27FC236}">
                  <a16:creationId xmlns:a16="http://schemas.microsoft.com/office/drawing/2014/main" id="{54884F42-E4C4-A148-B3BE-3B020742248C}"/>
                </a:ext>
              </a:extLst>
            </p:cNvPr>
            <p:cNvSpPr txBox="1">
              <a:spLocks noChangeArrowheads="1"/>
            </p:cNvSpPr>
            <p:nvPr/>
          </p:nvSpPr>
          <p:spPr bwMode="auto">
            <a:xfrm>
              <a:off x="3954" y="480"/>
              <a:ext cx="33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a</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3388" name="Text Box 140">
              <a:extLst>
                <a:ext uri="{FF2B5EF4-FFF2-40B4-BE49-F238E27FC236}">
                  <a16:creationId xmlns:a16="http://schemas.microsoft.com/office/drawing/2014/main" id="{72A6DD9F-7340-CE46-83CB-8FB64594D193}"/>
                </a:ext>
              </a:extLst>
            </p:cNvPr>
            <p:cNvSpPr txBox="1">
              <a:spLocks noChangeArrowheads="1"/>
            </p:cNvSpPr>
            <p:nvPr/>
          </p:nvSpPr>
          <p:spPr bwMode="auto">
            <a:xfrm>
              <a:off x="4604" y="509"/>
              <a:ext cx="3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b</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15427" name="Text Box 185">
              <a:extLst>
                <a:ext uri="{FF2B5EF4-FFF2-40B4-BE49-F238E27FC236}">
                  <a16:creationId xmlns:a16="http://schemas.microsoft.com/office/drawing/2014/main" id="{4AB6477D-386C-8D48-B89E-2996F0196FEA}"/>
                </a:ext>
              </a:extLst>
            </p:cNvPr>
            <p:cNvSpPr txBox="1">
              <a:spLocks noChangeArrowheads="1"/>
            </p:cNvSpPr>
            <p:nvPr/>
          </p:nvSpPr>
          <p:spPr bwMode="auto">
            <a:xfrm>
              <a:off x="5079" y="864"/>
              <a:ext cx="427" cy="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eaLnBrk="0" hangingPunct="0">
                <a:defRPr>
                  <a:solidFill>
                    <a:schemeClr val="tx1"/>
                  </a:solidFill>
                  <a:latin typeface="Arial" charset="0"/>
                  <a:ea typeface="宋体" charset="0"/>
                  <a:cs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defRPr/>
              </a:pPr>
              <a:r>
                <a:rPr kumimoji="1" lang="zh-CN" altLang="en-US" sz="3200" b="1" dirty="0">
                  <a:solidFill>
                    <a:srgbClr val="000000"/>
                  </a:solidFill>
                  <a:latin typeface="Times New Roman" charset="0"/>
                  <a:ea typeface="楷体_GB2312" charset="0"/>
                  <a:cs typeface="楷体_GB2312" charset="0"/>
                </a:rPr>
                <a:t>子图</a:t>
              </a:r>
            </a:p>
          </p:txBody>
        </p:sp>
      </p:grpSp>
      <p:grpSp>
        <p:nvGrpSpPr>
          <p:cNvPr id="53441" name="Group 193">
            <a:extLst>
              <a:ext uri="{FF2B5EF4-FFF2-40B4-BE49-F238E27FC236}">
                <a16:creationId xmlns:a16="http://schemas.microsoft.com/office/drawing/2014/main" id="{F88CCC06-87AB-9F47-9289-D7747DEA62FB}"/>
              </a:ext>
            </a:extLst>
          </p:cNvPr>
          <p:cNvGrpSpPr>
            <a:grpSpLocks/>
          </p:cNvGrpSpPr>
          <p:nvPr/>
        </p:nvGrpSpPr>
        <p:grpSpPr bwMode="auto">
          <a:xfrm>
            <a:off x="479425" y="3398838"/>
            <a:ext cx="3155950" cy="3170237"/>
            <a:chOff x="302" y="2208"/>
            <a:chExt cx="1988" cy="1997"/>
          </a:xfrm>
        </p:grpSpPr>
        <p:sp>
          <p:nvSpPr>
            <p:cNvPr id="32793" name="Line 114">
              <a:extLst>
                <a:ext uri="{FF2B5EF4-FFF2-40B4-BE49-F238E27FC236}">
                  <a16:creationId xmlns:a16="http://schemas.microsoft.com/office/drawing/2014/main" id="{9BDA20AC-342D-3747-A53A-7ACCC4CCE90C}"/>
                </a:ext>
              </a:extLst>
            </p:cNvPr>
            <p:cNvSpPr>
              <a:spLocks noChangeShapeType="1"/>
            </p:cNvSpPr>
            <p:nvPr/>
          </p:nvSpPr>
          <p:spPr bwMode="auto">
            <a:xfrm flipH="1">
              <a:off x="435" y="3565"/>
              <a:ext cx="355" cy="4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4" name="Line 115">
              <a:extLst>
                <a:ext uri="{FF2B5EF4-FFF2-40B4-BE49-F238E27FC236}">
                  <a16:creationId xmlns:a16="http://schemas.microsoft.com/office/drawing/2014/main" id="{B6A23D56-7173-7B46-A1E7-B94B7B163958}"/>
                </a:ext>
              </a:extLst>
            </p:cNvPr>
            <p:cNvSpPr>
              <a:spLocks noChangeShapeType="1"/>
            </p:cNvSpPr>
            <p:nvPr/>
          </p:nvSpPr>
          <p:spPr bwMode="auto">
            <a:xfrm>
              <a:off x="1339" y="3060"/>
              <a:ext cx="0" cy="4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5" name="Line 118">
              <a:extLst>
                <a:ext uri="{FF2B5EF4-FFF2-40B4-BE49-F238E27FC236}">
                  <a16:creationId xmlns:a16="http://schemas.microsoft.com/office/drawing/2014/main" id="{9385B378-DB69-CB4C-845A-B934DDD2F29C}"/>
                </a:ext>
              </a:extLst>
            </p:cNvPr>
            <p:cNvSpPr>
              <a:spLocks noChangeShapeType="1"/>
            </p:cNvSpPr>
            <p:nvPr/>
          </p:nvSpPr>
          <p:spPr bwMode="auto">
            <a:xfrm>
              <a:off x="808" y="3587"/>
              <a:ext cx="53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6" name="Line 119">
              <a:extLst>
                <a:ext uri="{FF2B5EF4-FFF2-40B4-BE49-F238E27FC236}">
                  <a16:creationId xmlns:a16="http://schemas.microsoft.com/office/drawing/2014/main" id="{CA36D414-B5F9-AA41-9974-86F43C12876B}"/>
                </a:ext>
              </a:extLst>
            </p:cNvPr>
            <p:cNvSpPr>
              <a:spLocks noChangeShapeType="1"/>
            </p:cNvSpPr>
            <p:nvPr/>
          </p:nvSpPr>
          <p:spPr bwMode="auto">
            <a:xfrm>
              <a:off x="494" y="2608"/>
              <a:ext cx="116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7" name="Line 122">
              <a:extLst>
                <a:ext uri="{FF2B5EF4-FFF2-40B4-BE49-F238E27FC236}">
                  <a16:creationId xmlns:a16="http://schemas.microsoft.com/office/drawing/2014/main" id="{6D8E218B-DAB9-E648-9136-83F6A112C331}"/>
                </a:ext>
              </a:extLst>
            </p:cNvPr>
            <p:cNvSpPr>
              <a:spLocks noChangeShapeType="1"/>
            </p:cNvSpPr>
            <p:nvPr/>
          </p:nvSpPr>
          <p:spPr bwMode="auto">
            <a:xfrm>
              <a:off x="440" y="2629"/>
              <a:ext cx="0" cy="141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8" name="Line 124">
              <a:extLst>
                <a:ext uri="{FF2B5EF4-FFF2-40B4-BE49-F238E27FC236}">
                  <a16:creationId xmlns:a16="http://schemas.microsoft.com/office/drawing/2014/main" id="{CF618088-71CD-5342-A434-2608DC9CE332}"/>
                </a:ext>
              </a:extLst>
            </p:cNvPr>
            <p:cNvSpPr>
              <a:spLocks noChangeShapeType="1"/>
            </p:cNvSpPr>
            <p:nvPr/>
          </p:nvSpPr>
          <p:spPr bwMode="auto">
            <a:xfrm flipV="1">
              <a:off x="1339" y="2584"/>
              <a:ext cx="370" cy="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9" name="Line 125">
              <a:extLst>
                <a:ext uri="{FF2B5EF4-FFF2-40B4-BE49-F238E27FC236}">
                  <a16:creationId xmlns:a16="http://schemas.microsoft.com/office/drawing/2014/main" id="{57A0FFDA-CCC0-BB47-A4AC-3079C29CA36C}"/>
                </a:ext>
              </a:extLst>
            </p:cNvPr>
            <p:cNvSpPr>
              <a:spLocks noChangeShapeType="1"/>
            </p:cNvSpPr>
            <p:nvPr/>
          </p:nvSpPr>
          <p:spPr bwMode="auto">
            <a:xfrm>
              <a:off x="1339" y="3595"/>
              <a:ext cx="370" cy="44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0" name="Oval 126">
              <a:extLst>
                <a:ext uri="{FF2B5EF4-FFF2-40B4-BE49-F238E27FC236}">
                  <a16:creationId xmlns:a16="http://schemas.microsoft.com/office/drawing/2014/main" id="{CC73B451-2174-9347-AAEF-BD8D713080C9}"/>
                </a:ext>
              </a:extLst>
            </p:cNvPr>
            <p:cNvSpPr>
              <a:spLocks noChangeArrowheads="1"/>
            </p:cNvSpPr>
            <p:nvPr/>
          </p:nvSpPr>
          <p:spPr bwMode="auto">
            <a:xfrm>
              <a:off x="725" y="2968"/>
              <a:ext cx="83" cy="85"/>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chemeClr val="accent1"/>
                </a:solidFill>
              </a:endParaRPr>
            </a:p>
          </p:txBody>
        </p:sp>
        <p:sp>
          <p:nvSpPr>
            <p:cNvPr id="32801" name="Oval 127">
              <a:extLst>
                <a:ext uri="{FF2B5EF4-FFF2-40B4-BE49-F238E27FC236}">
                  <a16:creationId xmlns:a16="http://schemas.microsoft.com/office/drawing/2014/main" id="{6A2C0E07-CE5B-674D-8C81-076BB3E8FAC0}"/>
                </a:ext>
              </a:extLst>
            </p:cNvPr>
            <p:cNvSpPr>
              <a:spLocks noChangeArrowheads="1"/>
            </p:cNvSpPr>
            <p:nvPr/>
          </p:nvSpPr>
          <p:spPr bwMode="auto">
            <a:xfrm>
              <a:off x="723" y="3544"/>
              <a:ext cx="83" cy="85"/>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chemeClr val="accent1"/>
                </a:solidFill>
              </a:endParaRPr>
            </a:p>
          </p:txBody>
        </p:sp>
        <p:sp>
          <p:nvSpPr>
            <p:cNvPr id="32802" name="Oval 128">
              <a:extLst>
                <a:ext uri="{FF2B5EF4-FFF2-40B4-BE49-F238E27FC236}">
                  <a16:creationId xmlns:a16="http://schemas.microsoft.com/office/drawing/2014/main" id="{CFD91E09-68A2-FB4A-A7AD-5631653F2F40}"/>
                </a:ext>
              </a:extLst>
            </p:cNvPr>
            <p:cNvSpPr>
              <a:spLocks noChangeArrowheads="1"/>
            </p:cNvSpPr>
            <p:nvPr/>
          </p:nvSpPr>
          <p:spPr bwMode="auto">
            <a:xfrm>
              <a:off x="1298" y="3544"/>
              <a:ext cx="83" cy="85"/>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chemeClr val="accent1"/>
                </a:solidFill>
              </a:endParaRPr>
            </a:p>
          </p:txBody>
        </p:sp>
        <p:sp>
          <p:nvSpPr>
            <p:cNvPr id="32803" name="Oval 129">
              <a:extLst>
                <a:ext uri="{FF2B5EF4-FFF2-40B4-BE49-F238E27FC236}">
                  <a16:creationId xmlns:a16="http://schemas.microsoft.com/office/drawing/2014/main" id="{231C77BD-804D-5D46-8C89-8C899B2E4AF2}"/>
                </a:ext>
              </a:extLst>
            </p:cNvPr>
            <p:cNvSpPr>
              <a:spLocks noChangeArrowheads="1"/>
            </p:cNvSpPr>
            <p:nvPr/>
          </p:nvSpPr>
          <p:spPr bwMode="auto">
            <a:xfrm>
              <a:off x="1300" y="2968"/>
              <a:ext cx="83" cy="85"/>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chemeClr val="accent1"/>
                </a:solidFill>
              </a:endParaRPr>
            </a:p>
          </p:txBody>
        </p:sp>
        <p:sp>
          <p:nvSpPr>
            <p:cNvPr id="32804" name="Oval 130">
              <a:extLst>
                <a:ext uri="{FF2B5EF4-FFF2-40B4-BE49-F238E27FC236}">
                  <a16:creationId xmlns:a16="http://schemas.microsoft.com/office/drawing/2014/main" id="{4CECB1E6-5647-5C40-8C68-F0337516953D}"/>
                </a:ext>
              </a:extLst>
            </p:cNvPr>
            <p:cNvSpPr>
              <a:spLocks noChangeArrowheads="1"/>
            </p:cNvSpPr>
            <p:nvPr/>
          </p:nvSpPr>
          <p:spPr bwMode="auto">
            <a:xfrm>
              <a:off x="1651" y="3994"/>
              <a:ext cx="83" cy="86"/>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chemeClr val="accent1"/>
                </a:solidFill>
              </a:endParaRPr>
            </a:p>
          </p:txBody>
        </p:sp>
        <p:sp>
          <p:nvSpPr>
            <p:cNvPr id="32805" name="Oval 131">
              <a:extLst>
                <a:ext uri="{FF2B5EF4-FFF2-40B4-BE49-F238E27FC236}">
                  <a16:creationId xmlns:a16="http://schemas.microsoft.com/office/drawing/2014/main" id="{564AAD9A-6E51-2347-914D-FB44C08B6465}"/>
                </a:ext>
              </a:extLst>
            </p:cNvPr>
            <p:cNvSpPr>
              <a:spLocks noChangeArrowheads="1"/>
            </p:cNvSpPr>
            <p:nvPr/>
          </p:nvSpPr>
          <p:spPr bwMode="auto">
            <a:xfrm>
              <a:off x="1651" y="2544"/>
              <a:ext cx="83" cy="85"/>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chemeClr val="accent1"/>
                </a:solidFill>
              </a:endParaRPr>
            </a:p>
          </p:txBody>
        </p:sp>
        <p:sp>
          <p:nvSpPr>
            <p:cNvPr id="32806" name="Oval 132">
              <a:extLst>
                <a:ext uri="{FF2B5EF4-FFF2-40B4-BE49-F238E27FC236}">
                  <a16:creationId xmlns:a16="http://schemas.microsoft.com/office/drawing/2014/main" id="{6C37364A-7C57-4A44-B126-716576B7C0A3}"/>
                </a:ext>
              </a:extLst>
            </p:cNvPr>
            <p:cNvSpPr>
              <a:spLocks noChangeArrowheads="1"/>
            </p:cNvSpPr>
            <p:nvPr/>
          </p:nvSpPr>
          <p:spPr bwMode="auto">
            <a:xfrm>
              <a:off x="409" y="2565"/>
              <a:ext cx="83" cy="86"/>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chemeClr val="accent1"/>
                </a:solidFill>
              </a:endParaRPr>
            </a:p>
          </p:txBody>
        </p:sp>
        <p:sp>
          <p:nvSpPr>
            <p:cNvPr id="32807" name="Oval 133">
              <a:extLst>
                <a:ext uri="{FF2B5EF4-FFF2-40B4-BE49-F238E27FC236}">
                  <a16:creationId xmlns:a16="http://schemas.microsoft.com/office/drawing/2014/main" id="{0AFFA7B4-D1D8-1442-AC28-F74D9846C20D}"/>
                </a:ext>
              </a:extLst>
            </p:cNvPr>
            <p:cNvSpPr>
              <a:spLocks noChangeArrowheads="1"/>
            </p:cNvSpPr>
            <p:nvPr/>
          </p:nvSpPr>
          <p:spPr bwMode="auto">
            <a:xfrm>
              <a:off x="394" y="3993"/>
              <a:ext cx="83" cy="86"/>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chemeClr val="accent1"/>
                </a:solidFill>
              </a:endParaRPr>
            </a:p>
          </p:txBody>
        </p:sp>
        <p:sp>
          <p:nvSpPr>
            <p:cNvPr id="53390" name="Text Box 142">
              <a:extLst>
                <a:ext uri="{FF2B5EF4-FFF2-40B4-BE49-F238E27FC236}">
                  <a16:creationId xmlns:a16="http://schemas.microsoft.com/office/drawing/2014/main" id="{5B9475AB-8C29-0B4D-95F4-010C788FFFD0}"/>
                </a:ext>
              </a:extLst>
            </p:cNvPr>
            <p:cNvSpPr txBox="1">
              <a:spLocks noChangeArrowheads="1"/>
            </p:cNvSpPr>
            <p:nvPr/>
          </p:nvSpPr>
          <p:spPr bwMode="auto">
            <a:xfrm>
              <a:off x="302" y="2208"/>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chemeClr val="accent1"/>
                  </a:solidFill>
                  <a:effectLst>
                    <a:outerShdw blurRad="38100" dist="38100" dir="2700000" algn="tl">
                      <a:srgbClr val="C0C0C0"/>
                    </a:outerShdw>
                  </a:effectLst>
                  <a:latin typeface="Times New Roman" panose="02020603050405020304" pitchFamily="18" charset="0"/>
                </a:rPr>
                <a:t>a</a:t>
              </a:r>
            </a:p>
          </p:txBody>
        </p:sp>
        <p:sp>
          <p:nvSpPr>
            <p:cNvPr id="53391" name="Text Box 143">
              <a:extLst>
                <a:ext uri="{FF2B5EF4-FFF2-40B4-BE49-F238E27FC236}">
                  <a16:creationId xmlns:a16="http://schemas.microsoft.com/office/drawing/2014/main" id="{475AAF2D-F8D6-714F-A578-DD44BB30AF5C}"/>
                </a:ext>
              </a:extLst>
            </p:cNvPr>
            <p:cNvSpPr txBox="1">
              <a:spLocks noChangeArrowheads="1"/>
            </p:cNvSpPr>
            <p:nvPr/>
          </p:nvSpPr>
          <p:spPr bwMode="auto">
            <a:xfrm>
              <a:off x="1594" y="2227"/>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chemeClr val="accent1"/>
                  </a:solidFill>
                  <a:effectLst>
                    <a:outerShdw blurRad="38100" dist="38100" dir="2700000" algn="tl">
                      <a:srgbClr val="C0C0C0"/>
                    </a:outerShdw>
                  </a:effectLst>
                  <a:latin typeface="Times New Roman" panose="02020603050405020304" pitchFamily="18" charset="0"/>
                </a:rPr>
                <a:t>b</a:t>
              </a:r>
            </a:p>
          </p:txBody>
        </p:sp>
        <p:sp>
          <p:nvSpPr>
            <p:cNvPr id="53392" name="Text Box 144">
              <a:extLst>
                <a:ext uri="{FF2B5EF4-FFF2-40B4-BE49-F238E27FC236}">
                  <a16:creationId xmlns:a16="http://schemas.microsoft.com/office/drawing/2014/main" id="{1C6F5AC6-12ED-DA43-BC40-C4B5D43DC0F7}"/>
                </a:ext>
              </a:extLst>
            </p:cNvPr>
            <p:cNvSpPr txBox="1">
              <a:spLocks noChangeArrowheads="1"/>
            </p:cNvSpPr>
            <p:nvPr/>
          </p:nvSpPr>
          <p:spPr bwMode="auto">
            <a:xfrm>
              <a:off x="1738" y="3811"/>
              <a:ext cx="23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chemeClr val="accent1"/>
                  </a:solidFill>
                  <a:effectLst>
                    <a:outerShdw blurRad="38100" dist="38100" dir="2700000" algn="tl">
                      <a:srgbClr val="C0C0C0"/>
                    </a:outerShdw>
                  </a:effectLst>
                  <a:latin typeface="Times New Roman" panose="02020603050405020304" pitchFamily="18" charset="0"/>
                </a:rPr>
                <a:t>c</a:t>
              </a:r>
            </a:p>
          </p:txBody>
        </p:sp>
        <p:sp>
          <p:nvSpPr>
            <p:cNvPr id="53393" name="Text Box 145">
              <a:extLst>
                <a:ext uri="{FF2B5EF4-FFF2-40B4-BE49-F238E27FC236}">
                  <a16:creationId xmlns:a16="http://schemas.microsoft.com/office/drawing/2014/main" id="{328552C0-8220-3941-AC82-C337A21E1266}"/>
                </a:ext>
              </a:extLst>
            </p:cNvPr>
            <p:cNvSpPr txBox="1">
              <a:spLocks noChangeArrowheads="1"/>
            </p:cNvSpPr>
            <p:nvPr/>
          </p:nvSpPr>
          <p:spPr bwMode="auto">
            <a:xfrm>
              <a:off x="486" y="3840"/>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chemeClr val="accent1"/>
                  </a:solidFill>
                  <a:effectLst>
                    <a:outerShdw blurRad="38100" dist="38100" dir="2700000" algn="tl">
                      <a:srgbClr val="C0C0C0"/>
                    </a:outerShdw>
                  </a:effectLst>
                  <a:latin typeface="Times New Roman" panose="02020603050405020304" pitchFamily="18" charset="0"/>
                </a:rPr>
                <a:t>d</a:t>
              </a:r>
            </a:p>
          </p:txBody>
        </p:sp>
        <p:sp>
          <p:nvSpPr>
            <p:cNvPr id="53394" name="Text Box 146">
              <a:extLst>
                <a:ext uri="{FF2B5EF4-FFF2-40B4-BE49-F238E27FC236}">
                  <a16:creationId xmlns:a16="http://schemas.microsoft.com/office/drawing/2014/main" id="{E76EEE75-A61D-D94E-BED8-3B81DEB4AB09}"/>
                </a:ext>
              </a:extLst>
            </p:cNvPr>
            <p:cNvSpPr txBox="1">
              <a:spLocks noChangeArrowheads="1"/>
            </p:cNvSpPr>
            <p:nvPr/>
          </p:nvSpPr>
          <p:spPr bwMode="auto">
            <a:xfrm>
              <a:off x="442" y="3312"/>
              <a:ext cx="3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chemeClr val="accent1"/>
                  </a:solidFill>
                  <a:effectLst>
                    <a:outerShdw blurRad="38100" dist="38100" dir="2700000" algn="tl">
                      <a:srgbClr val="C0C0C0"/>
                    </a:outerShdw>
                  </a:effectLst>
                  <a:latin typeface="Times New Roman" panose="02020603050405020304" pitchFamily="18" charset="0"/>
                </a:rPr>
                <a:t>d</a:t>
              </a:r>
              <a:r>
                <a:rPr lang="en-US" altLang="zh-CN" sz="3200" b="1" baseline="-25000">
                  <a:solidFill>
                    <a:schemeClr val="accent1"/>
                  </a:solidFill>
                  <a:effectLst>
                    <a:outerShdw blurRad="38100" dist="38100" dir="2700000" algn="tl">
                      <a:srgbClr val="C0C0C0"/>
                    </a:outerShdw>
                  </a:effectLst>
                  <a:latin typeface="Times New Roman" panose="02020603050405020304" pitchFamily="18" charset="0"/>
                </a:rPr>
                <a:t>1</a:t>
              </a:r>
              <a:endParaRPr lang="en-US" altLang="zh-CN" sz="3200" b="1">
                <a:solidFill>
                  <a:schemeClr val="accent1"/>
                </a:solidFill>
                <a:effectLst>
                  <a:outerShdw blurRad="38100" dist="38100" dir="2700000" algn="tl">
                    <a:srgbClr val="C0C0C0"/>
                  </a:outerShdw>
                </a:effectLst>
                <a:latin typeface="Times New Roman" panose="02020603050405020304" pitchFamily="18" charset="0"/>
              </a:endParaRPr>
            </a:p>
          </p:txBody>
        </p:sp>
        <p:sp>
          <p:nvSpPr>
            <p:cNvPr id="53395" name="Text Box 147">
              <a:extLst>
                <a:ext uri="{FF2B5EF4-FFF2-40B4-BE49-F238E27FC236}">
                  <a16:creationId xmlns:a16="http://schemas.microsoft.com/office/drawing/2014/main" id="{B4DD4C01-D27F-8A4E-92B1-BBC2ABC46462}"/>
                </a:ext>
              </a:extLst>
            </p:cNvPr>
            <p:cNvSpPr txBox="1">
              <a:spLocks noChangeArrowheads="1"/>
            </p:cNvSpPr>
            <p:nvPr/>
          </p:nvSpPr>
          <p:spPr bwMode="auto">
            <a:xfrm>
              <a:off x="704" y="2640"/>
              <a:ext cx="33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chemeClr val="accent1"/>
                  </a:solidFill>
                  <a:effectLst>
                    <a:outerShdw blurRad="38100" dist="38100" dir="2700000" algn="tl">
                      <a:srgbClr val="C0C0C0"/>
                    </a:outerShdw>
                  </a:effectLst>
                  <a:latin typeface="Times New Roman" panose="02020603050405020304" pitchFamily="18" charset="0"/>
                </a:rPr>
                <a:t>a</a:t>
              </a:r>
              <a:r>
                <a:rPr lang="en-US" altLang="zh-CN" sz="3200" b="1" baseline="-25000">
                  <a:solidFill>
                    <a:schemeClr val="accent1"/>
                  </a:solidFill>
                  <a:effectLst>
                    <a:outerShdw blurRad="38100" dist="38100" dir="2700000" algn="tl">
                      <a:srgbClr val="C0C0C0"/>
                    </a:outerShdw>
                  </a:effectLst>
                  <a:latin typeface="Times New Roman" panose="02020603050405020304" pitchFamily="18" charset="0"/>
                </a:rPr>
                <a:t>1</a:t>
              </a:r>
              <a:endParaRPr lang="en-US" altLang="zh-CN" sz="3200" b="1">
                <a:solidFill>
                  <a:schemeClr val="accent1"/>
                </a:solidFill>
                <a:effectLst>
                  <a:outerShdw blurRad="38100" dist="38100" dir="2700000" algn="tl">
                    <a:srgbClr val="C0C0C0"/>
                  </a:outerShdw>
                </a:effectLst>
                <a:latin typeface="Times New Roman" panose="02020603050405020304" pitchFamily="18" charset="0"/>
              </a:endParaRPr>
            </a:p>
          </p:txBody>
        </p:sp>
        <p:sp>
          <p:nvSpPr>
            <p:cNvPr id="53396" name="Text Box 148">
              <a:extLst>
                <a:ext uri="{FF2B5EF4-FFF2-40B4-BE49-F238E27FC236}">
                  <a16:creationId xmlns:a16="http://schemas.microsoft.com/office/drawing/2014/main" id="{4988EFB0-77FF-7F43-8172-74C235C87A02}"/>
                </a:ext>
              </a:extLst>
            </p:cNvPr>
            <p:cNvSpPr txBox="1">
              <a:spLocks noChangeArrowheads="1"/>
            </p:cNvSpPr>
            <p:nvPr/>
          </p:nvSpPr>
          <p:spPr bwMode="auto">
            <a:xfrm>
              <a:off x="1362" y="2851"/>
              <a:ext cx="3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chemeClr val="accent1"/>
                  </a:solidFill>
                  <a:effectLst>
                    <a:outerShdw blurRad="38100" dist="38100" dir="2700000" algn="tl">
                      <a:srgbClr val="C0C0C0"/>
                    </a:outerShdw>
                  </a:effectLst>
                  <a:latin typeface="Times New Roman" panose="02020603050405020304" pitchFamily="18" charset="0"/>
                </a:rPr>
                <a:t>b</a:t>
              </a:r>
              <a:r>
                <a:rPr lang="en-US" altLang="zh-CN" sz="3200" b="1" baseline="-25000">
                  <a:solidFill>
                    <a:schemeClr val="accent1"/>
                  </a:solidFill>
                  <a:effectLst>
                    <a:outerShdw blurRad="38100" dist="38100" dir="2700000" algn="tl">
                      <a:srgbClr val="C0C0C0"/>
                    </a:outerShdw>
                  </a:effectLst>
                  <a:latin typeface="Times New Roman" panose="02020603050405020304" pitchFamily="18" charset="0"/>
                </a:rPr>
                <a:t>1</a:t>
              </a:r>
              <a:endParaRPr lang="en-US" altLang="zh-CN" sz="3200" b="1">
                <a:solidFill>
                  <a:schemeClr val="accent1"/>
                </a:solidFill>
                <a:effectLst>
                  <a:outerShdw blurRad="38100" dist="38100" dir="2700000" algn="tl">
                    <a:srgbClr val="C0C0C0"/>
                  </a:outerShdw>
                </a:effectLst>
                <a:latin typeface="Times New Roman" panose="02020603050405020304" pitchFamily="18" charset="0"/>
              </a:endParaRPr>
            </a:p>
          </p:txBody>
        </p:sp>
        <p:sp>
          <p:nvSpPr>
            <p:cNvPr id="53397" name="Text Box 149">
              <a:extLst>
                <a:ext uri="{FF2B5EF4-FFF2-40B4-BE49-F238E27FC236}">
                  <a16:creationId xmlns:a16="http://schemas.microsoft.com/office/drawing/2014/main" id="{A8FD1461-1EDD-E342-BBD1-0760BE4680E2}"/>
                </a:ext>
              </a:extLst>
            </p:cNvPr>
            <p:cNvSpPr txBox="1">
              <a:spLocks noChangeArrowheads="1"/>
            </p:cNvSpPr>
            <p:nvPr/>
          </p:nvSpPr>
          <p:spPr bwMode="auto">
            <a:xfrm>
              <a:off x="1354" y="3360"/>
              <a:ext cx="317"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chemeClr val="accent1"/>
                  </a:solidFill>
                  <a:effectLst>
                    <a:outerShdw blurRad="38100" dist="38100" dir="2700000" algn="tl">
                      <a:srgbClr val="C0C0C0"/>
                    </a:outerShdw>
                  </a:effectLst>
                  <a:latin typeface="Times New Roman" panose="02020603050405020304" pitchFamily="18" charset="0"/>
                </a:rPr>
                <a:t>c</a:t>
              </a:r>
              <a:r>
                <a:rPr lang="en-US" altLang="zh-CN" sz="3200" b="1" baseline="-25000">
                  <a:solidFill>
                    <a:schemeClr val="accent1"/>
                  </a:solidFill>
                  <a:effectLst>
                    <a:outerShdw blurRad="38100" dist="38100" dir="2700000" algn="tl">
                      <a:srgbClr val="C0C0C0"/>
                    </a:outerShdw>
                  </a:effectLst>
                  <a:latin typeface="Times New Roman" panose="02020603050405020304" pitchFamily="18" charset="0"/>
                </a:rPr>
                <a:t>1</a:t>
              </a:r>
              <a:endParaRPr lang="en-US" altLang="zh-CN" sz="3200" b="1">
                <a:solidFill>
                  <a:schemeClr val="accent1"/>
                </a:solidFill>
                <a:effectLst>
                  <a:outerShdw blurRad="38100" dist="38100" dir="2700000" algn="tl">
                    <a:srgbClr val="C0C0C0"/>
                  </a:outerShdw>
                </a:effectLst>
                <a:latin typeface="Times New Roman" panose="02020603050405020304" pitchFamily="18" charset="0"/>
              </a:endParaRPr>
            </a:p>
          </p:txBody>
        </p:sp>
        <p:sp>
          <p:nvSpPr>
            <p:cNvPr id="32816" name="Text Box 186">
              <a:extLst>
                <a:ext uri="{FF2B5EF4-FFF2-40B4-BE49-F238E27FC236}">
                  <a16:creationId xmlns:a16="http://schemas.microsoft.com/office/drawing/2014/main" id="{554E1450-9878-A84B-BB8D-E29BB1BE8ABF}"/>
                </a:ext>
              </a:extLst>
            </p:cNvPr>
            <p:cNvSpPr txBox="1">
              <a:spLocks noChangeArrowheads="1"/>
            </p:cNvSpPr>
            <p:nvPr/>
          </p:nvSpPr>
          <p:spPr bwMode="auto">
            <a:xfrm>
              <a:off x="1863" y="2784"/>
              <a:ext cx="427"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zh-CN" altLang="en-US" sz="3200" b="1">
                  <a:latin typeface="Times New Roman" panose="02020603050405020304" pitchFamily="18" charset="0"/>
                  <a:ea typeface="楷体_GB2312" pitchFamily="49" charset="-122"/>
                </a:rPr>
                <a:t>支撑子图</a:t>
              </a:r>
            </a:p>
          </p:txBody>
        </p:sp>
      </p:grpSp>
      <p:grpSp>
        <p:nvGrpSpPr>
          <p:cNvPr id="53442" name="Group 194">
            <a:extLst>
              <a:ext uri="{FF2B5EF4-FFF2-40B4-BE49-F238E27FC236}">
                <a16:creationId xmlns:a16="http://schemas.microsoft.com/office/drawing/2014/main" id="{DB359E6E-60B6-4044-8463-0D0FB8A91A7A}"/>
              </a:ext>
            </a:extLst>
          </p:cNvPr>
          <p:cNvGrpSpPr>
            <a:grpSpLocks/>
          </p:cNvGrpSpPr>
          <p:nvPr/>
        </p:nvGrpSpPr>
        <p:grpSpPr bwMode="auto">
          <a:xfrm>
            <a:off x="4343400" y="3352800"/>
            <a:ext cx="3314700" cy="3170238"/>
            <a:chOff x="3418" y="2179"/>
            <a:chExt cx="2088" cy="1997"/>
          </a:xfrm>
        </p:grpSpPr>
        <p:sp>
          <p:nvSpPr>
            <p:cNvPr id="32774" name="Line 155">
              <a:extLst>
                <a:ext uri="{FF2B5EF4-FFF2-40B4-BE49-F238E27FC236}">
                  <a16:creationId xmlns:a16="http://schemas.microsoft.com/office/drawing/2014/main" id="{7EB89465-4973-2A44-97B0-C8A6C0E78596}"/>
                </a:ext>
              </a:extLst>
            </p:cNvPr>
            <p:cNvSpPr>
              <a:spLocks noChangeShapeType="1"/>
            </p:cNvSpPr>
            <p:nvPr/>
          </p:nvSpPr>
          <p:spPr bwMode="auto">
            <a:xfrm flipH="1">
              <a:off x="3703" y="3536"/>
              <a:ext cx="355" cy="4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5" name="Line 160">
              <a:extLst>
                <a:ext uri="{FF2B5EF4-FFF2-40B4-BE49-F238E27FC236}">
                  <a16:creationId xmlns:a16="http://schemas.microsoft.com/office/drawing/2014/main" id="{15B07746-327A-4148-93C8-C1733E1D93C9}"/>
                </a:ext>
              </a:extLst>
            </p:cNvPr>
            <p:cNvSpPr>
              <a:spLocks noChangeShapeType="1"/>
            </p:cNvSpPr>
            <p:nvPr/>
          </p:nvSpPr>
          <p:spPr bwMode="auto">
            <a:xfrm>
              <a:off x="3762" y="2579"/>
              <a:ext cx="116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6" name="Line 161">
              <a:extLst>
                <a:ext uri="{FF2B5EF4-FFF2-40B4-BE49-F238E27FC236}">
                  <a16:creationId xmlns:a16="http://schemas.microsoft.com/office/drawing/2014/main" id="{217C6F73-1C10-3C48-B895-7C7D65697A1A}"/>
                </a:ext>
              </a:extLst>
            </p:cNvPr>
            <p:cNvSpPr>
              <a:spLocks noChangeShapeType="1"/>
            </p:cNvSpPr>
            <p:nvPr/>
          </p:nvSpPr>
          <p:spPr bwMode="auto">
            <a:xfrm>
              <a:off x="4968" y="2600"/>
              <a:ext cx="0" cy="141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7" name="Line 162">
              <a:extLst>
                <a:ext uri="{FF2B5EF4-FFF2-40B4-BE49-F238E27FC236}">
                  <a16:creationId xmlns:a16="http://schemas.microsoft.com/office/drawing/2014/main" id="{8E2ABCFD-8040-2E4E-A5C7-96FE3BC68117}"/>
                </a:ext>
              </a:extLst>
            </p:cNvPr>
            <p:cNvSpPr>
              <a:spLocks noChangeShapeType="1"/>
            </p:cNvSpPr>
            <p:nvPr/>
          </p:nvSpPr>
          <p:spPr bwMode="auto">
            <a:xfrm>
              <a:off x="3762" y="4008"/>
              <a:ext cx="116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8" name="Line 163">
              <a:extLst>
                <a:ext uri="{FF2B5EF4-FFF2-40B4-BE49-F238E27FC236}">
                  <a16:creationId xmlns:a16="http://schemas.microsoft.com/office/drawing/2014/main" id="{7996A639-1071-8747-8218-F1CE332904D4}"/>
                </a:ext>
              </a:extLst>
            </p:cNvPr>
            <p:cNvSpPr>
              <a:spLocks noChangeShapeType="1"/>
            </p:cNvSpPr>
            <p:nvPr/>
          </p:nvSpPr>
          <p:spPr bwMode="auto">
            <a:xfrm>
              <a:off x="3708" y="2600"/>
              <a:ext cx="0" cy="141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9" name="Line 165">
              <a:extLst>
                <a:ext uri="{FF2B5EF4-FFF2-40B4-BE49-F238E27FC236}">
                  <a16:creationId xmlns:a16="http://schemas.microsoft.com/office/drawing/2014/main" id="{9181EE7F-CAF3-F243-8E8F-869A6E643C82}"/>
                </a:ext>
              </a:extLst>
            </p:cNvPr>
            <p:cNvSpPr>
              <a:spLocks noChangeShapeType="1"/>
            </p:cNvSpPr>
            <p:nvPr/>
          </p:nvSpPr>
          <p:spPr bwMode="auto">
            <a:xfrm flipV="1">
              <a:off x="4607" y="2555"/>
              <a:ext cx="370" cy="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0" name="Oval 168">
              <a:extLst>
                <a:ext uri="{FF2B5EF4-FFF2-40B4-BE49-F238E27FC236}">
                  <a16:creationId xmlns:a16="http://schemas.microsoft.com/office/drawing/2014/main" id="{B323F355-E990-CD41-9222-0E369135ED30}"/>
                </a:ext>
              </a:extLst>
            </p:cNvPr>
            <p:cNvSpPr>
              <a:spLocks noChangeArrowheads="1"/>
            </p:cNvSpPr>
            <p:nvPr/>
          </p:nvSpPr>
          <p:spPr bwMode="auto">
            <a:xfrm>
              <a:off x="3991" y="3515"/>
              <a:ext cx="83" cy="85"/>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chemeClr val="accent1"/>
                </a:solidFill>
              </a:endParaRPr>
            </a:p>
          </p:txBody>
        </p:sp>
        <p:sp>
          <p:nvSpPr>
            <p:cNvPr id="32781" name="Oval 170">
              <a:extLst>
                <a:ext uri="{FF2B5EF4-FFF2-40B4-BE49-F238E27FC236}">
                  <a16:creationId xmlns:a16="http://schemas.microsoft.com/office/drawing/2014/main" id="{2047A2BB-1369-E446-9AF2-EBA153D66BBA}"/>
                </a:ext>
              </a:extLst>
            </p:cNvPr>
            <p:cNvSpPr>
              <a:spLocks noChangeArrowheads="1"/>
            </p:cNvSpPr>
            <p:nvPr/>
          </p:nvSpPr>
          <p:spPr bwMode="auto">
            <a:xfrm>
              <a:off x="4568" y="2939"/>
              <a:ext cx="83" cy="85"/>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chemeClr val="accent1"/>
                </a:solidFill>
              </a:endParaRPr>
            </a:p>
          </p:txBody>
        </p:sp>
        <p:sp>
          <p:nvSpPr>
            <p:cNvPr id="32782" name="Oval 171">
              <a:extLst>
                <a:ext uri="{FF2B5EF4-FFF2-40B4-BE49-F238E27FC236}">
                  <a16:creationId xmlns:a16="http://schemas.microsoft.com/office/drawing/2014/main" id="{09B47EC6-79E7-1243-8B23-F322C17714E6}"/>
                </a:ext>
              </a:extLst>
            </p:cNvPr>
            <p:cNvSpPr>
              <a:spLocks noChangeArrowheads="1"/>
            </p:cNvSpPr>
            <p:nvPr/>
          </p:nvSpPr>
          <p:spPr bwMode="auto">
            <a:xfrm>
              <a:off x="4919" y="3965"/>
              <a:ext cx="83" cy="86"/>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chemeClr val="accent1"/>
                </a:solidFill>
              </a:endParaRPr>
            </a:p>
          </p:txBody>
        </p:sp>
        <p:sp>
          <p:nvSpPr>
            <p:cNvPr id="32783" name="Oval 172">
              <a:extLst>
                <a:ext uri="{FF2B5EF4-FFF2-40B4-BE49-F238E27FC236}">
                  <a16:creationId xmlns:a16="http://schemas.microsoft.com/office/drawing/2014/main" id="{9E2101FE-FD87-DA44-B4ED-C3009A4DA725}"/>
                </a:ext>
              </a:extLst>
            </p:cNvPr>
            <p:cNvSpPr>
              <a:spLocks noChangeArrowheads="1"/>
            </p:cNvSpPr>
            <p:nvPr/>
          </p:nvSpPr>
          <p:spPr bwMode="auto">
            <a:xfrm>
              <a:off x="4919" y="2515"/>
              <a:ext cx="83" cy="85"/>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chemeClr val="accent1"/>
                </a:solidFill>
              </a:endParaRPr>
            </a:p>
          </p:txBody>
        </p:sp>
        <p:sp>
          <p:nvSpPr>
            <p:cNvPr id="32784" name="Oval 173">
              <a:extLst>
                <a:ext uri="{FF2B5EF4-FFF2-40B4-BE49-F238E27FC236}">
                  <a16:creationId xmlns:a16="http://schemas.microsoft.com/office/drawing/2014/main" id="{77AA16D2-6C33-A54C-BDB9-A3D59E7C030E}"/>
                </a:ext>
              </a:extLst>
            </p:cNvPr>
            <p:cNvSpPr>
              <a:spLocks noChangeArrowheads="1"/>
            </p:cNvSpPr>
            <p:nvPr/>
          </p:nvSpPr>
          <p:spPr bwMode="auto">
            <a:xfrm>
              <a:off x="3677" y="2536"/>
              <a:ext cx="83" cy="86"/>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chemeClr val="accent1"/>
                </a:solidFill>
              </a:endParaRPr>
            </a:p>
          </p:txBody>
        </p:sp>
        <p:sp>
          <p:nvSpPr>
            <p:cNvPr id="32785" name="Oval 174">
              <a:extLst>
                <a:ext uri="{FF2B5EF4-FFF2-40B4-BE49-F238E27FC236}">
                  <a16:creationId xmlns:a16="http://schemas.microsoft.com/office/drawing/2014/main" id="{27F06D94-6002-C943-9CDF-432100A44577}"/>
                </a:ext>
              </a:extLst>
            </p:cNvPr>
            <p:cNvSpPr>
              <a:spLocks noChangeArrowheads="1"/>
            </p:cNvSpPr>
            <p:nvPr/>
          </p:nvSpPr>
          <p:spPr bwMode="auto">
            <a:xfrm>
              <a:off x="3662" y="3964"/>
              <a:ext cx="83" cy="86"/>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chemeClr val="accent1"/>
                </a:solidFill>
              </a:endParaRPr>
            </a:p>
          </p:txBody>
        </p:sp>
        <p:sp>
          <p:nvSpPr>
            <p:cNvPr id="53423" name="Text Box 175">
              <a:extLst>
                <a:ext uri="{FF2B5EF4-FFF2-40B4-BE49-F238E27FC236}">
                  <a16:creationId xmlns:a16="http://schemas.microsoft.com/office/drawing/2014/main" id="{48BD4807-957D-4F49-85EA-80892D0168B0}"/>
                </a:ext>
              </a:extLst>
            </p:cNvPr>
            <p:cNvSpPr txBox="1">
              <a:spLocks noChangeArrowheads="1"/>
            </p:cNvSpPr>
            <p:nvPr/>
          </p:nvSpPr>
          <p:spPr bwMode="auto">
            <a:xfrm>
              <a:off x="3566" y="2179"/>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chemeClr val="accent1"/>
                  </a:solidFill>
                  <a:effectLst>
                    <a:outerShdw blurRad="38100" dist="38100" dir="2700000" algn="tl">
                      <a:srgbClr val="C0C0C0"/>
                    </a:outerShdw>
                  </a:effectLst>
                  <a:latin typeface="Times New Roman" panose="02020603050405020304" pitchFamily="18" charset="0"/>
                </a:rPr>
                <a:t>a</a:t>
              </a:r>
            </a:p>
          </p:txBody>
        </p:sp>
        <p:sp>
          <p:nvSpPr>
            <p:cNvPr id="53424" name="Text Box 176">
              <a:extLst>
                <a:ext uri="{FF2B5EF4-FFF2-40B4-BE49-F238E27FC236}">
                  <a16:creationId xmlns:a16="http://schemas.microsoft.com/office/drawing/2014/main" id="{05C45DD4-E9EB-6E4E-AC32-5F9723C38270}"/>
                </a:ext>
              </a:extLst>
            </p:cNvPr>
            <p:cNvSpPr txBox="1">
              <a:spLocks noChangeArrowheads="1"/>
            </p:cNvSpPr>
            <p:nvPr/>
          </p:nvSpPr>
          <p:spPr bwMode="auto">
            <a:xfrm>
              <a:off x="4858" y="2198"/>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chemeClr val="accent1"/>
                  </a:solidFill>
                  <a:effectLst>
                    <a:outerShdw blurRad="38100" dist="38100" dir="2700000" algn="tl">
                      <a:srgbClr val="C0C0C0"/>
                    </a:outerShdw>
                  </a:effectLst>
                  <a:latin typeface="Times New Roman" panose="02020603050405020304" pitchFamily="18" charset="0"/>
                </a:rPr>
                <a:t>b</a:t>
              </a:r>
            </a:p>
          </p:txBody>
        </p:sp>
        <p:sp>
          <p:nvSpPr>
            <p:cNvPr id="53425" name="Text Box 177">
              <a:extLst>
                <a:ext uri="{FF2B5EF4-FFF2-40B4-BE49-F238E27FC236}">
                  <a16:creationId xmlns:a16="http://schemas.microsoft.com/office/drawing/2014/main" id="{F954853E-641B-2F4A-BDD4-FE874D128C80}"/>
                </a:ext>
              </a:extLst>
            </p:cNvPr>
            <p:cNvSpPr txBox="1">
              <a:spLocks noChangeArrowheads="1"/>
            </p:cNvSpPr>
            <p:nvPr/>
          </p:nvSpPr>
          <p:spPr bwMode="auto">
            <a:xfrm>
              <a:off x="5002" y="3782"/>
              <a:ext cx="23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chemeClr val="accent1"/>
                  </a:solidFill>
                  <a:effectLst>
                    <a:outerShdw blurRad="38100" dist="38100" dir="2700000" algn="tl">
                      <a:srgbClr val="C0C0C0"/>
                    </a:outerShdw>
                  </a:effectLst>
                  <a:latin typeface="Times New Roman" panose="02020603050405020304" pitchFamily="18" charset="0"/>
                </a:rPr>
                <a:t>c</a:t>
              </a:r>
            </a:p>
          </p:txBody>
        </p:sp>
        <p:sp>
          <p:nvSpPr>
            <p:cNvPr id="53426" name="Text Box 178">
              <a:extLst>
                <a:ext uri="{FF2B5EF4-FFF2-40B4-BE49-F238E27FC236}">
                  <a16:creationId xmlns:a16="http://schemas.microsoft.com/office/drawing/2014/main" id="{AF834C4C-EB2D-F74E-B6C0-695B1DC54B55}"/>
                </a:ext>
              </a:extLst>
            </p:cNvPr>
            <p:cNvSpPr txBox="1">
              <a:spLocks noChangeArrowheads="1"/>
            </p:cNvSpPr>
            <p:nvPr/>
          </p:nvSpPr>
          <p:spPr bwMode="auto">
            <a:xfrm>
              <a:off x="3418" y="3811"/>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chemeClr val="accent1"/>
                  </a:solidFill>
                  <a:effectLst>
                    <a:outerShdw blurRad="38100" dist="38100" dir="2700000" algn="tl">
                      <a:srgbClr val="C0C0C0"/>
                    </a:outerShdw>
                  </a:effectLst>
                  <a:latin typeface="Times New Roman" panose="02020603050405020304" pitchFamily="18" charset="0"/>
                </a:rPr>
                <a:t>d</a:t>
              </a:r>
            </a:p>
          </p:txBody>
        </p:sp>
        <p:sp>
          <p:nvSpPr>
            <p:cNvPr id="53427" name="Text Box 179">
              <a:extLst>
                <a:ext uri="{FF2B5EF4-FFF2-40B4-BE49-F238E27FC236}">
                  <a16:creationId xmlns:a16="http://schemas.microsoft.com/office/drawing/2014/main" id="{89F49ED3-2045-3440-B949-022A1074FD1C}"/>
                </a:ext>
              </a:extLst>
            </p:cNvPr>
            <p:cNvSpPr txBox="1">
              <a:spLocks noChangeArrowheads="1"/>
            </p:cNvSpPr>
            <p:nvPr/>
          </p:nvSpPr>
          <p:spPr bwMode="auto">
            <a:xfrm>
              <a:off x="3706" y="3283"/>
              <a:ext cx="3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chemeClr val="accent1"/>
                  </a:solidFill>
                  <a:effectLst>
                    <a:outerShdw blurRad="38100" dist="38100" dir="2700000" algn="tl">
                      <a:srgbClr val="C0C0C0"/>
                    </a:outerShdw>
                  </a:effectLst>
                  <a:latin typeface="Times New Roman" panose="02020603050405020304" pitchFamily="18" charset="0"/>
                </a:rPr>
                <a:t>d</a:t>
              </a:r>
              <a:r>
                <a:rPr lang="en-US" altLang="zh-CN" sz="3200" b="1" baseline="-25000">
                  <a:solidFill>
                    <a:schemeClr val="accent1"/>
                  </a:solidFill>
                  <a:effectLst>
                    <a:outerShdw blurRad="38100" dist="38100" dir="2700000" algn="tl">
                      <a:srgbClr val="C0C0C0"/>
                    </a:outerShdw>
                  </a:effectLst>
                  <a:latin typeface="Times New Roman" panose="02020603050405020304" pitchFamily="18" charset="0"/>
                </a:rPr>
                <a:t>1</a:t>
              </a:r>
              <a:endParaRPr lang="en-US" altLang="zh-CN" sz="3200" b="1">
                <a:solidFill>
                  <a:schemeClr val="accent1"/>
                </a:solidFill>
                <a:effectLst>
                  <a:outerShdw blurRad="38100" dist="38100" dir="2700000" algn="tl">
                    <a:srgbClr val="C0C0C0"/>
                  </a:outerShdw>
                </a:effectLst>
                <a:latin typeface="Times New Roman" panose="02020603050405020304" pitchFamily="18" charset="0"/>
              </a:endParaRPr>
            </a:p>
          </p:txBody>
        </p:sp>
        <p:sp>
          <p:nvSpPr>
            <p:cNvPr id="53429" name="Text Box 181">
              <a:extLst>
                <a:ext uri="{FF2B5EF4-FFF2-40B4-BE49-F238E27FC236}">
                  <a16:creationId xmlns:a16="http://schemas.microsoft.com/office/drawing/2014/main" id="{5FC92B66-1960-DD45-8EAE-D7A42A2B7F95}"/>
                </a:ext>
              </a:extLst>
            </p:cNvPr>
            <p:cNvSpPr txBox="1">
              <a:spLocks noChangeArrowheads="1"/>
            </p:cNvSpPr>
            <p:nvPr/>
          </p:nvSpPr>
          <p:spPr bwMode="auto">
            <a:xfrm>
              <a:off x="4626" y="2822"/>
              <a:ext cx="3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chemeClr val="accent1"/>
                  </a:solidFill>
                  <a:effectLst>
                    <a:outerShdw blurRad="38100" dist="38100" dir="2700000" algn="tl">
                      <a:srgbClr val="C0C0C0"/>
                    </a:outerShdw>
                  </a:effectLst>
                  <a:latin typeface="Times New Roman" panose="02020603050405020304" pitchFamily="18" charset="0"/>
                </a:rPr>
                <a:t>b</a:t>
              </a:r>
              <a:r>
                <a:rPr lang="en-US" altLang="zh-CN" sz="3200" b="1" baseline="-25000">
                  <a:solidFill>
                    <a:schemeClr val="accent1"/>
                  </a:solidFill>
                  <a:effectLst>
                    <a:outerShdw blurRad="38100" dist="38100" dir="2700000" algn="tl">
                      <a:srgbClr val="C0C0C0"/>
                    </a:outerShdw>
                  </a:effectLst>
                  <a:latin typeface="Times New Roman" panose="02020603050405020304" pitchFamily="18" charset="0"/>
                </a:rPr>
                <a:t>1</a:t>
              </a:r>
              <a:endParaRPr lang="en-US" altLang="zh-CN" sz="3200" b="1">
                <a:solidFill>
                  <a:schemeClr val="accent1"/>
                </a:solidFill>
                <a:effectLst>
                  <a:outerShdw blurRad="38100" dist="38100" dir="2700000" algn="tl">
                    <a:srgbClr val="C0C0C0"/>
                  </a:outerShdw>
                </a:effectLst>
                <a:latin typeface="Times New Roman" panose="02020603050405020304" pitchFamily="18" charset="0"/>
              </a:endParaRPr>
            </a:p>
          </p:txBody>
        </p:sp>
        <p:sp>
          <p:nvSpPr>
            <p:cNvPr id="32792" name="Text Box 187">
              <a:extLst>
                <a:ext uri="{FF2B5EF4-FFF2-40B4-BE49-F238E27FC236}">
                  <a16:creationId xmlns:a16="http://schemas.microsoft.com/office/drawing/2014/main" id="{2F20243B-DE02-3E47-829D-42CD57D5750F}"/>
                </a:ext>
              </a:extLst>
            </p:cNvPr>
            <p:cNvSpPr txBox="1">
              <a:spLocks noChangeArrowheads="1"/>
            </p:cNvSpPr>
            <p:nvPr/>
          </p:nvSpPr>
          <p:spPr bwMode="auto">
            <a:xfrm>
              <a:off x="5079" y="2784"/>
              <a:ext cx="427"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zh-CN" altLang="en-US" sz="3200" b="1">
                  <a:solidFill>
                    <a:srgbClr val="000000"/>
                  </a:solidFill>
                  <a:latin typeface="Times New Roman" panose="02020603050405020304" pitchFamily="18" charset="0"/>
                  <a:ea typeface="楷体_GB2312" pitchFamily="49" charset="-122"/>
                </a:rPr>
                <a:t>诱导子图</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53440"/>
                                        </p:tgtEl>
                                        <p:attrNameLst>
                                          <p:attrName>style.visibility</p:attrName>
                                        </p:attrNameLst>
                                      </p:cBhvr>
                                      <p:to>
                                        <p:strVal val="visible"/>
                                      </p:to>
                                    </p:set>
                                    <p:anim calcmode="lin" valueType="num">
                                      <p:cBhvr>
                                        <p:cTn id="7" dur="1000" fill="hold"/>
                                        <p:tgtEl>
                                          <p:spTgt spid="53440"/>
                                        </p:tgtEl>
                                        <p:attrNameLst>
                                          <p:attrName>ppt_w</p:attrName>
                                        </p:attrNameLst>
                                      </p:cBhvr>
                                      <p:tavLst>
                                        <p:tav tm="0">
                                          <p:val>
                                            <p:fltVal val="0"/>
                                          </p:val>
                                        </p:tav>
                                        <p:tav tm="100000">
                                          <p:val>
                                            <p:strVal val="#ppt_w"/>
                                          </p:val>
                                        </p:tav>
                                      </p:tavLst>
                                    </p:anim>
                                    <p:anim calcmode="lin" valueType="num">
                                      <p:cBhvr>
                                        <p:cTn id="8" dur="1000" fill="hold"/>
                                        <p:tgtEl>
                                          <p:spTgt spid="53440"/>
                                        </p:tgtEl>
                                        <p:attrNameLst>
                                          <p:attrName>ppt_h</p:attrName>
                                        </p:attrNameLst>
                                      </p:cBhvr>
                                      <p:tavLst>
                                        <p:tav tm="0">
                                          <p:val>
                                            <p:fltVal val="0"/>
                                          </p:val>
                                        </p:tav>
                                        <p:tav tm="100000">
                                          <p:val>
                                            <p:strVal val="#ppt_h"/>
                                          </p:val>
                                        </p:tav>
                                      </p:tavLst>
                                    </p:anim>
                                    <p:anim calcmode="lin" valueType="num">
                                      <p:cBhvr>
                                        <p:cTn id="9" dur="1000" fill="hold"/>
                                        <p:tgtEl>
                                          <p:spTgt spid="53440"/>
                                        </p:tgtEl>
                                        <p:attrNameLst>
                                          <p:attrName>style.rotation</p:attrName>
                                        </p:attrNameLst>
                                      </p:cBhvr>
                                      <p:tavLst>
                                        <p:tav tm="0">
                                          <p:val>
                                            <p:fltVal val="90"/>
                                          </p:val>
                                        </p:tav>
                                        <p:tav tm="100000">
                                          <p:val>
                                            <p:fltVal val="0"/>
                                          </p:val>
                                        </p:tav>
                                      </p:tavLst>
                                    </p:anim>
                                    <p:animEffect transition="in" filter="fade">
                                      <p:cBhvr>
                                        <p:cTn id="10" dur="1000"/>
                                        <p:tgtEl>
                                          <p:spTgt spid="5344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1" presetClass="entr" presetSubtype="0" fill="hold" nodeType="clickEffect">
                                  <p:stCondLst>
                                    <p:cond delay="0"/>
                                  </p:stCondLst>
                                  <p:iterate type="lt">
                                    <p:tmPct val="5000"/>
                                  </p:iterate>
                                  <p:childTnLst>
                                    <p:set>
                                      <p:cBhvr>
                                        <p:cTn id="14" dur="1" fill="hold">
                                          <p:stCondLst>
                                            <p:cond delay="0"/>
                                          </p:stCondLst>
                                        </p:cTn>
                                        <p:tgtEl>
                                          <p:spTgt spid="53441"/>
                                        </p:tgtEl>
                                        <p:attrNameLst>
                                          <p:attrName>style.visibility</p:attrName>
                                        </p:attrNameLst>
                                      </p:cBhvr>
                                      <p:to>
                                        <p:strVal val="visible"/>
                                      </p:to>
                                    </p:set>
                                    <p:anim calcmode="lin" valueType="num">
                                      <p:cBhvr>
                                        <p:cTn id="15" dur="1000" fill="hold"/>
                                        <p:tgtEl>
                                          <p:spTgt spid="53441"/>
                                        </p:tgtEl>
                                        <p:attrNameLst>
                                          <p:attrName>ppt_w</p:attrName>
                                        </p:attrNameLst>
                                      </p:cBhvr>
                                      <p:tavLst>
                                        <p:tav tm="0">
                                          <p:val>
                                            <p:fltVal val="0"/>
                                          </p:val>
                                        </p:tav>
                                        <p:tav tm="100000">
                                          <p:val>
                                            <p:strVal val="#ppt_w"/>
                                          </p:val>
                                        </p:tav>
                                      </p:tavLst>
                                    </p:anim>
                                    <p:anim calcmode="lin" valueType="num">
                                      <p:cBhvr>
                                        <p:cTn id="16" dur="1000" fill="hold"/>
                                        <p:tgtEl>
                                          <p:spTgt spid="53441"/>
                                        </p:tgtEl>
                                        <p:attrNameLst>
                                          <p:attrName>ppt_h</p:attrName>
                                        </p:attrNameLst>
                                      </p:cBhvr>
                                      <p:tavLst>
                                        <p:tav tm="0">
                                          <p:val>
                                            <p:fltVal val="0"/>
                                          </p:val>
                                        </p:tav>
                                        <p:tav tm="100000">
                                          <p:val>
                                            <p:strVal val="#ppt_h"/>
                                          </p:val>
                                        </p:tav>
                                      </p:tavLst>
                                    </p:anim>
                                    <p:anim calcmode="lin" valueType="num">
                                      <p:cBhvr>
                                        <p:cTn id="17" dur="1000" fill="hold"/>
                                        <p:tgtEl>
                                          <p:spTgt spid="53441"/>
                                        </p:tgtEl>
                                        <p:attrNameLst>
                                          <p:attrName>style.rotation</p:attrName>
                                        </p:attrNameLst>
                                      </p:cBhvr>
                                      <p:tavLst>
                                        <p:tav tm="0">
                                          <p:val>
                                            <p:fltVal val="90"/>
                                          </p:val>
                                        </p:tav>
                                        <p:tav tm="100000">
                                          <p:val>
                                            <p:fltVal val="0"/>
                                          </p:val>
                                        </p:tav>
                                      </p:tavLst>
                                    </p:anim>
                                    <p:animEffect transition="in" filter="fade">
                                      <p:cBhvr>
                                        <p:cTn id="18" dur="1000"/>
                                        <p:tgtEl>
                                          <p:spTgt spid="5344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1" presetClass="entr" presetSubtype="0" fill="hold" nodeType="clickEffect">
                                  <p:stCondLst>
                                    <p:cond delay="0"/>
                                  </p:stCondLst>
                                  <p:iterate type="lt">
                                    <p:tmPct val="5000"/>
                                  </p:iterate>
                                  <p:childTnLst>
                                    <p:set>
                                      <p:cBhvr>
                                        <p:cTn id="22" dur="1" fill="hold">
                                          <p:stCondLst>
                                            <p:cond delay="0"/>
                                          </p:stCondLst>
                                        </p:cTn>
                                        <p:tgtEl>
                                          <p:spTgt spid="53442"/>
                                        </p:tgtEl>
                                        <p:attrNameLst>
                                          <p:attrName>style.visibility</p:attrName>
                                        </p:attrNameLst>
                                      </p:cBhvr>
                                      <p:to>
                                        <p:strVal val="visible"/>
                                      </p:to>
                                    </p:set>
                                    <p:anim calcmode="lin" valueType="num">
                                      <p:cBhvr>
                                        <p:cTn id="23" dur="1000" fill="hold"/>
                                        <p:tgtEl>
                                          <p:spTgt spid="53442"/>
                                        </p:tgtEl>
                                        <p:attrNameLst>
                                          <p:attrName>ppt_w</p:attrName>
                                        </p:attrNameLst>
                                      </p:cBhvr>
                                      <p:tavLst>
                                        <p:tav tm="0">
                                          <p:val>
                                            <p:fltVal val="0"/>
                                          </p:val>
                                        </p:tav>
                                        <p:tav tm="100000">
                                          <p:val>
                                            <p:strVal val="#ppt_w"/>
                                          </p:val>
                                        </p:tav>
                                      </p:tavLst>
                                    </p:anim>
                                    <p:anim calcmode="lin" valueType="num">
                                      <p:cBhvr>
                                        <p:cTn id="24" dur="1000" fill="hold"/>
                                        <p:tgtEl>
                                          <p:spTgt spid="53442"/>
                                        </p:tgtEl>
                                        <p:attrNameLst>
                                          <p:attrName>ppt_h</p:attrName>
                                        </p:attrNameLst>
                                      </p:cBhvr>
                                      <p:tavLst>
                                        <p:tav tm="0">
                                          <p:val>
                                            <p:fltVal val="0"/>
                                          </p:val>
                                        </p:tav>
                                        <p:tav tm="100000">
                                          <p:val>
                                            <p:strVal val="#ppt_h"/>
                                          </p:val>
                                        </p:tav>
                                      </p:tavLst>
                                    </p:anim>
                                    <p:anim calcmode="lin" valueType="num">
                                      <p:cBhvr>
                                        <p:cTn id="25" dur="1000" fill="hold"/>
                                        <p:tgtEl>
                                          <p:spTgt spid="53442"/>
                                        </p:tgtEl>
                                        <p:attrNameLst>
                                          <p:attrName>style.rotation</p:attrName>
                                        </p:attrNameLst>
                                      </p:cBhvr>
                                      <p:tavLst>
                                        <p:tav tm="0">
                                          <p:val>
                                            <p:fltVal val="90"/>
                                          </p:val>
                                        </p:tav>
                                        <p:tav tm="100000">
                                          <p:val>
                                            <p:fltVal val="0"/>
                                          </p:val>
                                        </p:tav>
                                      </p:tavLst>
                                    </p:anim>
                                    <p:animEffect transition="in" filter="fade">
                                      <p:cBhvr>
                                        <p:cTn id="26" dur="1000"/>
                                        <p:tgtEl>
                                          <p:spTgt spid="53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3" name="Slide Number Placeholder 5">
            <a:extLst>
              <a:ext uri="{FF2B5EF4-FFF2-40B4-BE49-F238E27FC236}">
                <a16:creationId xmlns:a16="http://schemas.microsoft.com/office/drawing/2014/main" id="{DA6C8C83-17F6-BF4B-86CB-4962935D0498}"/>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B65DBEE0-B1B3-0E4E-BEDA-BF913CBE8447}" type="slidenum">
              <a:rPr kumimoji="0" lang="zh-CN" altLang="en-US" sz="1200"/>
              <a:pPr/>
              <a:t>14</a:t>
            </a:fld>
            <a:endParaRPr kumimoji="0" lang="en-US" altLang="zh-CN" sz="1200"/>
          </a:p>
        </p:txBody>
      </p:sp>
      <p:sp>
        <p:nvSpPr>
          <p:cNvPr id="54274" name="Rectangle 2">
            <a:extLst>
              <a:ext uri="{FF2B5EF4-FFF2-40B4-BE49-F238E27FC236}">
                <a16:creationId xmlns:a16="http://schemas.microsoft.com/office/drawing/2014/main" id="{E4E182ED-28DF-EF4E-9328-179FFAF3981E}"/>
              </a:ext>
            </a:extLst>
          </p:cNvPr>
          <p:cNvSpPr>
            <a:spLocks noGrp="1" noChangeArrowheads="1"/>
          </p:cNvSpPr>
          <p:nvPr>
            <p:ph type="title"/>
          </p:nvPr>
        </p:nvSpPr>
        <p:spPr>
          <a:xfrm>
            <a:off x="152400" y="381000"/>
            <a:ext cx="7772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定义4.1.3 </a:t>
            </a:r>
          </a:p>
        </p:txBody>
      </p:sp>
      <p:sp>
        <p:nvSpPr>
          <p:cNvPr id="33795" name="Rectangle 3">
            <a:extLst>
              <a:ext uri="{FF2B5EF4-FFF2-40B4-BE49-F238E27FC236}">
                <a16:creationId xmlns:a16="http://schemas.microsoft.com/office/drawing/2014/main" id="{0EBB08FD-4A3D-904E-B419-5053331F3700}"/>
              </a:ext>
            </a:extLst>
          </p:cNvPr>
          <p:cNvSpPr>
            <a:spLocks noGrp="1" noChangeArrowheads="1"/>
          </p:cNvSpPr>
          <p:nvPr>
            <p:ph sz="quarter" idx="13"/>
          </p:nvPr>
        </p:nvSpPr>
        <p:spPr>
          <a:xfrm>
            <a:off x="76200" y="1447800"/>
            <a:ext cx="8763000" cy="1371600"/>
          </a:xfrm>
        </p:spPr>
        <p:txBody>
          <a:bodyPr/>
          <a:lstStyle/>
          <a:p>
            <a:r>
              <a:rPr kumimoji="0" lang="zh-CN" altLang="en-US" sz="3200">
                <a:latin typeface="Times New Roman" panose="02020603050405020304" pitchFamily="18" charset="0"/>
                <a:ea typeface="楷体_GB2312" pitchFamily="49" charset="-122"/>
              </a:rPr>
              <a:t>设</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是图，</a:t>
            </a:r>
            <a:r>
              <a:rPr kumimoji="0" lang="en-US" altLang="zh-CN" sz="3200">
                <a:latin typeface="Times New Roman" panose="02020603050405020304" pitchFamily="18" charset="0"/>
                <a:ea typeface="楷体_GB2312" pitchFamily="49" charset="-122"/>
              </a:rPr>
              <a:t>v</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rPr>
              <a:t>P(G)，L(G)</a:t>
            </a:r>
            <a:r>
              <a:rPr kumimoji="0" lang="zh-CN" altLang="en-US" sz="3200">
                <a:latin typeface="Times New Roman" panose="02020603050405020304" pitchFamily="18" charset="0"/>
                <a:ea typeface="楷体_GB2312" pitchFamily="49" charset="-122"/>
              </a:rPr>
              <a:t>中以</a:t>
            </a:r>
            <a:r>
              <a:rPr kumimoji="0" lang="en-US" altLang="zh-CN" sz="3200">
                <a:latin typeface="Times New Roman" panose="02020603050405020304" pitchFamily="18" charset="0"/>
                <a:ea typeface="楷体_GB2312" pitchFamily="49" charset="-122"/>
              </a:rPr>
              <a:t>v</a:t>
            </a:r>
            <a:r>
              <a:rPr kumimoji="0" lang="zh-CN" altLang="en-US" sz="3200">
                <a:latin typeface="Times New Roman" panose="02020603050405020304" pitchFamily="18" charset="0"/>
                <a:ea typeface="楷体_GB2312" pitchFamily="49" charset="-122"/>
              </a:rPr>
              <a:t>为端点的边的条数称为点</a:t>
            </a:r>
            <a:r>
              <a:rPr kumimoji="0" lang="en-US" altLang="zh-CN" sz="3200">
                <a:latin typeface="Times New Roman" panose="02020603050405020304" pitchFamily="18" charset="0"/>
                <a:ea typeface="楷体_GB2312" pitchFamily="49" charset="-122"/>
              </a:rPr>
              <a:t>v</a:t>
            </a:r>
            <a:r>
              <a:rPr kumimoji="0" lang="zh-CN" altLang="en-US" sz="3200">
                <a:latin typeface="Times New Roman" panose="02020603050405020304" pitchFamily="18" charset="0"/>
                <a:ea typeface="楷体_GB2312" pitchFamily="49" charset="-122"/>
              </a:rPr>
              <a:t>的</a:t>
            </a:r>
            <a:r>
              <a:rPr kumimoji="0" lang="zh-CN" altLang="en-US" sz="3200">
                <a:solidFill>
                  <a:schemeClr val="accent1"/>
                </a:solidFill>
                <a:latin typeface="Times New Roman" panose="02020603050405020304" pitchFamily="18" charset="0"/>
                <a:ea typeface="楷体_GB2312" pitchFamily="49" charset="-122"/>
              </a:rPr>
              <a:t>度</a:t>
            </a:r>
            <a:r>
              <a:rPr kumimoji="0" lang="zh-CN" altLang="en-US" sz="3200">
                <a:latin typeface="Times New Roman" panose="02020603050405020304" pitchFamily="18" charset="0"/>
                <a:ea typeface="楷体_GB2312" pitchFamily="49" charset="-122"/>
              </a:rPr>
              <a:t>，记为</a:t>
            </a:r>
            <a:r>
              <a:rPr kumimoji="0" lang="en-US" altLang="zh-CN" sz="3200">
                <a:latin typeface="Times New Roman" panose="02020603050405020304" pitchFamily="18" charset="0"/>
                <a:ea typeface="楷体_GB2312" pitchFamily="49" charset="-122"/>
              </a:rPr>
              <a:t>d</a:t>
            </a:r>
            <a:r>
              <a:rPr kumimoji="0" lang="en-US" altLang="zh-CN" sz="3200" baseline="-30000">
                <a:latin typeface="Times New Roman" panose="02020603050405020304" pitchFamily="18" charset="0"/>
                <a:ea typeface="楷体_GB2312" pitchFamily="49" charset="-122"/>
              </a:rPr>
              <a:t>G</a:t>
            </a:r>
            <a:r>
              <a:rPr kumimoji="0" lang="en-US" altLang="zh-CN" sz="3200">
                <a:latin typeface="Times New Roman" panose="02020603050405020304" pitchFamily="18" charset="0"/>
                <a:ea typeface="楷体_GB2312" pitchFamily="49" charset="-122"/>
              </a:rPr>
              <a:t>(v)。 </a:t>
            </a:r>
            <a:endParaRPr kumimoji="0" lang="zh-CN" altLang="en-US" sz="3200">
              <a:latin typeface="Times New Roman" panose="02020603050405020304" pitchFamily="18" charset="0"/>
              <a:ea typeface="楷体_GB2312" pitchFamily="49" charset="-122"/>
            </a:endParaRPr>
          </a:p>
        </p:txBody>
      </p:sp>
      <p:grpSp>
        <p:nvGrpSpPr>
          <p:cNvPr id="54304" name="Group 32">
            <a:extLst>
              <a:ext uri="{FF2B5EF4-FFF2-40B4-BE49-F238E27FC236}">
                <a16:creationId xmlns:a16="http://schemas.microsoft.com/office/drawing/2014/main" id="{33C9DC05-FC75-D943-9EF9-2B04A8370EFA}"/>
              </a:ext>
            </a:extLst>
          </p:cNvPr>
          <p:cNvGrpSpPr>
            <a:grpSpLocks/>
          </p:cNvGrpSpPr>
          <p:nvPr/>
        </p:nvGrpSpPr>
        <p:grpSpPr bwMode="auto">
          <a:xfrm>
            <a:off x="4495800" y="2540000"/>
            <a:ext cx="3270250" cy="3546475"/>
            <a:chOff x="2688" y="1504"/>
            <a:chExt cx="2060" cy="2234"/>
          </a:xfrm>
        </p:grpSpPr>
        <p:sp>
          <p:nvSpPr>
            <p:cNvPr id="33798" name="Line 6">
              <a:extLst>
                <a:ext uri="{FF2B5EF4-FFF2-40B4-BE49-F238E27FC236}">
                  <a16:creationId xmlns:a16="http://schemas.microsoft.com/office/drawing/2014/main" id="{C7BBD616-9E14-4F42-A45E-845537769D56}"/>
                </a:ext>
              </a:extLst>
            </p:cNvPr>
            <p:cNvSpPr>
              <a:spLocks noChangeShapeType="1"/>
            </p:cNvSpPr>
            <p:nvPr/>
          </p:nvSpPr>
          <p:spPr bwMode="auto">
            <a:xfrm flipH="1">
              <a:off x="2856" y="3058"/>
              <a:ext cx="449" cy="53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9" name="Line 7">
              <a:extLst>
                <a:ext uri="{FF2B5EF4-FFF2-40B4-BE49-F238E27FC236}">
                  <a16:creationId xmlns:a16="http://schemas.microsoft.com/office/drawing/2014/main" id="{69C6C074-BB4D-454B-B05D-DCD22AD68A4D}"/>
                </a:ext>
              </a:extLst>
            </p:cNvPr>
            <p:cNvSpPr>
              <a:spLocks noChangeShapeType="1"/>
            </p:cNvSpPr>
            <p:nvPr/>
          </p:nvSpPr>
          <p:spPr bwMode="auto">
            <a:xfrm>
              <a:off x="3999" y="2492"/>
              <a:ext cx="0" cy="54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0" name="Line 8">
              <a:extLst>
                <a:ext uri="{FF2B5EF4-FFF2-40B4-BE49-F238E27FC236}">
                  <a16:creationId xmlns:a16="http://schemas.microsoft.com/office/drawing/2014/main" id="{81C009E6-0B25-284E-B7F2-96C39551701C}"/>
                </a:ext>
              </a:extLst>
            </p:cNvPr>
            <p:cNvSpPr>
              <a:spLocks noChangeShapeType="1"/>
            </p:cNvSpPr>
            <p:nvPr/>
          </p:nvSpPr>
          <p:spPr bwMode="auto">
            <a:xfrm>
              <a:off x="3328" y="3083"/>
              <a:ext cx="67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1" name="Line 9">
              <a:extLst>
                <a:ext uri="{FF2B5EF4-FFF2-40B4-BE49-F238E27FC236}">
                  <a16:creationId xmlns:a16="http://schemas.microsoft.com/office/drawing/2014/main" id="{C72AF9BD-0BE1-D744-AD9D-6AD3E91B0EED}"/>
                </a:ext>
              </a:extLst>
            </p:cNvPr>
            <p:cNvSpPr>
              <a:spLocks noChangeShapeType="1"/>
            </p:cNvSpPr>
            <p:nvPr/>
          </p:nvSpPr>
          <p:spPr bwMode="auto">
            <a:xfrm>
              <a:off x="2931" y="1985"/>
              <a:ext cx="146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2" name="Line 10">
              <a:extLst>
                <a:ext uri="{FF2B5EF4-FFF2-40B4-BE49-F238E27FC236}">
                  <a16:creationId xmlns:a16="http://schemas.microsoft.com/office/drawing/2014/main" id="{12989061-D469-C04B-9684-1ADBA021F4E2}"/>
                </a:ext>
              </a:extLst>
            </p:cNvPr>
            <p:cNvSpPr>
              <a:spLocks noChangeShapeType="1"/>
            </p:cNvSpPr>
            <p:nvPr/>
          </p:nvSpPr>
          <p:spPr bwMode="auto">
            <a:xfrm>
              <a:off x="2863" y="2008"/>
              <a:ext cx="0" cy="158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3" name="Line 11">
              <a:extLst>
                <a:ext uri="{FF2B5EF4-FFF2-40B4-BE49-F238E27FC236}">
                  <a16:creationId xmlns:a16="http://schemas.microsoft.com/office/drawing/2014/main" id="{BB73627D-76AC-E644-BE31-2E0B438CF937}"/>
                </a:ext>
              </a:extLst>
            </p:cNvPr>
            <p:cNvSpPr>
              <a:spLocks noChangeShapeType="1"/>
            </p:cNvSpPr>
            <p:nvPr/>
          </p:nvSpPr>
          <p:spPr bwMode="auto">
            <a:xfrm flipV="1">
              <a:off x="3999" y="1958"/>
              <a:ext cx="468" cy="4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4" name="Line 12">
              <a:extLst>
                <a:ext uri="{FF2B5EF4-FFF2-40B4-BE49-F238E27FC236}">
                  <a16:creationId xmlns:a16="http://schemas.microsoft.com/office/drawing/2014/main" id="{28CC5419-125B-E04C-B258-655F98624BCA}"/>
                </a:ext>
              </a:extLst>
            </p:cNvPr>
            <p:cNvSpPr>
              <a:spLocks noChangeShapeType="1"/>
            </p:cNvSpPr>
            <p:nvPr/>
          </p:nvSpPr>
          <p:spPr bwMode="auto">
            <a:xfrm>
              <a:off x="3999" y="3092"/>
              <a:ext cx="468" cy="4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5" name="Oval 13">
              <a:extLst>
                <a:ext uri="{FF2B5EF4-FFF2-40B4-BE49-F238E27FC236}">
                  <a16:creationId xmlns:a16="http://schemas.microsoft.com/office/drawing/2014/main" id="{ACE34B83-ECCA-4340-8365-A91B7FFEF175}"/>
                </a:ext>
              </a:extLst>
            </p:cNvPr>
            <p:cNvSpPr>
              <a:spLocks noChangeArrowheads="1"/>
            </p:cNvSpPr>
            <p:nvPr/>
          </p:nvSpPr>
          <p:spPr bwMode="auto">
            <a:xfrm>
              <a:off x="3223" y="2388"/>
              <a:ext cx="105" cy="96"/>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3806" name="Oval 14">
              <a:extLst>
                <a:ext uri="{FF2B5EF4-FFF2-40B4-BE49-F238E27FC236}">
                  <a16:creationId xmlns:a16="http://schemas.microsoft.com/office/drawing/2014/main" id="{B9BA88C9-E7C5-504B-B44E-304243560A00}"/>
                </a:ext>
              </a:extLst>
            </p:cNvPr>
            <p:cNvSpPr>
              <a:spLocks noChangeArrowheads="1"/>
            </p:cNvSpPr>
            <p:nvPr/>
          </p:nvSpPr>
          <p:spPr bwMode="auto">
            <a:xfrm>
              <a:off x="3220" y="3034"/>
              <a:ext cx="105" cy="96"/>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3807" name="Oval 15">
              <a:extLst>
                <a:ext uri="{FF2B5EF4-FFF2-40B4-BE49-F238E27FC236}">
                  <a16:creationId xmlns:a16="http://schemas.microsoft.com/office/drawing/2014/main" id="{6360E23E-B0A8-D346-88F0-F523A0D160C5}"/>
                </a:ext>
              </a:extLst>
            </p:cNvPr>
            <p:cNvSpPr>
              <a:spLocks noChangeArrowheads="1"/>
            </p:cNvSpPr>
            <p:nvPr/>
          </p:nvSpPr>
          <p:spPr bwMode="auto">
            <a:xfrm>
              <a:off x="3947" y="3034"/>
              <a:ext cx="105" cy="96"/>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3808" name="Oval 16">
              <a:extLst>
                <a:ext uri="{FF2B5EF4-FFF2-40B4-BE49-F238E27FC236}">
                  <a16:creationId xmlns:a16="http://schemas.microsoft.com/office/drawing/2014/main" id="{4CDA7C9A-BC8F-A544-B49A-28A204CAE08D}"/>
                </a:ext>
              </a:extLst>
            </p:cNvPr>
            <p:cNvSpPr>
              <a:spLocks noChangeArrowheads="1"/>
            </p:cNvSpPr>
            <p:nvPr/>
          </p:nvSpPr>
          <p:spPr bwMode="auto">
            <a:xfrm>
              <a:off x="3950" y="2388"/>
              <a:ext cx="105" cy="96"/>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3809" name="Oval 17">
              <a:extLst>
                <a:ext uri="{FF2B5EF4-FFF2-40B4-BE49-F238E27FC236}">
                  <a16:creationId xmlns:a16="http://schemas.microsoft.com/office/drawing/2014/main" id="{2D30C465-1908-AB4D-A144-AC1737026C93}"/>
                </a:ext>
              </a:extLst>
            </p:cNvPr>
            <p:cNvSpPr>
              <a:spLocks noChangeArrowheads="1"/>
            </p:cNvSpPr>
            <p:nvPr/>
          </p:nvSpPr>
          <p:spPr bwMode="auto">
            <a:xfrm>
              <a:off x="4394" y="3539"/>
              <a:ext cx="105" cy="97"/>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3810" name="Oval 18">
              <a:extLst>
                <a:ext uri="{FF2B5EF4-FFF2-40B4-BE49-F238E27FC236}">
                  <a16:creationId xmlns:a16="http://schemas.microsoft.com/office/drawing/2014/main" id="{D83E8732-D6CB-CF49-94E5-2A4B677DFC39}"/>
                </a:ext>
              </a:extLst>
            </p:cNvPr>
            <p:cNvSpPr>
              <a:spLocks noChangeArrowheads="1"/>
            </p:cNvSpPr>
            <p:nvPr/>
          </p:nvSpPr>
          <p:spPr bwMode="auto">
            <a:xfrm>
              <a:off x="4394" y="1913"/>
              <a:ext cx="105" cy="95"/>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3811" name="Oval 19">
              <a:extLst>
                <a:ext uri="{FF2B5EF4-FFF2-40B4-BE49-F238E27FC236}">
                  <a16:creationId xmlns:a16="http://schemas.microsoft.com/office/drawing/2014/main" id="{0CE11744-CE26-CC42-901C-492709CBE7F2}"/>
                </a:ext>
              </a:extLst>
            </p:cNvPr>
            <p:cNvSpPr>
              <a:spLocks noChangeArrowheads="1"/>
            </p:cNvSpPr>
            <p:nvPr/>
          </p:nvSpPr>
          <p:spPr bwMode="auto">
            <a:xfrm>
              <a:off x="2823" y="1936"/>
              <a:ext cx="105" cy="97"/>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33812" name="Oval 20">
              <a:extLst>
                <a:ext uri="{FF2B5EF4-FFF2-40B4-BE49-F238E27FC236}">
                  <a16:creationId xmlns:a16="http://schemas.microsoft.com/office/drawing/2014/main" id="{D6532322-8BAC-F74D-8DC0-86DAC79EC4BA}"/>
                </a:ext>
              </a:extLst>
            </p:cNvPr>
            <p:cNvSpPr>
              <a:spLocks noChangeArrowheads="1"/>
            </p:cNvSpPr>
            <p:nvPr/>
          </p:nvSpPr>
          <p:spPr bwMode="auto">
            <a:xfrm>
              <a:off x="2804" y="3538"/>
              <a:ext cx="105" cy="97"/>
            </a:xfrm>
            <a:prstGeom prst="ellipse">
              <a:avLst/>
            </a:prstGeom>
            <a:solidFill>
              <a:schemeClr val="tx1"/>
            </a:solidFill>
            <a:ln w="38100">
              <a:solidFill>
                <a:schemeClr val="tx1"/>
              </a:solidFill>
              <a:round/>
              <a:headEnd/>
              <a:tailEnd/>
            </a:ln>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solidFill>
                  <a:srgbClr val="4E67C8"/>
                </a:solidFill>
              </a:endParaRPr>
            </a:p>
          </p:txBody>
        </p:sp>
        <p:sp>
          <p:nvSpPr>
            <p:cNvPr id="54293" name="Text Box 21">
              <a:extLst>
                <a:ext uri="{FF2B5EF4-FFF2-40B4-BE49-F238E27FC236}">
                  <a16:creationId xmlns:a16="http://schemas.microsoft.com/office/drawing/2014/main" id="{8877F9E0-D9B0-584B-8DE4-3E5263A4AB87}"/>
                </a:ext>
              </a:extLst>
            </p:cNvPr>
            <p:cNvSpPr txBox="1">
              <a:spLocks noChangeArrowheads="1"/>
            </p:cNvSpPr>
            <p:nvPr/>
          </p:nvSpPr>
          <p:spPr bwMode="auto">
            <a:xfrm>
              <a:off x="2688" y="1504"/>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a</a:t>
              </a:r>
            </a:p>
          </p:txBody>
        </p:sp>
        <p:sp>
          <p:nvSpPr>
            <p:cNvPr id="54294" name="Text Box 22">
              <a:extLst>
                <a:ext uri="{FF2B5EF4-FFF2-40B4-BE49-F238E27FC236}">
                  <a16:creationId xmlns:a16="http://schemas.microsoft.com/office/drawing/2014/main" id="{5FCFA2E5-7BE3-1147-B930-6D117EE6DE69}"/>
                </a:ext>
              </a:extLst>
            </p:cNvPr>
            <p:cNvSpPr txBox="1">
              <a:spLocks noChangeArrowheads="1"/>
            </p:cNvSpPr>
            <p:nvPr/>
          </p:nvSpPr>
          <p:spPr bwMode="auto">
            <a:xfrm>
              <a:off x="4322" y="1525"/>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b</a:t>
              </a:r>
            </a:p>
          </p:txBody>
        </p:sp>
        <p:sp>
          <p:nvSpPr>
            <p:cNvPr id="54295" name="Text Box 23">
              <a:extLst>
                <a:ext uri="{FF2B5EF4-FFF2-40B4-BE49-F238E27FC236}">
                  <a16:creationId xmlns:a16="http://schemas.microsoft.com/office/drawing/2014/main" id="{0FEFD55B-E95C-C44B-ABB2-872ED8C9A34B}"/>
                </a:ext>
              </a:extLst>
            </p:cNvPr>
            <p:cNvSpPr txBox="1">
              <a:spLocks noChangeArrowheads="1"/>
            </p:cNvSpPr>
            <p:nvPr/>
          </p:nvSpPr>
          <p:spPr bwMode="auto">
            <a:xfrm>
              <a:off x="4504" y="3302"/>
              <a:ext cx="2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c</a:t>
              </a:r>
            </a:p>
          </p:txBody>
        </p:sp>
        <p:sp>
          <p:nvSpPr>
            <p:cNvPr id="54296" name="Text Box 24">
              <a:extLst>
                <a:ext uri="{FF2B5EF4-FFF2-40B4-BE49-F238E27FC236}">
                  <a16:creationId xmlns:a16="http://schemas.microsoft.com/office/drawing/2014/main" id="{6978C151-504D-824A-9DF4-DD0E8D1447ED}"/>
                </a:ext>
              </a:extLst>
            </p:cNvPr>
            <p:cNvSpPr txBox="1">
              <a:spLocks noChangeArrowheads="1"/>
            </p:cNvSpPr>
            <p:nvPr/>
          </p:nvSpPr>
          <p:spPr bwMode="auto">
            <a:xfrm>
              <a:off x="2921" y="3334"/>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d</a:t>
              </a:r>
            </a:p>
          </p:txBody>
        </p:sp>
        <p:sp>
          <p:nvSpPr>
            <p:cNvPr id="54297" name="Text Box 25">
              <a:extLst>
                <a:ext uri="{FF2B5EF4-FFF2-40B4-BE49-F238E27FC236}">
                  <a16:creationId xmlns:a16="http://schemas.microsoft.com/office/drawing/2014/main" id="{0D32999F-BD36-3B42-9DB8-B4C273C33DCA}"/>
                </a:ext>
              </a:extLst>
            </p:cNvPr>
            <p:cNvSpPr txBox="1">
              <a:spLocks noChangeArrowheads="1"/>
            </p:cNvSpPr>
            <p:nvPr/>
          </p:nvSpPr>
          <p:spPr bwMode="auto">
            <a:xfrm>
              <a:off x="2865" y="2742"/>
              <a:ext cx="3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d</a:t>
              </a:r>
              <a:r>
                <a:rPr lang="en-US" altLang="zh-CN" sz="36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6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4298" name="Text Box 26">
              <a:extLst>
                <a:ext uri="{FF2B5EF4-FFF2-40B4-BE49-F238E27FC236}">
                  <a16:creationId xmlns:a16="http://schemas.microsoft.com/office/drawing/2014/main" id="{CCB8C6D4-B38C-A848-BEAA-01B95BFBA8EE}"/>
                </a:ext>
              </a:extLst>
            </p:cNvPr>
            <p:cNvSpPr txBox="1">
              <a:spLocks noChangeArrowheads="1"/>
            </p:cNvSpPr>
            <p:nvPr/>
          </p:nvSpPr>
          <p:spPr bwMode="auto">
            <a:xfrm>
              <a:off x="3196" y="1989"/>
              <a:ext cx="35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a</a:t>
              </a:r>
              <a:r>
                <a:rPr lang="en-US" altLang="zh-CN" sz="36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6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4299" name="Text Box 27">
              <a:extLst>
                <a:ext uri="{FF2B5EF4-FFF2-40B4-BE49-F238E27FC236}">
                  <a16:creationId xmlns:a16="http://schemas.microsoft.com/office/drawing/2014/main" id="{43B65F1A-77DC-EE4B-875D-19947228079D}"/>
                </a:ext>
              </a:extLst>
            </p:cNvPr>
            <p:cNvSpPr txBox="1">
              <a:spLocks noChangeArrowheads="1"/>
            </p:cNvSpPr>
            <p:nvPr/>
          </p:nvSpPr>
          <p:spPr bwMode="auto">
            <a:xfrm>
              <a:off x="4028" y="2225"/>
              <a:ext cx="3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b</a:t>
              </a:r>
              <a:r>
                <a:rPr lang="en-US" altLang="zh-CN" sz="36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6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54300" name="Text Box 28">
              <a:extLst>
                <a:ext uri="{FF2B5EF4-FFF2-40B4-BE49-F238E27FC236}">
                  <a16:creationId xmlns:a16="http://schemas.microsoft.com/office/drawing/2014/main" id="{1502D072-5293-A349-BD99-04C1FE093154}"/>
                </a:ext>
              </a:extLst>
            </p:cNvPr>
            <p:cNvSpPr txBox="1">
              <a:spLocks noChangeArrowheads="1"/>
            </p:cNvSpPr>
            <p:nvPr/>
          </p:nvSpPr>
          <p:spPr bwMode="auto">
            <a:xfrm>
              <a:off x="4018" y="2796"/>
              <a:ext cx="34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c</a:t>
              </a:r>
              <a:r>
                <a:rPr lang="en-US" altLang="zh-CN" sz="3600" b="1" baseline="-25000">
                  <a:solidFill>
                    <a:srgbClr val="4E67C8"/>
                  </a:solidFill>
                  <a:effectLst>
                    <a:outerShdw blurRad="38100" dist="38100" dir="2700000" algn="tl">
                      <a:srgbClr val="C0C0C0"/>
                    </a:outerShdw>
                  </a:effectLst>
                  <a:latin typeface="Times New Roman" panose="02020603050405020304" pitchFamily="18" charset="0"/>
                </a:rPr>
                <a:t>1</a:t>
              </a:r>
              <a:endParaRPr lang="en-US" altLang="zh-CN" sz="3600" b="1">
                <a:solidFill>
                  <a:srgbClr val="4E67C8"/>
                </a:solidFill>
                <a:effectLst>
                  <a:outerShdw blurRad="38100" dist="38100" dir="2700000" algn="tl">
                    <a:srgbClr val="C0C0C0"/>
                  </a:outerShdw>
                </a:effectLst>
                <a:latin typeface="Times New Roman" panose="02020603050405020304" pitchFamily="18" charset="0"/>
              </a:endParaRPr>
            </a:p>
          </p:txBody>
        </p:sp>
      </p:grpSp>
      <p:sp>
        <p:nvSpPr>
          <p:cNvPr id="54302" name="Rectangle 30">
            <a:extLst>
              <a:ext uri="{FF2B5EF4-FFF2-40B4-BE49-F238E27FC236}">
                <a16:creationId xmlns:a16="http://schemas.microsoft.com/office/drawing/2014/main" id="{FF9BF5F0-D305-0F46-AA96-550AD5A0CA52}"/>
              </a:ext>
            </a:extLst>
          </p:cNvPr>
          <p:cNvSpPr>
            <a:spLocks noChangeArrowheads="1"/>
          </p:cNvSpPr>
          <p:nvPr/>
        </p:nvSpPr>
        <p:spPr bwMode="auto">
          <a:xfrm>
            <a:off x="381000" y="2895600"/>
            <a:ext cx="36576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669925">
              <a:defRPr kumimoji="1" sz="2400">
                <a:solidFill>
                  <a:schemeClr val="tx1"/>
                </a:solidFill>
                <a:latin typeface="Arial" panose="020B0604020202020204" pitchFamily="34" charset="0"/>
                <a:ea typeface="宋体" panose="02010600030101010101" pitchFamily="2" charset="-122"/>
              </a:defRPr>
            </a:lvl1pPr>
            <a:lvl2pPr marL="742950" indent="-285750" defTabSz="669925">
              <a:defRPr kumimoji="1" sz="2400">
                <a:solidFill>
                  <a:schemeClr val="tx1"/>
                </a:solidFill>
                <a:latin typeface="Arial" panose="020B0604020202020204" pitchFamily="34" charset="0"/>
                <a:ea typeface="宋体" panose="02010600030101010101" pitchFamily="2" charset="-122"/>
              </a:defRPr>
            </a:lvl2pPr>
            <a:lvl3pPr marL="1143000" indent="-228600" defTabSz="669925">
              <a:defRPr kumimoji="1" sz="2400">
                <a:solidFill>
                  <a:schemeClr val="tx1"/>
                </a:solidFill>
                <a:latin typeface="Arial" panose="020B0604020202020204" pitchFamily="34" charset="0"/>
                <a:ea typeface="宋体" panose="02010600030101010101" pitchFamily="2" charset="-122"/>
              </a:defRPr>
            </a:lvl3pPr>
            <a:lvl4pPr marL="1600200" indent="-228600" defTabSz="669925">
              <a:defRPr kumimoji="1" sz="2400">
                <a:solidFill>
                  <a:schemeClr val="tx1"/>
                </a:solidFill>
                <a:latin typeface="Arial" panose="020B0604020202020204" pitchFamily="34" charset="0"/>
                <a:ea typeface="宋体" panose="02010600030101010101" pitchFamily="2" charset="-122"/>
              </a:defRPr>
            </a:lvl4pPr>
            <a:lvl5pPr marL="2057400" indent="-228600" defTabSz="669925">
              <a:defRPr kumimoji="1" sz="2400">
                <a:solidFill>
                  <a:schemeClr val="tx1"/>
                </a:solidFill>
                <a:latin typeface="Arial" panose="020B0604020202020204" pitchFamily="34" charset="0"/>
                <a:ea typeface="宋体" panose="02010600030101010101" pitchFamily="2" charset="-122"/>
              </a:defRPr>
            </a:lvl5pPr>
            <a:lvl6pPr marL="2514600" indent="-228600" defTabSz="669925"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defTabSz="669925"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defTabSz="669925"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defTabSz="669925"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rgbClr val="FFFF66"/>
              </a:buClr>
              <a:buFont typeface="Wingdings" pitchFamily="2" charset="2"/>
              <a:buNone/>
            </a:pPr>
            <a:r>
              <a:rPr lang="en-US" altLang="zh-CN" sz="3200" b="1">
                <a:latin typeface="Times New Roman" panose="02020603050405020304" pitchFamily="18" charset="0"/>
              </a:rPr>
              <a:t> d</a:t>
            </a:r>
            <a:r>
              <a:rPr lang="en-US" altLang="zh-CN" sz="3200" b="1" baseline="-30000">
                <a:latin typeface="Times New Roman" panose="02020603050405020304" pitchFamily="18" charset="0"/>
              </a:rPr>
              <a:t>G</a:t>
            </a:r>
            <a:r>
              <a:rPr lang="en-US" altLang="zh-CN" sz="3200" b="1">
                <a:latin typeface="Times New Roman" panose="02020603050405020304" pitchFamily="18" charset="0"/>
              </a:rPr>
              <a:t>( a</a:t>
            </a:r>
            <a:r>
              <a:rPr lang="en-US" altLang="zh-CN" sz="3200" b="1" baseline="-25000">
                <a:latin typeface="Times New Roman" panose="02020603050405020304" pitchFamily="18" charset="0"/>
              </a:rPr>
              <a:t>1</a:t>
            </a:r>
            <a:r>
              <a:rPr lang="en-US" altLang="zh-CN" sz="3200" b="1">
                <a:latin typeface="Times New Roman" panose="02020603050405020304" pitchFamily="18" charset="0"/>
              </a:rPr>
              <a:t>)=0 ;</a:t>
            </a:r>
          </a:p>
          <a:p>
            <a:pPr>
              <a:spcBef>
                <a:spcPct val="20000"/>
              </a:spcBef>
              <a:buClr>
                <a:srgbClr val="FFFF66"/>
              </a:buClr>
              <a:buFont typeface="Wingdings" pitchFamily="2" charset="2"/>
              <a:buNone/>
            </a:pPr>
            <a:r>
              <a:rPr lang="en-US" altLang="zh-CN" sz="3200" b="1">
                <a:latin typeface="Times New Roman" panose="02020603050405020304" pitchFamily="18" charset="0"/>
              </a:rPr>
              <a:t> d</a:t>
            </a:r>
            <a:r>
              <a:rPr lang="en-US" altLang="zh-CN" sz="3200" b="1" baseline="-30000">
                <a:latin typeface="Times New Roman" panose="02020603050405020304" pitchFamily="18" charset="0"/>
              </a:rPr>
              <a:t>G</a:t>
            </a:r>
            <a:r>
              <a:rPr lang="en-US" altLang="zh-CN" sz="3200" b="1">
                <a:latin typeface="Times New Roman" panose="02020603050405020304" pitchFamily="18" charset="0"/>
              </a:rPr>
              <a:t>( c )=1 ;</a:t>
            </a:r>
          </a:p>
          <a:p>
            <a:pPr>
              <a:spcBef>
                <a:spcPct val="20000"/>
              </a:spcBef>
              <a:buClr>
                <a:srgbClr val="FFFF66"/>
              </a:buClr>
              <a:buFont typeface="Wingdings" pitchFamily="2" charset="2"/>
              <a:buNone/>
            </a:pPr>
            <a:r>
              <a:rPr lang="en-US" altLang="zh-CN" sz="3200" b="1">
                <a:latin typeface="Times New Roman" panose="02020603050405020304" pitchFamily="18" charset="0"/>
              </a:rPr>
              <a:t> d</a:t>
            </a:r>
            <a:r>
              <a:rPr lang="en-US" altLang="zh-CN" sz="3200" b="1" baseline="-30000">
                <a:latin typeface="Times New Roman" panose="02020603050405020304" pitchFamily="18" charset="0"/>
              </a:rPr>
              <a:t>G</a:t>
            </a:r>
            <a:r>
              <a:rPr lang="en-US" altLang="zh-CN" sz="3200" b="1">
                <a:latin typeface="Times New Roman" panose="02020603050405020304" pitchFamily="18" charset="0"/>
              </a:rPr>
              <a:t>( a )=2 ;</a:t>
            </a:r>
          </a:p>
          <a:p>
            <a:pPr>
              <a:spcBef>
                <a:spcPct val="20000"/>
              </a:spcBef>
              <a:buClr>
                <a:srgbClr val="FFFF66"/>
              </a:buClr>
              <a:buFont typeface="Wingdings" pitchFamily="2" charset="2"/>
              <a:buNone/>
            </a:pPr>
            <a:r>
              <a:rPr lang="en-US" altLang="zh-CN" sz="3200" b="1">
                <a:latin typeface="Times New Roman" panose="02020603050405020304" pitchFamily="18" charset="0"/>
              </a:rPr>
              <a:t> d</a:t>
            </a:r>
            <a:r>
              <a:rPr lang="en-US" altLang="zh-CN" sz="3200" b="1" baseline="-30000">
                <a:latin typeface="Times New Roman" panose="02020603050405020304" pitchFamily="18" charset="0"/>
              </a:rPr>
              <a:t>G</a:t>
            </a:r>
            <a:r>
              <a:rPr lang="en-US" altLang="zh-CN" sz="3200" b="1">
                <a:latin typeface="Times New Roman" panose="02020603050405020304" pitchFamily="18" charset="0"/>
              </a:rPr>
              <a:t>( c</a:t>
            </a:r>
            <a:r>
              <a:rPr lang="en-US" altLang="zh-CN" sz="3200" b="1" baseline="-25000">
                <a:latin typeface="Times New Roman" panose="02020603050405020304" pitchFamily="18" charset="0"/>
              </a:rPr>
              <a:t>1</a:t>
            </a:r>
            <a:r>
              <a:rPr lang="en-US" altLang="zh-CN" sz="3200" b="1">
                <a:latin typeface="Times New Roman" panose="02020603050405020304" pitchFamily="18" charset="0"/>
              </a:rPr>
              <a:t>)=3 ;</a:t>
            </a:r>
            <a:endParaRPr lang="zh-CN" altLang="en-US" sz="3200" b="1">
              <a:latin typeface="Times New Roman" panose="02020603050405020304" pitchFamily="18"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54304"/>
                                        </p:tgtEl>
                                        <p:attrNameLst>
                                          <p:attrName>style.visibility</p:attrName>
                                        </p:attrNameLst>
                                      </p:cBhvr>
                                      <p:to>
                                        <p:strVal val="visible"/>
                                      </p:to>
                                    </p:set>
                                    <p:anim calcmode="lin" valueType="num">
                                      <p:cBhvr>
                                        <p:cTn id="7" dur="1000" fill="hold"/>
                                        <p:tgtEl>
                                          <p:spTgt spid="54304"/>
                                        </p:tgtEl>
                                        <p:attrNameLst>
                                          <p:attrName>ppt_w</p:attrName>
                                        </p:attrNameLst>
                                      </p:cBhvr>
                                      <p:tavLst>
                                        <p:tav tm="0">
                                          <p:val>
                                            <p:fltVal val="0"/>
                                          </p:val>
                                        </p:tav>
                                        <p:tav tm="100000">
                                          <p:val>
                                            <p:strVal val="#ppt_w"/>
                                          </p:val>
                                        </p:tav>
                                      </p:tavLst>
                                    </p:anim>
                                    <p:anim calcmode="lin" valueType="num">
                                      <p:cBhvr>
                                        <p:cTn id="8" dur="1000" fill="hold"/>
                                        <p:tgtEl>
                                          <p:spTgt spid="54304"/>
                                        </p:tgtEl>
                                        <p:attrNameLst>
                                          <p:attrName>ppt_h</p:attrName>
                                        </p:attrNameLst>
                                      </p:cBhvr>
                                      <p:tavLst>
                                        <p:tav tm="0">
                                          <p:val>
                                            <p:fltVal val="0"/>
                                          </p:val>
                                        </p:tav>
                                        <p:tav tm="100000">
                                          <p:val>
                                            <p:strVal val="#ppt_h"/>
                                          </p:val>
                                        </p:tav>
                                      </p:tavLst>
                                    </p:anim>
                                    <p:anim calcmode="lin" valueType="num">
                                      <p:cBhvr>
                                        <p:cTn id="9" dur="1000" fill="hold"/>
                                        <p:tgtEl>
                                          <p:spTgt spid="54304"/>
                                        </p:tgtEl>
                                        <p:attrNameLst>
                                          <p:attrName>style.rotation</p:attrName>
                                        </p:attrNameLst>
                                      </p:cBhvr>
                                      <p:tavLst>
                                        <p:tav tm="0">
                                          <p:val>
                                            <p:fltVal val="90"/>
                                          </p:val>
                                        </p:tav>
                                        <p:tav tm="100000">
                                          <p:val>
                                            <p:fltVal val="0"/>
                                          </p:val>
                                        </p:tav>
                                      </p:tavLst>
                                    </p:anim>
                                    <p:animEffect transition="in" filter="fade">
                                      <p:cBhvr>
                                        <p:cTn id="10" dur="1000"/>
                                        <p:tgtEl>
                                          <p:spTgt spid="5430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7" presetClass="entr" presetSubtype="0" fill="hold" grpId="0" nodeType="clickEffect">
                                  <p:stCondLst>
                                    <p:cond delay="0"/>
                                  </p:stCondLst>
                                  <p:iterate type="lt">
                                    <p:tmPct val="50000"/>
                                  </p:iterate>
                                  <p:childTnLst>
                                    <p:set>
                                      <p:cBhvr>
                                        <p:cTn id="14" dur="1" fill="hold">
                                          <p:stCondLst>
                                            <p:cond delay="0"/>
                                          </p:stCondLst>
                                        </p:cTn>
                                        <p:tgtEl>
                                          <p:spTgt spid="54302"/>
                                        </p:tgtEl>
                                        <p:attrNameLst>
                                          <p:attrName>style.visibility</p:attrName>
                                        </p:attrNameLst>
                                      </p:cBhvr>
                                      <p:to>
                                        <p:strVal val="visible"/>
                                      </p:to>
                                    </p:set>
                                    <p:anim calcmode="discrete" valueType="clr">
                                      <p:cBhvr override="childStyle">
                                        <p:cTn id="15" dur="80"/>
                                        <p:tgtEl>
                                          <p:spTgt spid="54302"/>
                                        </p:tgtEl>
                                        <p:attrNameLst>
                                          <p:attrName>style.color</p:attrName>
                                        </p:attrNameLst>
                                      </p:cBhvr>
                                      <p:tavLst>
                                        <p:tav tm="0">
                                          <p:val>
                                            <p:clrVal>
                                              <a:schemeClr val="accent2"/>
                                            </p:clrVal>
                                          </p:val>
                                        </p:tav>
                                        <p:tav tm="50000">
                                          <p:val>
                                            <p:clrVal>
                                              <a:schemeClr val="hlink"/>
                                            </p:clrVal>
                                          </p:val>
                                        </p:tav>
                                      </p:tavLst>
                                    </p:anim>
                                    <p:anim calcmode="discrete" valueType="clr">
                                      <p:cBhvr>
                                        <p:cTn id="16" dur="80"/>
                                        <p:tgtEl>
                                          <p:spTgt spid="54302"/>
                                        </p:tgtEl>
                                        <p:attrNameLst>
                                          <p:attrName>fillcolor</p:attrName>
                                        </p:attrNameLst>
                                      </p:cBhvr>
                                      <p:tavLst>
                                        <p:tav tm="0">
                                          <p:val>
                                            <p:clrVal>
                                              <a:schemeClr val="accent2"/>
                                            </p:clrVal>
                                          </p:val>
                                        </p:tav>
                                        <p:tav tm="50000">
                                          <p:val>
                                            <p:clrVal>
                                              <a:schemeClr val="hlink"/>
                                            </p:clrVal>
                                          </p:val>
                                        </p:tav>
                                      </p:tavLst>
                                    </p:anim>
                                    <p:set>
                                      <p:cBhvr>
                                        <p:cTn id="17" dur="80"/>
                                        <p:tgtEl>
                                          <p:spTgt spid="5430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02"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1" name="Slide Number Placeholder 5">
            <a:extLst>
              <a:ext uri="{FF2B5EF4-FFF2-40B4-BE49-F238E27FC236}">
                <a16:creationId xmlns:a16="http://schemas.microsoft.com/office/drawing/2014/main" id="{16C962FF-8985-E444-BDAA-7C2E343F45E8}"/>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D1B6D663-B838-7B42-B85B-AEA8A09C872D}" type="slidenum">
              <a:rPr kumimoji="0" lang="zh-CN" altLang="en-US" sz="1200"/>
              <a:pPr/>
              <a:t>15</a:t>
            </a:fld>
            <a:endParaRPr kumimoji="0" lang="en-US" altLang="zh-CN" sz="1200"/>
          </a:p>
        </p:txBody>
      </p:sp>
      <p:sp>
        <p:nvSpPr>
          <p:cNvPr id="55298" name="Rectangle 2">
            <a:extLst>
              <a:ext uri="{FF2B5EF4-FFF2-40B4-BE49-F238E27FC236}">
                <a16:creationId xmlns:a16="http://schemas.microsoft.com/office/drawing/2014/main" id="{6F6CEFB1-B82A-5A47-A3AC-CBFA900B96CD}"/>
              </a:ext>
            </a:extLst>
          </p:cNvPr>
          <p:cNvSpPr>
            <a:spLocks noGrp="1" noChangeArrowheads="1"/>
          </p:cNvSpPr>
          <p:nvPr>
            <p:ph type="title"/>
          </p:nvPr>
        </p:nvSpPr>
        <p:spPr>
          <a:xfrm>
            <a:off x="228600" y="2057400"/>
            <a:ext cx="8458200" cy="1965325"/>
          </a:xfrm>
        </p:spPr>
        <p:txBody>
          <a:bodyPr/>
          <a:lstStyle/>
          <a:p>
            <a:pPr marL="320040" indent="-320040" algn="l" fontAlgn="auto">
              <a:spcAft>
                <a:spcPts val="0"/>
              </a:spcAft>
              <a:buClr>
                <a:schemeClr val="accent6">
                  <a:lumMod val="75000"/>
                </a:schemeClr>
              </a:buClr>
              <a:defRPr/>
            </a:pPr>
            <a:r>
              <a:rPr lang="zh-CN" altLang="en-US" sz="3200" dirty="0">
                <a:solidFill>
                  <a:schemeClr val="tx1"/>
                </a:solidFill>
                <a:latin typeface="Times New Roman" charset="0"/>
                <a:ea typeface="楷体_GB2312" charset="0"/>
                <a:cs typeface="+mj-cs"/>
              </a:rPr>
              <a:t>今后，为简便计，有时也将图</a:t>
            </a:r>
            <a:r>
              <a:rPr lang="en-US" altLang="zh-CN" sz="3200" dirty="0">
                <a:solidFill>
                  <a:schemeClr val="tx1"/>
                </a:solidFill>
                <a:latin typeface="Times New Roman" charset="0"/>
                <a:ea typeface="楷体_GB2312" charset="0"/>
                <a:cs typeface="+mj-cs"/>
              </a:rPr>
              <a:t>G</a:t>
            </a:r>
            <a:r>
              <a:rPr lang="zh-CN" altLang="en-US" sz="3200" dirty="0">
                <a:solidFill>
                  <a:schemeClr val="tx1"/>
                </a:solidFill>
                <a:latin typeface="Times New Roman" charset="0"/>
                <a:ea typeface="楷体_GB2312" charset="0"/>
                <a:cs typeface="+mj-cs"/>
              </a:rPr>
              <a:t>中的点</a:t>
            </a:r>
            <a:r>
              <a:rPr lang="en-US" altLang="zh-CN" sz="3200" dirty="0">
                <a:solidFill>
                  <a:schemeClr val="tx1"/>
                </a:solidFill>
                <a:latin typeface="Times New Roman" charset="0"/>
                <a:ea typeface="楷体_GB2312" charset="0"/>
                <a:cs typeface="+mj-cs"/>
              </a:rPr>
              <a:t>v，</a:t>
            </a:r>
            <a:r>
              <a:rPr lang="zh-CN" altLang="en-US" sz="3200" dirty="0">
                <a:solidFill>
                  <a:schemeClr val="tx1"/>
                </a:solidFill>
                <a:latin typeface="Times New Roman" charset="0"/>
                <a:ea typeface="楷体_GB2312" charset="0"/>
                <a:cs typeface="+mj-cs"/>
              </a:rPr>
              <a:t>边</a:t>
            </a:r>
            <a:r>
              <a:rPr lang="en-US" altLang="zh-CN" sz="3200" dirty="0">
                <a:solidFill>
                  <a:schemeClr val="tx1"/>
                </a:solidFill>
                <a:latin typeface="Times New Roman" charset="0"/>
                <a:ea typeface="楷体_GB2312" charset="0"/>
                <a:cs typeface="+mj-cs"/>
              </a:rPr>
              <a:t>l，</a:t>
            </a:r>
            <a:r>
              <a:rPr lang="zh-CN" altLang="en-US" sz="3200" dirty="0">
                <a:solidFill>
                  <a:schemeClr val="tx1"/>
                </a:solidFill>
                <a:latin typeface="Times New Roman" charset="0"/>
                <a:ea typeface="楷体_GB2312" charset="0"/>
                <a:cs typeface="+mj-cs"/>
              </a:rPr>
              <a:t>写成</a:t>
            </a:r>
            <a:r>
              <a:rPr lang="en-US" altLang="zh-CN" sz="3200" dirty="0" err="1">
                <a:latin typeface="Times New Roman" charset="0"/>
                <a:ea typeface="楷体_GB2312" charset="0"/>
                <a:cs typeface="+mj-cs"/>
              </a:rPr>
              <a:t>v</a:t>
            </a:r>
            <a:r>
              <a:rPr lang="en-US" altLang="zh-CN" sz="3200" dirty="0" err="1">
                <a:latin typeface="Times New Roman" charset="0"/>
                <a:ea typeface="楷体_GB2312" charset="0"/>
                <a:cs typeface="+mj-cs"/>
                <a:sym typeface="Symbol" charset="0"/>
              </a:rPr>
              <a:t></a:t>
            </a:r>
            <a:r>
              <a:rPr lang="en-US" altLang="zh-CN" sz="3200" dirty="0" err="1">
                <a:latin typeface="Times New Roman" charset="0"/>
                <a:ea typeface="楷体_GB2312" charset="0"/>
                <a:cs typeface="+mj-cs"/>
              </a:rPr>
              <a:t>G</a:t>
            </a:r>
            <a:r>
              <a:rPr lang="en-US" altLang="zh-CN" sz="3200" dirty="0" err="1">
                <a:solidFill>
                  <a:schemeClr val="tx1"/>
                </a:solidFill>
                <a:latin typeface="Times New Roman" charset="0"/>
                <a:ea typeface="楷体_GB2312" charset="0"/>
                <a:cs typeface="+mj-cs"/>
              </a:rPr>
              <a:t>，</a:t>
            </a:r>
            <a:r>
              <a:rPr lang="en-US" altLang="zh-CN" sz="3200" dirty="0" err="1">
                <a:latin typeface="Times New Roman" charset="0"/>
                <a:ea typeface="楷体_GB2312" charset="0"/>
                <a:cs typeface="+mj-cs"/>
                <a:sym typeface="Symbol" charset="0"/>
              </a:rPr>
              <a:t>l</a:t>
            </a:r>
            <a:r>
              <a:rPr lang="en-US" altLang="zh-CN" sz="3200" dirty="0" err="1">
                <a:latin typeface="Times New Roman" charset="0"/>
                <a:ea typeface="楷体_GB2312" charset="0"/>
                <a:cs typeface="+mj-cs"/>
              </a:rPr>
              <a:t>G</a:t>
            </a:r>
            <a:r>
              <a:rPr lang="en-US" altLang="zh-CN" sz="3200" dirty="0">
                <a:solidFill>
                  <a:schemeClr val="tx1"/>
                </a:solidFill>
                <a:latin typeface="Times New Roman" charset="0"/>
                <a:ea typeface="楷体_GB2312" charset="0"/>
                <a:cs typeface="+mj-cs"/>
                <a:sym typeface="Symbol" charset="0"/>
              </a:rPr>
              <a:t>。</a:t>
            </a:r>
            <a:endParaRPr lang="zh-CN" altLang="en-US" sz="3200" dirty="0">
              <a:solidFill>
                <a:schemeClr val="tx1"/>
              </a:solidFill>
              <a:latin typeface="Times New Roman" charset="0"/>
              <a:ea typeface="楷体_GB2312" charset="0"/>
              <a:cs typeface="+mj-cs"/>
              <a:sym typeface="Symbol" charset="0"/>
            </a:endParaRPr>
          </a:p>
        </p:txBody>
      </p:sp>
    </p:spTree>
  </p:cSld>
  <p:clrMapOvr>
    <a:masterClrMapping/>
  </p:clrMapOvr>
  <p:transition>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5">
            <a:extLst>
              <a:ext uri="{FF2B5EF4-FFF2-40B4-BE49-F238E27FC236}">
                <a16:creationId xmlns:a16="http://schemas.microsoft.com/office/drawing/2014/main" id="{C6055492-8176-E240-8A4F-75806ECA4220}"/>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799407BC-763F-E444-B35F-0038C16B144B}" type="slidenum">
              <a:rPr kumimoji="0" lang="zh-CN" altLang="en-US" sz="1200"/>
              <a:pPr/>
              <a:t>16</a:t>
            </a:fld>
            <a:endParaRPr kumimoji="0" lang="en-US" altLang="zh-CN" sz="1200"/>
          </a:p>
        </p:txBody>
      </p:sp>
      <p:sp>
        <p:nvSpPr>
          <p:cNvPr id="18435" name="Rectangle 2">
            <a:extLst>
              <a:ext uri="{FF2B5EF4-FFF2-40B4-BE49-F238E27FC236}">
                <a16:creationId xmlns:a16="http://schemas.microsoft.com/office/drawing/2014/main" id="{70AF328C-1E3F-F343-ABDE-E9EB29F2BA27}"/>
              </a:ext>
            </a:extLst>
          </p:cNvPr>
          <p:cNvSpPr>
            <a:spLocks noGrp="1" noChangeArrowheads="1"/>
          </p:cNvSpPr>
          <p:nvPr>
            <p:ph type="title"/>
          </p:nvPr>
        </p:nvSpPr>
        <p:spPr>
          <a:xfrm>
            <a:off x="228600" y="533400"/>
            <a:ext cx="8458200" cy="762000"/>
          </a:xfrm>
        </p:spPr>
        <p:txBody>
          <a:bodyPr/>
          <a:lstStyle/>
          <a:p>
            <a:pPr marL="320040" indent="-320040" algn="l" fontAlgn="auto">
              <a:spcAft>
                <a:spcPts val="0"/>
              </a:spcAft>
              <a:buClr>
                <a:schemeClr val="accent6">
                  <a:lumMod val="75000"/>
                </a:schemeClr>
              </a:buClr>
              <a:defRPr/>
            </a:pPr>
            <a:r>
              <a:rPr lang="zh-CN" altLang="en-US" dirty="0">
                <a:effectLst/>
                <a:latin typeface="楷体_GB2312" charset="0"/>
                <a:ea typeface="楷体_GB2312" charset="0"/>
                <a:cs typeface="+mj-cs"/>
                <a:sym typeface="Symbol" charset="0"/>
              </a:rPr>
              <a:t>图的表示 </a:t>
            </a:r>
          </a:p>
        </p:txBody>
      </p:sp>
      <p:sp>
        <p:nvSpPr>
          <p:cNvPr id="36867" name="Rectangle 3">
            <a:extLst>
              <a:ext uri="{FF2B5EF4-FFF2-40B4-BE49-F238E27FC236}">
                <a16:creationId xmlns:a16="http://schemas.microsoft.com/office/drawing/2014/main" id="{61B08783-2FAB-0B4F-9670-349D456FB042}"/>
              </a:ext>
            </a:extLst>
          </p:cNvPr>
          <p:cNvSpPr>
            <a:spLocks noGrp="1" noChangeArrowheads="1"/>
          </p:cNvSpPr>
          <p:nvPr>
            <p:ph sz="quarter" idx="13"/>
          </p:nvPr>
        </p:nvSpPr>
        <p:spPr>
          <a:xfrm>
            <a:off x="228600" y="2286000"/>
            <a:ext cx="6019800" cy="1828800"/>
          </a:xfrm>
        </p:spPr>
        <p:txBody>
          <a:bodyPr/>
          <a:lstStyle/>
          <a:p>
            <a:pPr>
              <a:lnSpc>
                <a:spcPct val="90000"/>
              </a:lnSpc>
            </a:pPr>
            <a:r>
              <a:rPr kumimoji="0" lang="zh-CN" altLang="en-US" sz="3200">
                <a:latin typeface="宋体" panose="02010600030101010101" pitchFamily="2" charset="-122"/>
                <a:ea typeface="楷体_GB2312" pitchFamily="49" charset="-122"/>
                <a:sym typeface="Symbol" pitchFamily="2" charset="2"/>
              </a:rPr>
              <a:t>关联矩阵</a:t>
            </a:r>
          </a:p>
          <a:p>
            <a:pPr>
              <a:lnSpc>
                <a:spcPct val="90000"/>
              </a:lnSpc>
              <a:buClr>
                <a:srgbClr val="FFFF00"/>
              </a:buClr>
            </a:pPr>
            <a:endParaRPr kumimoji="0" lang="zh-CN" altLang="en-US" sz="3200">
              <a:latin typeface="宋体" panose="02010600030101010101" pitchFamily="2" charset="-122"/>
              <a:ea typeface="楷体_GB2312" pitchFamily="49" charset="-122"/>
              <a:sym typeface="Symbol" pitchFamily="2" charset="2"/>
            </a:endParaRPr>
          </a:p>
          <a:p>
            <a:pPr>
              <a:lnSpc>
                <a:spcPct val="90000"/>
              </a:lnSpc>
            </a:pPr>
            <a:r>
              <a:rPr kumimoji="0" lang="zh-CN" altLang="en-US" sz="3200">
                <a:latin typeface="宋体" panose="02010600030101010101" pitchFamily="2" charset="-122"/>
                <a:ea typeface="楷体_GB2312" pitchFamily="49" charset="-122"/>
                <a:sym typeface="Symbol" pitchFamily="2" charset="2"/>
              </a:rPr>
              <a:t>相邻矩阵(邻接矩阵) </a:t>
            </a:r>
          </a:p>
        </p:txBody>
      </p:sp>
    </p:spTree>
  </p:cSld>
  <p:clrMapOvr>
    <a:masterClrMapping/>
  </p:clrMapOvr>
  <p:transition>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Number Placeholder 5">
            <a:extLst>
              <a:ext uri="{FF2B5EF4-FFF2-40B4-BE49-F238E27FC236}">
                <a16:creationId xmlns:a16="http://schemas.microsoft.com/office/drawing/2014/main" id="{C9FCD274-369E-0646-B1A9-79A09FE4BF76}"/>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A628CA4E-A608-CB4B-8534-F414686427D4}" type="slidenum">
              <a:rPr kumimoji="0" lang="zh-CN" altLang="en-US" sz="1200"/>
              <a:pPr/>
              <a:t>17</a:t>
            </a:fld>
            <a:endParaRPr kumimoji="0" lang="en-US" altLang="zh-CN" sz="1200"/>
          </a:p>
        </p:txBody>
      </p:sp>
      <p:sp>
        <p:nvSpPr>
          <p:cNvPr id="56322" name="Rectangle 2">
            <a:extLst>
              <a:ext uri="{FF2B5EF4-FFF2-40B4-BE49-F238E27FC236}">
                <a16:creationId xmlns:a16="http://schemas.microsoft.com/office/drawing/2014/main" id="{06956E13-D6E9-514D-87FB-1B4F86BB3B14}"/>
              </a:ext>
            </a:extLst>
          </p:cNvPr>
          <p:cNvSpPr>
            <a:spLocks noGrp="1" noChangeArrowheads="1"/>
          </p:cNvSpPr>
          <p:nvPr>
            <p:ph type="title"/>
          </p:nvPr>
        </p:nvSpPr>
        <p:spPr>
          <a:xfrm>
            <a:off x="76200" y="381000"/>
            <a:ext cx="87630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关联矩阵(</a:t>
            </a:r>
            <a:r>
              <a:rPr lang="en-US" altLang="zh-CN" i="1" dirty="0">
                <a:latin typeface="Times New Roman" charset="0"/>
                <a:ea typeface="楷体_GB2312" charset="0"/>
                <a:cs typeface="+mj-cs"/>
              </a:rPr>
              <a:t>incidence matrix</a:t>
            </a:r>
            <a:r>
              <a:rPr lang="zh-CN" altLang="en-US" dirty="0">
                <a:latin typeface="Times New Roman" charset="0"/>
                <a:ea typeface="楷体_GB2312" charset="0"/>
                <a:cs typeface="+mj-cs"/>
              </a:rPr>
              <a:t>) </a:t>
            </a:r>
          </a:p>
        </p:txBody>
      </p:sp>
      <p:grpSp>
        <p:nvGrpSpPr>
          <p:cNvPr id="37891" name="Group 7">
            <a:extLst>
              <a:ext uri="{FF2B5EF4-FFF2-40B4-BE49-F238E27FC236}">
                <a16:creationId xmlns:a16="http://schemas.microsoft.com/office/drawing/2014/main" id="{04285B0F-23D8-4240-A662-6728AB63024D}"/>
              </a:ext>
            </a:extLst>
          </p:cNvPr>
          <p:cNvGrpSpPr>
            <a:grpSpLocks/>
          </p:cNvGrpSpPr>
          <p:nvPr/>
        </p:nvGrpSpPr>
        <p:grpSpPr bwMode="auto">
          <a:xfrm>
            <a:off x="304800" y="1447800"/>
            <a:ext cx="8305800" cy="5029200"/>
            <a:chOff x="144" y="768"/>
            <a:chExt cx="5520" cy="3168"/>
          </a:xfrm>
        </p:grpSpPr>
        <p:sp>
          <p:nvSpPr>
            <p:cNvPr id="19461" name="Rectangle 5">
              <a:extLst>
                <a:ext uri="{FF2B5EF4-FFF2-40B4-BE49-F238E27FC236}">
                  <a16:creationId xmlns:a16="http://schemas.microsoft.com/office/drawing/2014/main" id="{27351EFD-4783-F045-BF2C-7E49E2A95FE5}"/>
                </a:ext>
              </a:extLst>
            </p:cNvPr>
            <p:cNvSpPr>
              <a:spLocks noChangeArrowheads="1"/>
            </p:cNvSpPr>
            <p:nvPr/>
          </p:nvSpPr>
          <p:spPr bwMode="auto">
            <a:xfrm>
              <a:off x="144" y="768"/>
              <a:ext cx="5520" cy="31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chemeClr val="tx2"/>
                </a:buClr>
                <a:buFont typeface="Wingdings" charset="0"/>
                <a:buChar char="Ø"/>
                <a:defRPr/>
              </a:pPr>
              <a:r>
                <a:rPr kumimoji="1" lang="zh-CN" altLang="en-US" sz="3200" dirty="0">
                  <a:latin typeface="Times New Roman" charset="0"/>
                  <a:ea typeface="楷体_GB2312" charset="0"/>
                  <a:cs typeface="楷体_GB2312" charset="0"/>
                </a:rPr>
                <a:t>设</a:t>
              </a:r>
              <a:r>
                <a:rPr kumimoji="1" lang="en-US" altLang="zh-CN" sz="3200" dirty="0">
                  <a:latin typeface="Times New Roman" charset="0"/>
                  <a:ea typeface="楷体_GB2312" charset="0"/>
                  <a:cs typeface="楷体_GB2312" charset="0"/>
                </a:rPr>
                <a:t>G＝(P，L)</a:t>
              </a:r>
              <a:r>
                <a:rPr kumimoji="1" lang="zh-CN" altLang="en-US" sz="3200" dirty="0">
                  <a:latin typeface="Times New Roman" charset="0"/>
                  <a:ea typeface="楷体_GB2312" charset="0"/>
                  <a:cs typeface="楷体_GB2312" charset="0"/>
                </a:rPr>
                <a:t>是有限图，集合</a:t>
              </a:r>
              <a:r>
                <a:rPr kumimoji="1" lang="en-US" altLang="zh-CN" sz="3200" dirty="0">
                  <a:latin typeface="Times New Roman" charset="0"/>
                  <a:ea typeface="楷体_GB2312" charset="0"/>
                  <a:cs typeface="楷体_GB2312" charset="0"/>
                </a:rPr>
                <a:t>P</a:t>
              </a:r>
              <a:r>
                <a:rPr kumimoji="1" lang="zh-CN" altLang="en-US" sz="3200" dirty="0">
                  <a:latin typeface="Times New Roman" charset="0"/>
                  <a:ea typeface="楷体_GB2312" charset="0"/>
                  <a:cs typeface="楷体_GB2312" charset="0"/>
                </a:rPr>
                <a:t>的元数为</a:t>
              </a:r>
              <a:r>
                <a:rPr kumimoji="1" lang="en-US" altLang="zh-CN" sz="3200" dirty="0">
                  <a:latin typeface="Times New Roman" charset="0"/>
                  <a:ea typeface="楷体_GB2312" charset="0"/>
                  <a:cs typeface="楷体_GB2312" charset="0"/>
                </a:rPr>
                <a:t>m</a:t>
              </a:r>
              <a:r>
                <a:rPr kumimoji="1" lang="zh-CN" altLang="en-US" sz="3200" dirty="0">
                  <a:latin typeface="Times New Roman" charset="0"/>
                  <a:ea typeface="楷体_GB2312" charset="0"/>
                  <a:cs typeface="楷体_GB2312" charset="0"/>
                </a:rPr>
                <a:t>，集合</a:t>
              </a:r>
              <a:r>
                <a:rPr kumimoji="1" lang="en-US" altLang="zh-CN" sz="3200" dirty="0">
                  <a:latin typeface="Times New Roman" charset="0"/>
                  <a:ea typeface="楷体_GB2312" charset="0"/>
                  <a:cs typeface="楷体_GB2312" charset="0"/>
                </a:rPr>
                <a:t>L</a:t>
              </a:r>
              <a:r>
                <a:rPr kumimoji="1" lang="zh-CN" altLang="en-US" sz="3200" dirty="0">
                  <a:latin typeface="Times New Roman" charset="0"/>
                  <a:ea typeface="楷体_GB2312" charset="0"/>
                  <a:cs typeface="楷体_GB2312" charset="0"/>
                </a:rPr>
                <a:t>的元数为</a:t>
              </a:r>
              <a:r>
                <a:rPr kumimoji="1" lang="en-US" altLang="zh-CN" sz="3200" dirty="0">
                  <a:latin typeface="Times New Roman" charset="0"/>
                  <a:ea typeface="楷体_GB2312" charset="0"/>
                  <a:cs typeface="楷体_GB2312" charset="0"/>
                </a:rPr>
                <a:t>n，</a:t>
              </a:r>
              <a:r>
                <a:rPr kumimoji="1" lang="zh-CN" altLang="en-US" sz="3200" dirty="0">
                  <a:latin typeface="Times New Roman" charset="0"/>
                  <a:ea typeface="楷体_GB2312" charset="0"/>
                  <a:cs typeface="楷体_GB2312" charset="0"/>
                </a:rPr>
                <a:t>不妨设</a:t>
              </a:r>
              <a:r>
                <a:rPr kumimoji="1" lang="en-US" altLang="zh-CN" sz="3200" dirty="0">
                  <a:latin typeface="Times New Roman" charset="0"/>
                  <a:ea typeface="楷体_GB2312" charset="0"/>
                  <a:cs typeface="楷体_GB2312" charset="0"/>
                </a:rPr>
                <a:t>P(G)＝</a:t>
              </a:r>
              <a:r>
                <a:rPr kumimoji="1" lang="en-US" altLang="zh-CN" sz="3200" dirty="0">
                  <a:latin typeface="Times New Roman" charset="0"/>
                  <a:ea typeface="楷体_GB2312" charset="0"/>
                  <a:cs typeface="楷体_GB2312" charset="0"/>
                  <a:sym typeface="Symbol" charset="0"/>
                </a:rPr>
                <a:t>{</a:t>
              </a:r>
              <a:r>
                <a:rPr kumimoji="1" lang="en-US" altLang="zh-CN" sz="3200" dirty="0">
                  <a:latin typeface="Times New Roman" charset="0"/>
                  <a:ea typeface="楷体_GB2312" charset="0"/>
                  <a:cs typeface="楷体_GB2312" charset="0"/>
                </a:rPr>
                <a:t>v</a:t>
              </a:r>
              <a:r>
                <a:rPr kumimoji="1" lang="en-US" altLang="zh-CN" sz="3200" baseline="-30000" dirty="0">
                  <a:latin typeface="Times New Roman" charset="0"/>
                  <a:ea typeface="楷体_GB2312" charset="0"/>
                  <a:cs typeface="楷体_GB2312" charset="0"/>
                </a:rPr>
                <a:t>1</a:t>
              </a:r>
              <a:r>
                <a:rPr kumimoji="1" lang="en-US" altLang="zh-CN" sz="3200" dirty="0">
                  <a:latin typeface="Times New Roman" charset="0"/>
                  <a:ea typeface="楷体_GB2312" charset="0"/>
                  <a:cs typeface="楷体_GB2312" charset="0"/>
                </a:rPr>
                <a:t>，…，</a:t>
              </a:r>
              <a:r>
                <a:rPr kumimoji="1" lang="en-US" altLang="zh-CN" sz="3200" dirty="0" err="1">
                  <a:latin typeface="Times New Roman" charset="0"/>
                  <a:ea typeface="楷体_GB2312" charset="0"/>
                  <a:cs typeface="楷体_GB2312" charset="0"/>
                </a:rPr>
                <a:t>v</a:t>
              </a:r>
              <a:r>
                <a:rPr kumimoji="1" lang="en-US" altLang="zh-CN" sz="3200" baseline="-30000" dirty="0" err="1">
                  <a:latin typeface="Times New Roman" charset="0"/>
                  <a:ea typeface="楷体_GB2312" charset="0"/>
                  <a:cs typeface="楷体_GB2312" charset="0"/>
                </a:rPr>
                <a:t>m</a:t>
              </a:r>
              <a:r>
                <a:rPr kumimoji="1" lang="en-US" altLang="zh-CN" sz="3200" dirty="0">
                  <a:latin typeface="Times New Roman" charset="0"/>
                  <a:ea typeface="楷体_GB2312" charset="0"/>
                  <a:cs typeface="楷体_GB2312" charset="0"/>
                  <a:sym typeface="Symbol" charset="0"/>
                </a:rPr>
                <a:t></a:t>
              </a:r>
              <a:r>
                <a:rPr kumimoji="1" lang="en-US" altLang="zh-CN" sz="3200" dirty="0">
                  <a:latin typeface="Times New Roman" charset="0"/>
                  <a:ea typeface="楷体_GB2312" charset="0"/>
                  <a:cs typeface="楷体_GB2312" charset="0"/>
                </a:rPr>
                <a:t>，L(G) ＝</a:t>
              </a:r>
              <a:r>
                <a:rPr kumimoji="1" lang="en-US" altLang="zh-CN" sz="3200" dirty="0">
                  <a:latin typeface="Times New Roman" charset="0"/>
                  <a:ea typeface="楷体_GB2312" charset="0"/>
                  <a:cs typeface="楷体_GB2312" charset="0"/>
                  <a:sym typeface="Symbol" charset="0"/>
                </a:rPr>
                <a:t></a:t>
              </a:r>
              <a:r>
                <a:rPr kumimoji="1" lang="en-US" altLang="zh-CN" sz="3200" dirty="0">
                  <a:latin typeface="Times New Roman" charset="0"/>
                  <a:ea typeface="楷体_GB2312" charset="0"/>
                  <a:cs typeface="楷体_GB2312" charset="0"/>
                </a:rPr>
                <a:t>l</a:t>
              </a:r>
              <a:r>
                <a:rPr kumimoji="1" lang="en-US" altLang="zh-CN" sz="3200" baseline="-30000" dirty="0">
                  <a:latin typeface="Times New Roman" charset="0"/>
                  <a:ea typeface="楷体_GB2312" charset="0"/>
                  <a:cs typeface="楷体_GB2312" charset="0"/>
                </a:rPr>
                <a:t>1</a:t>
              </a:r>
              <a:r>
                <a:rPr kumimoji="1" lang="en-US" altLang="zh-CN" sz="3200" dirty="0">
                  <a:latin typeface="Times New Roman" charset="0"/>
                  <a:ea typeface="楷体_GB2312" charset="0"/>
                  <a:cs typeface="楷体_GB2312" charset="0"/>
                </a:rPr>
                <a:t>，…，</a:t>
              </a:r>
              <a:r>
                <a:rPr kumimoji="1" lang="en-US" altLang="zh-CN" sz="3200" dirty="0" err="1">
                  <a:latin typeface="Times New Roman" charset="0"/>
                  <a:ea typeface="楷体_GB2312" charset="0"/>
                  <a:cs typeface="楷体_GB2312" charset="0"/>
                </a:rPr>
                <a:t>l</a:t>
              </a:r>
              <a:r>
                <a:rPr kumimoji="1" lang="en-US" altLang="zh-CN" sz="3200" baseline="-30000" dirty="0" err="1">
                  <a:latin typeface="Times New Roman" charset="0"/>
                  <a:ea typeface="楷体_GB2312" charset="0"/>
                  <a:cs typeface="楷体_GB2312" charset="0"/>
                </a:rPr>
                <a:t>n</a:t>
              </a:r>
              <a:r>
                <a:rPr kumimoji="1" lang="en-US" altLang="zh-CN" sz="3200" dirty="0">
                  <a:latin typeface="Times New Roman" charset="0"/>
                  <a:ea typeface="楷体_GB2312" charset="0"/>
                  <a:cs typeface="楷体_GB2312" charset="0"/>
                  <a:sym typeface="Symbol" charset="0"/>
                </a:rPr>
                <a:t></a:t>
              </a:r>
              <a:r>
                <a:rPr kumimoji="1" lang="en-US" altLang="zh-CN" sz="3200" dirty="0">
                  <a:latin typeface="Times New Roman" charset="0"/>
                  <a:ea typeface="楷体_GB2312" charset="0"/>
                  <a:cs typeface="楷体_GB2312" charset="0"/>
                </a:rPr>
                <a:t>。</a:t>
              </a:r>
              <a:r>
                <a:rPr kumimoji="1" lang="zh-CN" altLang="en-US" sz="3200" dirty="0">
                  <a:latin typeface="Times New Roman" charset="0"/>
                  <a:ea typeface="楷体_GB2312" charset="0"/>
                  <a:cs typeface="楷体_GB2312" charset="0"/>
                </a:rPr>
                <a:t>矩阵</a:t>
              </a:r>
              <a:r>
                <a:rPr kumimoji="1" lang="en-US" altLang="zh-CN" sz="3200" dirty="0">
                  <a:latin typeface="Times New Roman" charset="0"/>
                  <a:ea typeface="楷体_GB2312" charset="0"/>
                  <a:cs typeface="楷体_GB2312" charset="0"/>
                </a:rPr>
                <a:t>M(G) ＝</a:t>
              </a:r>
              <a:r>
                <a:rPr kumimoji="1" lang="en-US" altLang="zh-CN" sz="3200" dirty="0">
                  <a:latin typeface="Times New Roman" charset="0"/>
                  <a:ea typeface="楷体_GB2312" charset="0"/>
                  <a:cs typeface="楷体_GB2312" charset="0"/>
                  <a:sym typeface="Symbol" charset="0"/>
                </a:rPr>
                <a:t></a:t>
              </a:r>
              <a:r>
                <a:rPr kumimoji="1" lang="en-US" altLang="zh-CN" sz="3200" dirty="0" err="1">
                  <a:latin typeface="Times New Roman" charset="0"/>
                  <a:ea typeface="楷体_GB2312" charset="0"/>
                  <a:cs typeface="楷体_GB2312" charset="0"/>
                </a:rPr>
                <a:t>a</a:t>
              </a:r>
              <a:r>
                <a:rPr kumimoji="1" lang="en-US" altLang="zh-CN" sz="3200" baseline="-30000" dirty="0" err="1">
                  <a:latin typeface="Times New Roman" charset="0"/>
                  <a:ea typeface="楷体_GB2312" charset="0"/>
                  <a:cs typeface="楷体_GB2312" charset="0"/>
                </a:rPr>
                <a:t>ij</a:t>
              </a:r>
              <a:r>
                <a:rPr kumimoji="1" lang="en-US" altLang="zh-CN" sz="3200" dirty="0">
                  <a:latin typeface="Times New Roman" charset="0"/>
                  <a:ea typeface="楷体_GB2312" charset="0"/>
                  <a:cs typeface="楷体_GB2312" charset="0"/>
                  <a:sym typeface="Symbol" charset="0"/>
                </a:rPr>
                <a:t></a:t>
              </a:r>
              <a:r>
                <a:rPr kumimoji="1" lang="zh-CN" altLang="en-US" sz="3200" dirty="0">
                  <a:latin typeface="Times New Roman" charset="0"/>
                  <a:ea typeface="楷体_GB2312" charset="0"/>
                  <a:cs typeface="楷体_GB2312" charset="0"/>
                </a:rPr>
                <a:t>称为</a:t>
              </a:r>
              <a:r>
                <a:rPr kumimoji="1" lang="en-US" altLang="zh-CN" sz="3200" dirty="0">
                  <a:latin typeface="Times New Roman" charset="0"/>
                  <a:ea typeface="楷体_GB2312" charset="0"/>
                  <a:cs typeface="楷体_GB2312" charset="0"/>
                </a:rPr>
                <a:t>G</a:t>
              </a:r>
              <a:r>
                <a:rPr kumimoji="1" lang="zh-CN" altLang="en-US" sz="3200" dirty="0">
                  <a:latin typeface="Times New Roman" charset="0"/>
                  <a:ea typeface="楷体_GB2312" charset="0"/>
                  <a:cs typeface="楷体_GB2312" charset="0"/>
                </a:rPr>
                <a:t>的关联矩阵，其中 </a:t>
              </a:r>
            </a:p>
            <a:p>
              <a:pPr lvl="6" defTabSz="457200">
                <a:spcBef>
                  <a:spcPct val="20000"/>
                </a:spcBef>
                <a:buClr>
                  <a:schemeClr val="tx2"/>
                </a:buClr>
                <a:defRPr/>
              </a:pPr>
              <a:r>
                <a:rPr kumimoji="1" lang="en-US" altLang="zh-CN" sz="3200" dirty="0">
                  <a:latin typeface="Times New Roman" charset="0"/>
                  <a:ea typeface="楷体_GB2312" charset="0"/>
                  <a:cs typeface="楷体_GB2312" charset="0"/>
                </a:rPr>
                <a:t>	</a:t>
              </a:r>
              <a:r>
                <a:rPr kumimoji="1" lang="zh-CN" altLang="en-US" sz="3200" dirty="0">
                  <a:latin typeface="Times New Roman" charset="0"/>
                  <a:ea typeface="楷体_GB2312" charset="0"/>
                  <a:cs typeface="楷体_GB2312" charset="0"/>
                </a:rPr>
                <a:t>，当</a:t>
              </a:r>
              <a:r>
                <a:rPr kumimoji="1" lang="en-US" altLang="zh-CN" sz="3200" dirty="0">
                  <a:latin typeface="Times New Roman" charset="0"/>
                  <a:ea typeface="楷体_GB2312" charset="0"/>
                  <a:cs typeface="楷体_GB2312" charset="0"/>
                </a:rPr>
                <a:t>v</a:t>
              </a:r>
              <a:r>
                <a:rPr kumimoji="1" lang="en-US" altLang="zh-CN" sz="3200" baseline="-25000" dirty="0">
                  <a:latin typeface="Times New Roman" charset="0"/>
                  <a:ea typeface="楷体_GB2312" charset="0"/>
                  <a:cs typeface="楷体_GB2312" charset="0"/>
                </a:rPr>
                <a:t>i</a:t>
              </a:r>
              <a:r>
                <a:rPr kumimoji="1" lang="zh-CN" altLang="en-US" sz="3200" dirty="0">
                  <a:latin typeface="Times New Roman" charset="0"/>
                  <a:ea typeface="楷体_GB2312" charset="0"/>
                  <a:cs typeface="楷体_GB2312" charset="0"/>
                </a:rPr>
                <a:t>不是</a:t>
              </a:r>
              <a:r>
                <a:rPr kumimoji="1" lang="en-US" altLang="zh-CN" sz="3200" dirty="0" err="1">
                  <a:latin typeface="Times New Roman" charset="0"/>
                  <a:ea typeface="楷体_GB2312" charset="0"/>
                  <a:cs typeface="楷体_GB2312" charset="0"/>
                </a:rPr>
                <a:t>l</a:t>
              </a:r>
              <a:r>
                <a:rPr kumimoji="1" lang="en-US" altLang="zh-CN" sz="3200" baseline="-25000" dirty="0" err="1">
                  <a:latin typeface="Times New Roman" charset="0"/>
                  <a:ea typeface="楷体_GB2312" charset="0"/>
                  <a:cs typeface="楷体_GB2312" charset="0"/>
                </a:rPr>
                <a:t>j</a:t>
              </a:r>
              <a:r>
                <a:rPr kumimoji="1" lang="zh-CN" altLang="en-US" sz="3200" dirty="0">
                  <a:latin typeface="Times New Roman" charset="0"/>
                  <a:ea typeface="楷体_GB2312" charset="0"/>
                  <a:cs typeface="楷体_GB2312" charset="0"/>
                </a:rPr>
                <a:t>的端点</a:t>
              </a:r>
            </a:p>
            <a:p>
              <a:pPr lvl="6" defTabSz="457200">
                <a:spcBef>
                  <a:spcPct val="20000"/>
                </a:spcBef>
                <a:buClr>
                  <a:schemeClr val="tx2"/>
                </a:buClr>
                <a:defRPr/>
              </a:pPr>
              <a:r>
                <a:rPr kumimoji="1" lang="en-US" altLang="zh-CN" sz="3200" dirty="0">
                  <a:latin typeface="Times New Roman" charset="0"/>
                  <a:ea typeface="楷体_GB2312" charset="0"/>
                  <a:cs typeface="楷体_GB2312" charset="0"/>
                </a:rPr>
                <a:t>	</a:t>
              </a:r>
              <a:r>
                <a:rPr kumimoji="1" lang="zh-CN" altLang="en-US" sz="3200" dirty="0">
                  <a:latin typeface="Times New Roman" charset="0"/>
                  <a:ea typeface="楷体_GB2312" charset="0"/>
                  <a:cs typeface="楷体_GB2312" charset="0"/>
                </a:rPr>
                <a:t>，当</a:t>
              </a:r>
              <a:r>
                <a:rPr kumimoji="1" lang="en-US" altLang="zh-CN" sz="3200" dirty="0">
                  <a:latin typeface="Times New Roman" charset="0"/>
                  <a:ea typeface="楷体_GB2312" charset="0"/>
                  <a:cs typeface="楷体_GB2312" charset="0"/>
                </a:rPr>
                <a:t>v</a:t>
              </a:r>
              <a:r>
                <a:rPr kumimoji="1" lang="en-US" altLang="zh-CN" sz="3200" baseline="-25000" dirty="0">
                  <a:latin typeface="Times New Roman" charset="0"/>
                  <a:ea typeface="楷体_GB2312" charset="0"/>
                  <a:cs typeface="楷体_GB2312" charset="0"/>
                </a:rPr>
                <a:t>i</a:t>
              </a:r>
              <a:r>
                <a:rPr kumimoji="1" lang="zh-CN" altLang="en-US" sz="3200" dirty="0">
                  <a:latin typeface="Times New Roman" charset="0"/>
                  <a:ea typeface="楷体_GB2312" charset="0"/>
                  <a:cs typeface="楷体_GB2312" charset="0"/>
                </a:rPr>
                <a:t>是</a:t>
              </a:r>
              <a:r>
                <a:rPr kumimoji="1" lang="en-US" altLang="zh-CN" sz="3200" dirty="0" err="1">
                  <a:latin typeface="Times New Roman" charset="0"/>
                  <a:ea typeface="楷体_GB2312" charset="0"/>
                  <a:cs typeface="楷体_GB2312" charset="0"/>
                </a:rPr>
                <a:t>l</a:t>
              </a:r>
              <a:r>
                <a:rPr kumimoji="1" lang="en-US" altLang="zh-CN" sz="3200" baseline="-25000" dirty="0" err="1">
                  <a:latin typeface="Times New Roman" charset="0"/>
                  <a:ea typeface="楷体_GB2312" charset="0"/>
                  <a:cs typeface="楷体_GB2312" charset="0"/>
                </a:rPr>
                <a:t>j</a:t>
              </a:r>
              <a:r>
                <a:rPr kumimoji="1" lang="zh-CN" altLang="en-US" sz="3200" dirty="0">
                  <a:latin typeface="Times New Roman" charset="0"/>
                  <a:ea typeface="楷体_GB2312" charset="0"/>
                  <a:cs typeface="楷体_GB2312" charset="0"/>
                </a:rPr>
                <a:t>的端点</a:t>
              </a:r>
            </a:p>
            <a:p>
              <a:pPr marL="342900" indent="-342900">
                <a:spcBef>
                  <a:spcPct val="20000"/>
                </a:spcBef>
                <a:buClr>
                  <a:schemeClr val="tx2"/>
                </a:buClr>
                <a:buFont typeface="Wingdings" charset="0"/>
                <a:buChar char="Ø"/>
                <a:defRPr/>
              </a:pPr>
              <a:r>
                <a:rPr kumimoji="1" lang="zh-CN" altLang="en-US" sz="3200" dirty="0">
                  <a:latin typeface="Times New Roman" charset="0"/>
                  <a:ea typeface="楷体_GB2312" charset="0"/>
                  <a:cs typeface="楷体_GB2312" charset="0"/>
                </a:rPr>
                <a:t>显然，</a:t>
              </a:r>
              <a:r>
                <a:rPr kumimoji="1" lang="en-US" altLang="zh-CN" sz="3200" dirty="0">
                  <a:latin typeface="Times New Roman" charset="0"/>
                  <a:ea typeface="楷体_GB2312" charset="0"/>
                  <a:cs typeface="楷体_GB2312" charset="0"/>
                </a:rPr>
                <a:t>M(G)</a:t>
              </a:r>
              <a:r>
                <a:rPr kumimoji="1" lang="zh-CN" altLang="en-US" sz="3200" dirty="0">
                  <a:latin typeface="Times New Roman" charset="0"/>
                  <a:ea typeface="楷体_GB2312" charset="0"/>
                  <a:cs typeface="楷体_GB2312" charset="0"/>
                </a:rPr>
                <a:t>是</a:t>
              </a:r>
              <a:r>
                <a:rPr kumimoji="1" lang="en-US" altLang="zh-CN" sz="3200" dirty="0" err="1">
                  <a:latin typeface="Times New Roman" charset="0"/>
                  <a:ea typeface="楷体_GB2312" charset="0"/>
                  <a:cs typeface="楷体_GB2312" charset="0"/>
                </a:rPr>
                <a:t>m×n</a:t>
              </a:r>
              <a:r>
                <a:rPr kumimoji="1" lang="zh-CN" altLang="en-US" sz="3200" dirty="0">
                  <a:latin typeface="Times New Roman" charset="0"/>
                  <a:ea typeface="楷体_GB2312" charset="0"/>
                  <a:cs typeface="楷体_GB2312" charset="0"/>
                </a:rPr>
                <a:t>阶矩阵。 </a:t>
              </a:r>
            </a:p>
          </p:txBody>
        </p:sp>
        <p:graphicFrame>
          <p:nvGraphicFramePr>
            <p:cNvPr id="37893" name="Object 4">
              <a:extLst>
                <a:ext uri="{FF2B5EF4-FFF2-40B4-BE49-F238E27FC236}">
                  <a16:creationId xmlns:a16="http://schemas.microsoft.com/office/drawing/2014/main" id="{8B704FEE-62E2-8349-A39C-4D6F58C56D71}"/>
                </a:ext>
              </a:extLst>
            </p:cNvPr>
            <p:cNvGraphicFramePr>
              <a:graphicFrameLocks noChangeAspect="1"/>
            </p:cNvGraphicFramePr>
            <p:nvPr/>
          </p:nvGraphicFramePr>
          <p:xfrm>
            <a:off x="1258" y="2064"/>
            <a:ext cx="1185" cy="795"/>
          </p:xfrm>
          <a:graphic>
            <a:graphicData uri="http://schemas.openxmlformats.org/presentationml/2006/ole">
              <mc:AlternateContent xmlns:mc="http://schemas.openxmlformats.org/markup-compatibility/2006">
                <mc:Choice xmlns:v="urn:schemas-microsoft-com:vml" Requires="v">
                  <p:oleObj spid="_x0000_s37900" name="公式" r:id="rId3" imgW="635000" imgH="495300" progId="Equation.3">
                    <p:embed/>
                  </p:oleObj>
                </mc:Choice>
                <mc:Fallback>
                  <p:oleObj name="公式" r:id="rId3" imgW="635000" imgH="495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 y="2064"/>
                          <a:ext cx="1185" cy="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CF1CBB47-FDC7-794C-967A-0DCCBEAE8693}"/>
              </a:ext>
            </a:extLst>
          </p:cNvPr>
          <p:cNvSpPr>
            <a:spLocks noGrp="1" noChangeArrowheads="1"/>
          </p:cNvSpPr>
          <p:nvPr>
            <p:ph type="title"/>
          </p:nvPr>
        </p:nvSpPr>
        <p:spPr>
          <a:xfrm>
            <a:off x="228600" y="304800"/>
            <a:ext cx="7772400" cy="762000"/>
          </a:xfrm>
        </p:spPr>
        <p:txBody>
          <a:bodyPr/>
          <a:lstStyle/>
          <a:p>
            <a:pPr marL="320040" indent="-320040" algn="l" fontAlgn="auto">
              <a:spcAft>
                <a:spcPts val="0"/>
              </a:spcAft>
              <a:buClr>
                <a:schemeClr val="accent6">
                  <a:lumMod val="75000"/>
                </a:schemeClr>
              </a:buClr>
              <a:defRPr/>
            </a:pPr>
            <a:r>
              <a:rPr lang="zh-CN" altLang="en-US" dirty="0">
                <a:ea typeface="+mj-ea"/>
                <a:cs typeface="+mj-cs"/>
              </a:rPr>
              <a:t>例：</a:t>
            </a:r>
          </a:p>
        </p:txBody>
      </p:sp>
      <p:sp>
        <p:nvSpPr>
          <p:cNvPr id="38914" name="Slide Number Placeholder 6">
            <a:extLst>
              <a:ext uri="{FF2B5EF4-FFF2-40B4-BE49-F238E27FC236}">
                <a16:creationId xmlns:a16="http://schemas.microsoft.com/office/drawing/2014/main" id="{4E733934-0BD3-9D4D-8425-AA39B936BDF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0056CB65-FD53-4044-8FF6-3E3159925313}" type="slidenum">
              <a:rPr kumimoji="0" lang="zh-CN" altLang="en-US" sz="1200"/>
              <a:pPr/>
              <a:t>18</a:t>
            </a:fld>
            <a:endParaRPr kumimoji="0" lang="en-US" altLang="zh-CN" sz="1200"/>
          </a:p>
        </p:txBody>
      </p:sp>
      <p:graphicFrame>
        <p:nvGraphicFramePr>
          <p:cNvPr id="58387" name="Object 19">
            <a:extLst>
              <a:ext uri="{FF2B5EF4-FFF2-40B4-BE49-F238E27FC236}">
                <a16:creationId xmlns:a16="http://schemas.microsoft.com/office/drawing/2014/main" id="{F3A2BD54-9B0D-9740-8F0C-FD32B1B8744B}"/>
              </a:ext>
            </a:extLst>
          </p:cNvPr>
          <p:cNvGraphicFramePr>
            <a:graphicFrameLocks noChangeAspect="1"/>
          </p:cNvGraphicFramePr>
          <p:nvPr/>
        </p:nvGraphicFramePr>
        <p:xfrm>
          <a:off x="3862388" y="2319338"/>
          <a:ext cx="4910137" cy="2503487"/>
        </p:xfrm>
        <a:graphic>
          <a:graphicData uri="http://schemas.openxmlformats.org/presentationml/2006/ole">
            <mc:AlternateContent xmlns:mc="http://schemas.openxmlformats.org/markup-compatibility/2006">
              <mc:Choice xmlns:v="urn:schemas-microsoft-com:vml" Requires="v">
                <p:oleObj spid="_x0000_s38966" name="公式" r:id="rId4" imgW="1778000" imgH="889000" progId="Equation.3">
                  <p:embed/>
                </p:oleObj>
              </mc:Choice>
              <mc:Fallback>
                <p:oleObj name="公式" r:id="rId4" imgW="1778000" imgH="889000" progId="Equation.3">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2388" y="2319338"/>
                        <a:ext cx="4910137" cy="2503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58421" name="Group 53">
            <a:extLst>
              <a:ext uri="{FF2B5EF4-FFF2-40B4-BE49-F238E27FC236}">
                <a16:creationId xmlns:a16="http://schemas.microsoft.com/office/drawing/2014/main" id="{5EC6A2FF-ABC3-854C-A6E7-995391175286}"/>
              </a:ext>
            </a:extLst>
          </p:cNvPr>
          <p:cNvGrpSpPr>
            <a:grpSpLocks/>
          </p:cNvGrpSpPr>
          <p:nvPr/>
        </p:nvGrpSpPr>
        <p:grpSpPr bwMode="auto">
          <a:xfrm>
            <a:off x="152400" y="1611313"/>
            <a:ext cx="3478213" cy="4027487"/>
            <a:chOff x="96" y="1015"/>
            <a:chExt cx="2191" cy="2537"/>
          </a:xfrm>
        </p:grpSpPr>
        <p:sp>
          <p:nvSpPr>
            <p:cNvPr id="20508" name="Rectangle 18">
              <a:extLst>
                <a:ext uri="{FF2B5EF4-FFF2-40B4-BE49-F238E27FC236}">
                  <a16:creationId xmlns:a16="http://schemas.microsoft.com/office/drawing/2014/main" id="{1C3999A3-61D9-1D4A-9D90-29E35BE802F3}"/>
                </a:ext>
              </a:extLst>
            </p:cNvPr>
            <p:cNvSpPr>
              <a:spLocks noChangeArrowheads="1"/>
            </p:cNvSpPr>
            <p:nvPr/>
          </p:nvSpPr>
          <p:spPr bwMode="auto">
            <a:xfrm>
              <a:off x="336" y="1420"/>
              <a:ext cx="1632" cy="1776"/>
            </a:xfrm>
            <a:prstGeom prst="rect">
              <a:avLst/>
            </a:prstGeom>
            <a:noFill/>
            <a:ln w="381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20509" name="Line 12">
              <a:extLst>
                <a:ext uri="{FF2B5EF4-FFF2-40B4-BE49-F238E27FC236}">
                  <a16:creationId xmlns:a16="http://schemas.microsoft.com/office/drawing/2014/main" id="{FEDCC36D-D2F5-2945-A8D2-9EB552AA9E9E}"/>
                </a:ext>
              </a:extLst>
            </p:cNvPr>
            <p:cNvSpPr>
              <a:spLocks noChangeShapeType="1"/>
            </p:cNvSpPr>
            <p:nvPr/>
          </p:nvSpPr>
          <p:spPr bwMode="auto">
            <a:xfrm>
              <a:off x="336" y="1420"/>
              <a:ext cx="1632" cy="177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20510" name="Oval 7">
              <a:extLst>
                <a:ext uri="{FF2B5EF4-FFF2-40B4-BE49-F238E27FC236}">
                  <a16:creationId xmlns:a16="http://schemas.microsoft.com/office/drawing/2014/main" id="{D1177462-2736-D14C-AD11-EDF4E1574A66}"/>
                </a:ext>
              </a:extLst>
            </p:cNvPr>
            <p:cNvSpPr>
              <a:spLocks noChangeArrowheads="1"/>
            </p:cNvSpPr>
            <p:nvPr/>
          </p:nvSpPr>
          <p:spPr bwMode="auto">
            <a:xfrm>
              <a:off x="288" y="137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20511" name="Oval 8">
              <a:extLst>
                <a:ext uri="{FF2B5EF4-FFF2-40B4-BE49-F238E27FC236}">
                  <a16:creationId xmlns:a16="http://schemas.microsoft.com/office/drawing/2014/main" id="{A3E2D0D2-EB78-CC44-829E-B8FD5C322197}"/>
                </a:ext>
              </a:extLst>
            </p:cNvPr>
            <p:cNvSpPr>
              <a:spLocks noChangeArrowheads="1"/>
            </p:cNvSpPr>
            <p:nvPr/>
          </p:nvSpPr>
          <p:spPr bwMode="auto">
            <a:xfrm>
              <a:off x="288" y="314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20512" name="Oval 9">
              <a:extLst>
                <a:ext uri="{FF2B5EF4-FFF2-40B4-BE49-F238E27FC236}">
                  <a16:creationId xmlns:a16="http://schemas.microsoft.com/office/drawing/2014/main" id="{48CD5F89-9BE5-BE41-98BD-C01421974104}"/>
                </a:ext>
              </a:extLst>
            </p:cNvPr>
            <p:cNvSpPr>
              <a:spLocks noChangeArrowheads="1"/>
            </p:cNvSpPr>
            <p:nvPr/>
          </p:nvSpPr>
          <p:spPr bwMode="auto">
            <a:xfrm>
              <a:off x="1920" y="137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20513" name="Oval 10">
              <a:extLst>
                <a:ext uri="{FF2B5EF4-FFF2-40B4-BE49-F238E27FC236}">
                  <a16:creationId xmlns:a16="http://schemas.microsoft.com/office/drawing/2014/main" id="{261F8E02-51D7-1948-B9FC-D984AA7B0D32}"/>
                </a:ext>
              </a:extLst>
            </p:cNvPr>
            <p:cNvSpPr>
              <a:spLocks noChangeArrowheads="1"/>
            </p:cNvSpPr>
            <p:nvPr/>
          </p:nvSpPr>
          <p:spPr bwMode="auto">
            <a:xfrm>
              <a:off x="1920" y="314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58388" name="Text Box 20">
              <a:extLst>
                <a:ext uri="{FF2B5EF4-FFF2-40B4-BE49-F238E27FC236}">
                  <a16:creationId xmlns:a16="http://schemas.microsoft.com/office/drawing/2014/main" id="{E27A5A54-2BF1-CF4F-9F35-F643415E5B1F}"/>
                </a:ext>
              </a:extLst>
            </p:cNvPr>
            <p:cNvSpPr txBox="1">
              <a:spLocks noChangeArrowheads="1"/>
            </p:cNvSpPr>
            <p:nvPr/>
          </p:nvSpPr>
          <p:spPr bwMode="auto">
            <a:xfrm>
              <a:off x="220" y="1016"/>
              <a:ext cx="36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v</a:t>
              </a:r>
              <a:r>
                <a:rPr lang="en-US" altLang="zh-CN" sz="3600" b="1" baseline="-25000">
                  <a:solidFill>
                    <a:srgbClr val="4E67C8"/>
                  </a:solidFill>
                  <a:effectLst>
                    <a:outerShdw blurRad="38100" dist="38100" dir="2700000" algn="tl">
                      <a:srgbClr val="C0C0C0"/>
                    </a:outerShdw>
                  </a:effectLst>
                  <a:latin typeface="Times New Roman" panose="02020603050405020304" pitchFamily="18" charset="0"/>
                </a:rPr>
                <a:t>1</a:t>
              </a:r>
            </a:p>
          </p:txBody>
        </p:sp>
        <p:sp>
          <p:nvSpPr>
            <p:cNvPr id="58389" name="Text Box 21">
              <a:extLst>
                <a:ext uri="{FF2B5EF4-FFF2-40B4-BE49-F238E27FC236}">
                  <a16:creationId xmlns:a16="http://schemas.microsoft.com/office/drawing/2014/main" id="{36AE2F81-F0F0-1142-98DD-443DDE793CE9}"/>
                </a:ext>
              </a:extLst>
            </p:cNvPr>
            <p:cNvSpPr txBox="1">
              <a:spLocks noChangeArrowheads="1"/>
            </p:cNvSpPr>
            <p:nvPr/>
          </p:nvSpPr>
          <p:spPr bwMode="auto">
            <a:xfrm>
              <a:off x="1840" y="1015"/>
              <a:ext cx="36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v</a:t>
              </a:r>
              <a:r>
                <a:rPr lang="en-US" altLang="zh-CN" sz="3600" b="1" baseline="-25000">
                  <a:solidFill>
                    <a:srgbClr val="4E67C8"/>
                  </a:solidFill>
                  <a:effectLst>
                    <a:outerShdw blurRad="38100" dist="38100" dir="2700000" algn="tl">
                      <a:srgbClr val="C0C0C0"/>
                    </a:outerShdw>
                  </a:effectLst>
                  <a:latin typeface="Times New Roman" panose="02020603050405020304" pitchFamily="18" charset="0"/>
                </a:rPr>
                <a:t>2</a:t>
              </a:r>
            </a:p>
          </p:txBody>
        </p:sp>
        <p:sp>
          <p:nvSpPr>
            <p:cNvPr id="58390" name="Text Box 22">
              <a:extLst>
                <a:ext uri="{FF2B5EF4-FFF2-40B4-BE49-F238E27FC236}">
                  <a16:creationId xmlns:a16="http://schemas.microsoft.com/office/drawing/2014/main" id="{2059F1B5-77DA-5144-AA5F-028E09B32A3A}"/>
                </a:ext>
              </a:extLst>
            </p:cNvPr>
            <p:cNvSpPr txBox="1">
              <a:spLocks noChangeArrowheads="1"/>
            </p:cNvSpPr>
            <p:nvPr/>
          </p:nvSpPr>
          <p:spPr bwMode="auto">
            <a:xfrm>
              <a:off x="1920" y="3100"/>
              <a:ext cx="36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v</a:t>
              </a:r>
              <a:r>
                <a:rPr lang="en-US" altLang="zh-CN" sz="3600" b="1" baseline="-25000">
                  <a:solidFill>
                    <a:srgbClr val="4E67C8"/>
                  </a:solidFill>
                  <a:effectLst>
                    <a:outerShdw blurRad="38100" dist="38100" dir="2700000" algn="tl">
                      <a:srgbClr val="C0C0C0"/>
                    </a:outerShdw>
                  </a:effectLst>
                  <a:latin typeface="Times New Roman" panose="02020603050405020304" pitchFamily="18" charset="0"/>
                </a:rPr>
                <a:t>3</a:t>
              </a:r>
            </a:p>
          </p:txBody>
        </p:sp>
        <p:sp>
          <p:nvSpPr>
            <p:cNvPr id="58391" name="Text Box 23">
              <a:extLst>
                <a:ext uri="{FF2B5EF4-FFF2-40B4-BE49-F238E27FC236}">
                  <a16:creationId xmlns:a16="http://schemas.microsoft.com/office/drawing/2014/main" id="{5FB93072-1770-F54E-8552-DB47BC4AADE8}"/>
                </a:ext>
              </a:extLst>
            </p:cNvPr>
            <p:cNvSpPr txBox="1">
              <a:spLocks noChangeArrowheads="1"/>
            </p:cNvSpPr>
            <p:nvPr/>
          </p:nvSpPr>
          <p:spPr bwMode="auto">
            <a:xfrm>
              <a:off x="96" y="3100"/>
              <a:ext cx="36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v</a:t>
              </a:r>
              <a:r>
                <a:rPr lang="en-US" altLang="zh-CN" sz="3600" b="1" baseline="-25000">
                  <a:solidFill>
                    <a:srgbClr val="4E67C8"/>
                  </a:solidFill>
                  <a:effectLst>
                    <a:outerShdw blurRad="38100" dist="38100" dir="2700000" algn="tl">
                      <a:srgbClr val="C0C0C0"/>
                    </a:outerShdw>
                  </a:effectLst>
                  <a:latin typeface="Times New Roman" panose="02020603050405020304" pitchFamily="18" charset="0"/>
                </a:rPr>
                <a:t>4</a:t>
              </a:r>
            </a:p>
          </p:txBody>
        </p:sp>
        <p:sp>
          <p:nvSpPr>
            <p:cNvPr id="58392" name="Text Box 24">
              <a:extLst>
                <a:ext uri="{FF2B5EF4-FFF2-40B4-BE49-F238E27FC236}">
                  <a16:creationId xmlns:a16="http://schemas.microsoft.com/office/drawing/2014/main" id="{032FC046-8EE4-7940-888A-8590FEA08C5B}"/>
                </a:ext>
              </a:extLst>
            </p:cNvPr>
            <p:cNvSpPr txBox="1">
              <a:spLocks noChangeArrowheads="1"/>
            </p:cNvSpPr>
            <p:nvPr/>
          </p:nvSpPr>
          <p:spPr bwMode="auto">
            <a:xfrm>
              <a:off x="1052" y="1016"/>
              <a:ext cx="29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l</a:t>
              </a:r>
              <a:r>
                <a:rPr lang="en-US" altLang="zh-CN" sz="3600" b="1" baseline="-25000">
                  <a:solidFill>
                    <a:srgbClr val="4E67C8"/>
                  </a:solidFill>
                  <a:effectLst>
                    <a:outerShdw blurRad="38100" dist="38100" dir="2700000" algn="tl">
                      <a:srgbClr val="C0C0C0"/>
                    </a:outerShdw>
                  </a:effectLst>
                  <a:latin typeface="Times New Roman" panose="02020603050405020304" pitchFamily="18" charset="0"/>
                </a:rPr>
                <a:t>1</a:t>
              </a:r>
            </a:p>
          </p:txBody>
        </p:sp>
        <p:sp>
          <p:nvSpPr>
            <p:cNvPr id="58393" name="Text Box 25">
              <a:extLst>
                <a:ext uri="{FF2B5EF4-FFF2-40B4-BE49-F238E27FC236}">
                  <a16:creationId xmlns:a16="http://schemas.microsoft.com/office/drawing/2014/main" id="{B3523F41-9ECF-6843-8F7A-5EDA56F55CB1}"/>
                </a:ext>
              </a:extLst>
            </p:cNvPr>
            <p:cNvSpPr txBox="1">
              <a:spLocks noChangeArrowheads="1"/>
            </p:cNvSpPr>
            <p:nvPr/>
          </p:nvSpPr>
          <p:spPr bwMode="auto">
            <a:xfrm>
              <a:off x="1968" y="1996"/>
              <a:ext cx="29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l</a:t>
              </a:r>
              <a:r>
                <a:rPr lang="en-US" altLang="zh-CN" sz="3600" b="1" baseline="-25000">
                  <a:solidFill>
                    <a:srgbClr val="4E67C8"/>
                  </a:solidFill>
                  <a:effectLst>
                    <a:outerShdw blurRad="38100" dist="38100" dir="2700000" algn="tl">
                      <a:srgbClr val="C0C0C0"/>
                    </a:outerShdw>
                  </a:effectLst>
                  <a:latin typeface="Times New Roman" panose="02020603050405020304" pitchFamily="18" charset="0"/>
                </a:rPr>
                <a:t>2</a:t>
              </a:r>
            </a:p>
          </p:txBody>
        </p:sp>
        <p:sp>
          <p:nvSpPr>
            <p:cNvPr id="58394" name="Text Box 26">
              <a:extLst>
                <a:ext uri="{FF2B5EF4-FFF2-40B4-BE49-F238E27FC236}">
                  <a16:creationId xmlns:a16="http://schemas.microsoft.com/office/drawing/2014/main" id="{38AB9B23-C156-1D41-80E4-D4774F6D16FF}"/>
                </a:ext>
              </a:extLst>
            </p:cNvPr>
            <p:cNvSpPr txBox="1">
              <a:spLocks noChangeArrowheads="1"/>
            </p:cNvSpPr>
            <p:nvPr/>
          </p:nvSpPr>
          <p:spPr bwMode="auto">
            <a:xfrm>
              <a:off x="1056" y="3148"/>
              <a:ext cx="29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l</a:t>
              </a:r>
              <a:r>
                <a:rPr lang="en-US" altLang="zh-CN" sz="3600" b="1" baseline="-25000">
                  <a:solidFill>
                    <a:srgbClr val="4E67C8"/>
                  </a:solidFill>
                  <a:effectLst>
                    <a:outerShdw blurRad="38100" dist="38100" dir="2700000" algn="tl">
                      <a:srgbClr val="C0C0C0"/>
                    </a:outerShdw>
                  </a:effectLst>
                  <a:latin typeface="Times New Roman" panose="02020603050405020304" pitchFamily="18" charset="0"/>
                </a:rPr>
                <a:t>3</a:t>
              </a:r>
            </a:p>
          </p:txBody>
        </p:sp>
        <p:sp>
          <p:nvSpPr>
            <p:cNvPr id="58395" name="Text Box 27">
              <a:extLst>
                <a:ext uri="{FF2B5EF4-FFF2-40B4-BE49-F238E27FC236}">
                  <a16:creationId xmlns:a16="http://schemas.microsoft.com/office/drawing/2014/main" id="{E78F1D8A-B632-4A44-B303-FA6BD8D21B05}"/>
                </a:ext>
              </a:extLst>
            </p:cNvPr>
            <p:cNvSpPr txBox="1">
              <a:spLocks noChangeArrowheads="1"/>
            </p:cNvSpPr>
            <p:nvPr/>
          </p:nvSpPr>
          <p:spPr bwMode="auto">
            <a:xfrm>
              <a:off x="96" y="2044"/>
              <a:ext cx="29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l</a:t>
              </a:r>
              <a:r>
                <a:rPr lang="en-US" altLang="zh-CN" sz="3600" b="1" baseline="-25000">
                  <a:solidFill>
                    <a:srgbClr val="4E67C8"/>
                  </a:solidFill>
                  <a:effectLst>
                    <a:outerShdw blurRad="38100" dist="38100" dir="2700000" algn="tl">
                      <a:srgbClr val="C0C0C0"/>
                    </a:outerShdw>
                  </a:effectLst>
                  <a:latin typeface="Times New Roman" panose="02020603050405020304" pitchFamily="18" charset="0"/>
                </a:rPr>
                <a:t>4</a:t>
              </a:r>
            </a:p>
          </p:txBody>
        </p:sp>
        <p:sp>
          <p:nvSpPr>
            <p:cNvPr id="58396" name="Text Box 28">
              <a:extLst>
                <a:ext uri="{FF2B5EF4-FFF2-40B4-BE49-F238E27FC236}">
                  <a16:creationId xmlns:a16="http://schemas.microsoft.com/office/drawing/2014/main" id="{C9482526-1E4E-794D-BF0C-F2A9664D5934}"/>
                </a:ext>
              </a:extLst>
            </p:cNvPr>
            <p:cNvSpPr txBox="1">
              <a:spLocks noChangeArrowheads="1"/>
            </p:cNvSpPr>
            <p:nvPr/>
          </p:nvSpPr>
          <p:spPr bwMode="auto">
            <a:xfrm>
              <a:off x="1152" y="1948"/>
              <a:ext cx="29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l</a:t>
              </a:r>
              <a:r>
                <a:rPr lang="en-US" altLang="zh-CN" sz="3600" b="1" baseline="-25000">
                  <a:solidFill>
                    <a:srgbClr val="4E67C8"/>
                  </a:solidFill>
                  <a:effectLst>
                    <a:outerShdw blurRad="38100" dist="38100" dir="2700000" algn="tl">
                      <a:srgbClr val="C0C0C0"/>
                    </a:outerShdw>
                  </a:effectLst>
                  <a:latin typeface="Times New Roman" panose="02020603050405020304" pitchFamily="18" charset="0"/>
                </a:rPr>
                <a:t>5</a:t>
              </a:r>
            </a:p>
          </p:txBody>
        </p:sp>
      </p:grpSp>
      <p:grpSp>
        <p:nvGrpSpPr>
          <p:cNvPr id="58424" name="Group 56">
            <a:extLst>
              <a:ext uri="{FF2B5EF4-FFF2-40B4-BE49-F238E27FC236}">
                <a16:creationId xmlns:a16="http://schemas.microsoft.com/office/drawing/2014/main" id="{21975103-1B55-954C-91BD-AF2089FBACF5}"/>
              </a:ext>
            </a:extLst>
          </p:cNvPr>
          <p:cNvGrpSpPr>
            <a:grpSpLocks/>
          </p:cNvGrpSpPr>
          <p:nvPr/>
        </p:nvGrpSpPr>
        <p:grpSpPr bwMode="auto">
          <a:xfrm>
            <a:off x="711200" y="2498725"/>
            <a:ext cx="2876550" cy="2382838"/>
            <a:chOff x="3312" y="0"/>
            <a:chExt cx="1812" cy="1501"/>
          </a:xfrm>
        </p:grpSpPr>
        <p:sp>
          <p:nvSpPr>
            <p:cNvPr id="20488" name="Oval 31">
              <a:extLst>
                <a:ext uri="{FF2B5EF4-FFF2-40B4-BE49-F238E27FC236}">
                  <a16:creationId xmlns:a16="http://schemas.microsoft.com/office/drawing/2014/main" id="{960053D8-177E-7A4F-A247-B8F82C72BFDE}"/>
                </a:ext>
              </a:extLst>
            </p:cNvPr>
            <p:cNvSpPr>
              <a:spLocks noChangeArrowheads="1"/>
            </p:cNvSpPr>
            <p:nvPr/>
          </p:nvSpPr>
          <p:spPr bwMode="auto">
            <a:xfrm>
              <a:off x="3400" y="317"/>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20489" name="Oval 32">
              <a:extLst>
                <a:ext uri="{FF2B5EF4-FFF2-40B4-BE49-F238E27FC236}">
                  <a16:creationId xmlns:a16="http://schemas.microsoft.com/office/drawing/2014/main" id="{A3F30207-431A-5E47-93CD-700378F9B79B}"/>
                </a:ext>
              </a:extLst>
            </p:cNvPr>
            <p:cNvSpPr>
              <a:spLocks noChangeArrowheads="1"/>
            </p:cNvSpPr>
            <p:nvPr/>
          </p:nvSpPr>
          <p:spPr bwMode="auto">
            <a:xfrm>
              <a:off x="3784" y="1181"/>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20490" name="Oval 33">
              <a:extLst>
                <a:ext uri="{FF2B5EF4-FFF2-40B4-BE49-F238E27FC236}">
                  <a16:creationId xmlns:a16="http://schemas.microsoft.com/office/drawing/2014/main" id="{850A8F04-3EF0-A04F-B166-A91B270052F4}"/>
                </a:ext>
              </a:extLst>
            </p:cNvPr>
            <p:cNvSpPr>
              <a:spLocks noChangeArrowheads="1"/>
            </p:cNvSpPr>
            <p:nvPr/>
          </p:nvSpPr>
          <p:spPr bwMode="auto">
            <a:xfrm>
              <a:off x="4120" y="317"/>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20491" name="Oval 34">
              <a:extLst>
                <a:ext uri="{FF2B5EF4-FFF2-40B4-BE49-F238E27FC236}">
                  <a16:creationId xmlns:a16="http://schemas.microsoft.com/office/drawing/2014/main" id="{8ACAD928-F5E2-3446-A54F-F176A31CAE0C}"/>
                </a:ext>
              </a:extLst>
            </p:cNvPr>
            <p:cNvSpPr>
              <a:spLocks noChangeArrowheads="1"/>
            </p:cNvSpPr>
            <p:nvPr/>
          </p:nvSpPr>
          <p:spPr bwMode="auto">
            <a:xfrm>
              <a:off x="4840" y="317"/>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20492" name="Oval 35">
              <a:extLst>
                <a:ext uri="{FF2B5EF4-FFF2-40B4-BE49-F238E27FC236}">
                  <a16:creationId xmlns:a16="http://schemas.microsoft.com/office/drawing/2014/main" id="{0F4F068F-EFBC-1D4E-9364-863D234B90FD}"/>
                </a:ext>
              </a:extLst>
            </p:cNvPr>
            <p:cNvSpPr>
              <a:spLocks noChangeArrowheads="1"/>
            </p:cNvSpPr>
            <p:nvPr/>
          </p:nvSpPr>
          <p:spPr bwMode="auto">
            <a:xfrm>
              <a:off x="4504" y="1181"/>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20493" name="Line 37">
              <a:extLst>
                <a:ext uri="{FF2B5EF4-FFF2-40B4-BE49-F238E27FC236}">
                  <a16:creationId xmlns:a16="http://schemas.microsoft.com/office/drawing/2014/main" id="{A4725242-3EB7-FB4D-B19A-66C0791BF44A}"/>
                </a:ext>
              </a:extLst>
            </p:cNvPr>
            <p:cNvSpPr>
              <a:spLocks noChangeShapeType="1"/>
            </p:cNvSpPr>
            <p:nvPr/>
          </p:nvSpPr>
          <p:spPr bwMode="auto">
            <a:xfrm>
              <a:off x="4168" y="365"/>
              <a:ext cx="384" cy="86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20494" name="Line 38">
              <a:extLst>
                <a:ext uri="{FF2B5EF4-FFF2-40B4-BE49-F238E27FC236}">
                  <a16:creationId xmlns:a16="http://schemas.microsoft.com/office/drawing/2014/main" id="{240306B5-5881-4E48-A743-B094737AB050}"/>
                </a:ext>
              </a:extLst>
            </p:cNvPr>
            <p:cNvSpPr>
              <a:spLocks noChangeShapeType="1"/>
            </p:cNvSpPr>
            <p:nvPr/>
          </p:nvSpPr>
          <p:spPr bwMode="auto">
            <a:xfrm flipH="1">
              <a:off x="4552" y="365"/>
              <a:ext cx="336" cy="86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20495" name="Line 39">
              <a:extLst>
                <a:ext uri="{FF2B5EF4-FFF2-40B4-BE49-F238E27FC236}">
                  <a16:creationId xmlns:a16="http://schemas.microsoft.com/office/drawing/2014/main" id="{51DC0053-877B-5C4F-B949-56E77D0EA079}"/>
                </a:ext>
              </a:extLst>
            </p:cNvPr>
            <p:cNvSpPr>
              <a:spLocks noChangeShapeType="1"/>
            </p:cNvSpPr>
            <p:nvPr/>
          </p:nvSpPr>
          <p:spPr bwMode="auto">
            <a:xfrm flipH="1">
              <a:off x="3832" y="365"/>
              <a:ext cx="336" cy="86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20496" name="Line 40">
              <a:extLst>
                <a:ext uri="{FF2B5EF4-FFF2-40B4-BE49-F238E27FC236}">
                  <a16:creationId xmlns:a16="http://schemas.microsoft.com/office/drawing/2014/main" id="{7733DE8D-7BB4-9349-B1E9-A571E1E4D772}"/>
                </a:ext>
              </a:extLst>
            </p:cNvPr>
            <p:cNvSpPr>
              <a:spLocks noChangeShapeType="1"/>
            </p:cNvSpPr>
            <p:nvPr/>
          </p:nvSpPr>
          <p:spPr bwMode="auto">
            <a:xfrm>
              <a:off x="3448" y="365"/>
              <a:ext cx="384" cy="86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20497" name="Line 41">
              <a:extLst>
                <a:ext uri="{FF2B5EF4-FFF2-40B4-BE49-F238E27FC236}">
                  <a16:creationId xmlns:a16="http://schemas.microsoft.com/office/drawing/2014/main" id="{F84D6F04-7A1F-E64F-A98C-EB848414C873}"/>
                </a:ext>
              </a:extLst>
            </p:cNvPr>
            <p:cNvSpPr>
              <a:spLocks noChangeShapeType="1"/>
            </p:cNvSpPr>
            <p:nvPr/>
          </p:nvSpPr>
          <p:spPr bwMode="auto">
            <a:xfrm>
              <a:off x="3448" y="365"/>
              <a:ext cx="1104" cy="86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58410" name="Text Box 42">
              <a:extLst>
                <a:ext uri="{FF2B5EF4-FFF2-40B4-BE49-F238E27FC236}">
                  <a16:creationId xmlns:a16="http://schemas.microsoft.com/office/drawing/2014/main" id="{C9AF4791-6155-BD4E-A117-172893F2DC04}"/>
                </a:ext>
              </a:extLst>
            </p:cNvPr>
            <p:cNvSpPr txBox="1">
              <a:spLocks noChangeArrowheads="1"/>
            </p:cNvSpPr>
            <p:nvPr/>
          </p:nvSpPr>
          <p:spPr bwMode="auto">
            <a:xfrm>
              <a:off x="3312" y="0"/>
              <a:ext cx="33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v</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p>
          </p:txBody>
        </p:sp>
        <p:sp>
          <p:nvSpPr>
            <p:cNvPr id="58411" name="Text Box 43">
              <a:extLst>
                <a:ext uri="{FF2B5EF4-FFF2-40B4-BE49-F238E27FC236}">
                  <a16:creationId xmlns:a16="http://schemas.microsoft.com/office/drawing/2014/main" id="{2FC148D4-8089-9E42-8F11-841B1E343571}"/>
                </a:ext>
              </a:extLst>
            </p:cNvPr>
            <p:cNvSpPr txBox="1">
              <a:spLocks noChangeArrowheads="1"/>
            </p:cNvSpPr>
            <p:nvPr/>
          </p:nvSpPr>
          <p:spPr bwMode="auto">
            <a:xfrm>
              <a:off x="4032" y="0"/>
              <a:ext cx="33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v</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2</a:t>
              </a:r>
            </a:p>
          </p:txBody>
        </p:sp>
        <p:sp>
          <p:nvSpPr>
            <p:cNvPr id="58412" name="Text Box 44">
              <a:extLst>
                <a:ext uri="{FF2B5EF4-FFF2-40B4-BE49-F238E27FC236}">
                  <a16:creationId xmlns:a16="http://schemas.microsoft.com/office/drawing/2014/main" id="{39FEA8EC-E60F-E043-95EC-0CBCF0925495}"/>
                </a:ext>
              </a:extLst>
            </p:cNvPr>
            <p:cNvSpPr txBox="1">
              <a:spLocks noChangeArrowheads="1"/>
            </p:cNvSpPr>
            <p:nvPr/>
          </p:nvSpPr>
          <p:spPr bwMode="auto">
            <a:xfrm>
              <a:off x="4792" y="0"/>
              <a:ext cx="33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v</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3</a:t>
              </a:r>
            </a:p>
          </p:txBody>
        </p:sp>
        <p:sp>
          <p:nvSpPr>
            <p:cNvPr id="58413" name="Text Box 45">
              <a:extLst>
                <a:ext uri="{FF2B5EF4-FFF2-40B4-BE49-F238E27FC236}">
                  <a16:creationId xmlns:a16="http://schemas.microsoft.com/office/drawing/2014/main" id="{92DDFBDA-6457-8649-88E8-44A3F149D808}"/>
                </a:ext>
              </a:extLst>
            </p:cNvPr>
            <p:cNvSpPr txBox="1">
              <a:spLocks noChangeArrowheads="1"/>
            </p:cNvSpPr>
            <p:nvPr/>
          </p:nvSpPr>
          <p:spPr bwMode="auto">
            <a:xfrm>
              <a:off x="3600" y="1133"/>
              <a:ext cx="33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v</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4</a:t>
              </a:r>
            </a:p>
          </p:txBody>
        </p:sp>
        <p:sp>
          <p:nvSpPr>
            <p:cNvPr id="58414" name="Text Box 46">
              <a:extLst>
                <a:ext uri="{FF2B5EF4-FFF2-40B4-BE49-F238E27FC236}">
                  <a16:creationId xmlns:a16="http://schemas.microsoft.com/office/drawing/2014/main" id="{6AE1A462-F58F-7746-94A6-D28FC9DAC9E0}"/>
                </a:ext>
              </a:extLst>
            </p:cNvPr>
            <p:cNvSpPr txBox="1">
              <a:spLocks noChangeArrowheads="1"/>
            </p:cNvSpPr>
            <p:nvPr/>
          </p:nvSpPr>
          <p:spPr bwMode="auto">
            <a:xfrm>
              <a:off x="4552" y="1133"/>
              <a:ext cx="33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v</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5</a:t>
              </a:r>
            </a:p>
          </p:txBody>
        </p:sp>
        <p:sp>
          <p:nvSpPr>
            <p:cNvPr id="58415" name="Text Box 47">
              <a:extLst>
                <a:ext uri="{FF2B5EF4-FFF2-40B4-BE49-F238E27FC236}">
                  <a16:creationId xmlns:a16="http://schemas.microsoft.com/office/drawing/2014/main" id="{9A22657B-8354-D34C-A65B-C97F97558482}"/>
                </a:ext>
              </a:extLst>
            </p:cNvPr>
            <p:cNvSpPr txBox="1">
              <a:spLocks noChangeArrowheads="1"/>
            </p:cNvSpPr>
            <p:nvPr/>
          </p:nvSpPr>
          <p:spPr bwMode="auto">
            <a:xfrm>
              <a:off x="3400" y="637"/>
              <a:ext cx="274"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l</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1</a:t>
              </a:r>
            </a:p>
          </p:txBody>
        </p:sp>
        <p:sp>
          <p:nvSpPr>
            <p:cNvPr id="58416" name="Text Box 48">
              <a:extLst>
                <a:ext uri="{FF2B5EF4-FFF2-40B4-BE49-F238E27FC236}">
                  <a16:creationId xmlns:a16="http://schemas.microsoft.com/office/drawing/2014/main" id="{101B9018-44FE-5745-B26D-9135A064403C}"/>
                </a:ext>
              </a:extLst>
            </p:cNvPr>
            <p:cNvSpPr txBox="1">
              <a:spLocks noChangeArrowheads="1"/>
            </p:cNvSpPr>
            <p:nvPr/>
          </p:nvSpPr>
          <p:spPr bwMode="auto">
            <a:xfrm>
              <a:off x="4089" y="912"/>
              <a:ext cx="274"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l</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2</a:t>
              </a:r>
            </a:p>
          </p:txBody>
        </p:sp>
        <p:sp>
          <p:nvSpPr>
            <p:cNvPr id="58417" name="Text Box 49">
              <a:extLst>
                <a:ext uri="{FF2B5EF4-FFF2-40B4-BE49-F238E27FC236}">
                  <a16:creationId xmlns:a16="http://schemas.microsoft.com/office/drawing/2014/main" id="{DC7E7E06-C868-AE41-A197-04B9117206BE}"/>
                </a:ext>
              </a:extLst>
            </p:cNvPr>
            <p:cNvSpPr txBox="1">
              <a:spLocks noChangeArrowheads="1"/>
            </p:cNvSpPr>
            <p:nvPr/>
          </p:nvSpPr>
          <p:spPr bwMode="auto">
            <a:xfrm>
              <a:off x="3849" y="269"/>
              <a:ext cx="274"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l</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3</a:t>
              </a:r>
            </a:p>
          </p:txBody>
        </p:sp>
        <p:sp>
          <p:nvSpPr>
            <p:cNvPr id="58418" name="Text Box 50">
              <a:extLst>
                <a:ext uri="{FF2B5EF4-FFF2-40B4-BE49-F238E27FC236}">
                  <a16:creationId xmlns:a16="http://schemas.microsoft.com/office/drawing/2014/main" id="{D2116FC5-15CD-D84E-9205-8C665904D02C}"/>
                </a:ext>
              </a:extLst>
            </p:cNvPr>
            <p:cNvSpPr txBox="1">
              <a:spLocks noChangeArrowheads="1"/>
            </p:cNvSpPr>
            <p:nvPr/>
          </p:nvSpPr>
          <p:spPr bwMode="auto">
            <a:xfrm>
              <a:off x="4312" y="509"/>
              <a:ext cx="274"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l</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4</a:t>
              </a:r>
            </a:p>
          </p:txBody>
        </p:sp>
        <p:sp>
          <p:nvSpPr>
            <p:cNvPr id="58419" name="Text Box 51">
              <a:extLst>
                <a:ext uri="{FF2B5EF4-FFF2-40B4-BE49-F238E27FC236}">
                  <a16:creationId xmlns:a16="http://schemas.microsoft.com/office/drawing/2014/main" id="{44B7FDB5-A304-9249-91FC-4E282B9E4359}"/>
                </a:ext>
              </a:extLst>
            </p:cNvPr>
            <p:cNvSpPr txBox="1">
              <a:spLocks noChangeArrowheads="1"/>
            </p:cNvSpPr>
            <p:nvPr/>
          </p:nvSpPr>
          <p:spPr bwMode="auto">
            <a:xfrm>
              <a:off x="4696" y="685"/>
              <a:ext cx="274"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l</a:t>
              </a:r>
              <a:r>
                <a:rPr lang="en-US" altLang="zh-CN" sz="3200" b="1" baseline="-25000">
                  <a:solidFill>
                    <a:srgbClr val="4E67C8"/>
                  </a:solidFill>
                  <a:effectLst>
                    <a:outerShdw blurRad="38100" dist="38100" dir="2700000" algn="tl">
                      <a:srgbClr val="C0C0C0"/>
                    </a:outerShdw>
                  </a:effectLst>
                  <a:latin typeface="Times New Roman" panose="02020603050405020304" pitchFamily="18" charset="0"/>
                </a:rPr>
                <a:t>5</a:t>
              </a:r>
            </a:p>
          </p:txBody>
        </p:sp>
      </p:grpSp>
      <p:graphicFrame>
        <p:nvGraphicFramePr>
          <p:cNvPr id="58423" name="Object 55">
            <a:extLst>
              <a:ext uri="{FF2B5EF4-FFF2-40B4-BE49-F238E27FC236}">
                <a16:creationId xmlns:a16="http://schemas.microsoft.com/office/drawing/2014/main" id="{ADEC1A4F-93FD-1247-AB7B-E499F5AE2CD2}"/>
              </a:ext>
            </a:extLst>
          </p:cNvPr>
          <p:cNvGraphicFramePr>
            <a:graphicFrameLocks noChangeAspect="1"/>
          </p:cNvGraphicFramePr>
          <p:nvPr/>
        </p:nvGraphicFramePr>
        <p:xfrm>
          <a:off x="4038600" y="2185988"/>
          <a:ext cx="4094163" cy="2767012"/>
        </p:xfrm>
        <a:graphic>
          <a:graphicData uri="http://schemas.openxmlformats.org/presentationml/2006/ole">
            <mc:AlternateContent xmlns:mc="http://schemas.openxmlformats.org/markup-compatibility/2006">
              <mc:Choice xmlns:v="urn:schemas-microsoft-com:vml" Requires="v">
                <p:oleObj spid="_x0000_s38967" name="公式" r:id="rId6" imgW="1473200" imgH="990600" progId="Equation.3">
                  <p:embed/>
                </p:oleObj>
              </mc:Choice>
              <mc:Fallback>
                <p:oleObj name="公式" r:id="rId6" imgW="1473200" imgH="990600" progId="Equation.3">
                  <p:embed/>
                  <p:pic>
                    <p:nvPicPr>
                      <p:cNvPr id="0" name="Object 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8600" y="2185988"/>
                        <a:ext cx="4094163" cy="2767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8387"/>
                                        </p:tgtEl>
                                        <p:attrNameLst>
                                          <p:attrName>style.visibility</p:attrName>
                                        </p:attrNameLst>
                                      </p:cBhvr>
                                      <p:to>
                                        <p:strVal val="visible"/>
                                      </p:to>
                                    </p:set>
                                    <p:animEffect transition="in" filter="dissolve">
                                      <p:cBhvr>
                                        <p:cTn id="7" dur="500"/>
                                        <p:tgtEl>
                                          <p:spTgt spid="583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1" presetClass="entr" presetSubtype="0" fill="hold" nodeType="clickEffect">
                                  <p:stCondLst>
                                    <p:cond delay="0"/>
                                  </p:stCondLst>
                                  <p:iterate type="lt">
                                    <p:tmPct val="5000"/>
                                  </p:iterate>
                                  <p:childTnLst>
                                    <p:set>
                                      <p:cBhvr>
                                        <p:cTn id="11" dur="1" fill="hold">
                                          <p:stCondLst>
                                            <p:cond delay="0"/>
                                          </p:stCondLst>
                                        </p:cTn>
                                        <p:tgtEl>
                                          <p:spTgt spid="58424"/>
                                        </p:tgtEl>
                                        <p:attrNameLst>
                                          <p:attrName>style.visibility</p:attrName>
                                        </p:attrNameLst>
                                      </p:cBhvr>
                                      <p:to>
                                        <p:strVal val="visible"/>
                                      </p:to>
                                    </p:set>
                                    <p:anim calcmode="lin" valueType="num">
                                      <p:cBhvr>
                                        <p:cTn id="12" dur="1000" fill="hold"/>
                                        <p:tgtEl>
                                          <p:spTgt spid="58424"/>
                                        </p:tgtEl>
                                        <p:attrNameLst>
                                          <p:attrName>ppt_w</p:attrName>
                                        </p:attrNameLst>
                                      </p:cBhvr>
                                      <p:tavLst>
                                        <p:tav tm="0">
                                          <p:val>
                                            <p:fltVal val="0"/>
                                          </p:val>
                                        </p:tav>
                                        <p:tav tm="100000">
                                          <p:val>
                                            <p:strVal val="#ppt_w"/>
                                          </p:val>
                                        </p:tav>
                                      </p:tavLst>
                                    </p:anim>
                                    <p:anim calcmode="lin" valueType="num">
                                      <p:cBhvr>
                                        <p:cTn id="13" dur="1000" fill="hold"/>
                                        <p:tgtEl>
                                          <p:spTgt spid="58424"/>
                                        </p:tgtEl>
                                        <p:attrNameLst>
                                          <p:attrName>ppt_h</p:attrName>
                                        </p:attrNameLst>
                                      </p:cBhvr>
                                      <p:tavLst>
                                        <p:tav tm="0">
                                          <p:val>
                                            <p:fltVal val="0"/>
                                          </p:val>
                                        </p:tav>
                                        <p:tav tm="100000">
                                          <p:val>
                                            <p:strVal val="#ppt_h"/>
                                          </p:val>
                                        </p:tav>
                                      </p:tavLst>
                                    </p:anim>
                                    <p:anim calcmode="lin" valueType="num">
                                      <p:cBhvr>
                                        <p:cTn id="14" dur="1000" fill="hold"/>
                                        <p:tgtEl>
                                          <p:spTgt spid="58424"/>
                                        </p:tgtEl>
                                        <p:attrNameLst>
                                          <p:attrName>style.rotation</p:attrName>
                                        </p:attrNameLst>
                                      </p:cBhvr>
                                      <p:tavLst>
                                        <p:tav tm="0">
                                          <p:val>
                                            <p:fltVal val="90"/>
                                          </p:val>
                                        </p:tav>
                                        <p:tav tm="100000">
                                          <p:val>
                                            <p:fltVal val="0"/>
                                          </p:val>
                                        </p:tav>
                                      </p:tavLst>
                                    </p:anim>
                                    <p:animEffect transition="in" filter="fade">
                                      <p:cBhvr>
                                        <p:cTn id="15" dur="1000"/>
                                        <p:tgtEl>
                                          <p:spTgt spid="58424"/>
                                        </p:tgtEl>
                                      </p:cBhvr>
                                    </p:animEffect>
                                  </p:childTnLst>
                                </p:cTn>
                              </p:par>
                              <p:par>
                                <p:cTn id="16" presetID="1" presetClass="exit" presetSubtype="0" fill="hold" nodeType="withEffect">
                                  <p:stCondLst>
                                    <p:cond delay="0"/>
                                  </p:stCondLst>
                                  <p:childTnLst>
                                    <p:set>
                                      <p:cBhvr>
                                        <p:cTn id="17" dur="1" fill="hold">
                                          <p:stCondLst>
                                            <p:cond delay="0"/>
                                          </p:stCondLst>
                                        </p:cTn>
                                        <p:tgtEl>
                                          <p:spTgt spid="58421"/>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58387"/>
                                        </p:tgtEl>
                                        <p:attrNameLst>
                                          <p:attrName>style.visibility</p:attrName>
                                        </p:attrNameLst>
                                      </p:cBhvr>
                                      <p:to>
                                        <p:strVal val="hidden"/>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58423"/>
                                        </p:tgtEl>
                                        <p:attrNameLst>
                                          <p:attrName>style.visibility</p:attrName>
                                        </p:attrNameLst>
                                      </p:cBhvr>
                                      <p:to>
                                        <p:strVal val="visible"/>
                                      </p:to>
                                    </p:set>
                                    <p:animEffect transition="in" filter="dissolve">
                                      <p:cBhvr>
                                        <p:cTn id="24" dur="500"/>
                                        <p:tgtEl>
                                          <p:spTgt spid="58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Number Placeholder 5">
            <a:extLst>
              <a:ext uri="{FF2B5EF4-FFF2-40B4-BE49-F238E27FC236}">
                <a16:creationId xmlns:a16="http://schemas.microsoft.com/office/drawing/2014/main" id="{90DF33F9-397E-F044-B539-DD05CFBBF8EF}"/>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846BC1F5-328C-3F45-A344-A1B2B12C1A47}" type="slidenum">
              <a:rPr kumimoji="0" lang="zh-CN" altLang="en-US" sz="1200"/>
              <a:pPr/>
              <a:t>19</a:t>
            </a:fld>
            <a:endParaRPr kumimoji="0" lang="en-US" altLang="zh-CN" sz="1200"/>
          </a:p>
        </p:txBody>
      </p:sp>
      <p:sp>
        <p:nvSpPr>
          <p:cNvPr id="59394" name="Rectangle 2">
            <a:extLst>
              <a:ext uri="{FF2B5EF4-FFF2-40B4-BE49-F238E27FC236}">
                <a16:creationId xmlns:a16="http://schemas.microsoft.com/office/drawing/2014/main" id="{C79DAB7E-26D8-AD4D-BB1A-624576A31F39}"/>
              </a:ext>
            </a:extLst>
          </p:cNvPr>
          <p:cNvSpPr>
            <a:spLocks noGrp="1" noChangeArrowheads="1"/>
          </p:cNvSpPr>
          <p:nvPr>
            <p:ph type="title"/>
          </p:nvPr>
        </p:nvSpPr>
        <p:spPr>
          <a:xfrm>
            <a:off x="152400" y="457200"/>
            <a:ext cx="8991600" cy="823913"/>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sym typeface="Symbol" charset="0"/>
              </a:rPr>
              <a:t>相邻矩阵(</a:t>
            </a:r>
            <a:r>
              <a:rPr lang="en-US" altLang="zh-CN" i="1" dirty="0">
                <a:latin typeface="Times New Roman" charset="0"/>
                <a:ea typeface="楷体_GB2312" charset="0"/>
                <a:cs typeface="+mj-cs"/>
                <a:sym typeface="Symbol" charset="0"/>
              </a:rPr>
              <a:t>adjacency matrix</a:t>
            </a:r>
            <a:r>
              <a:rPr lang="en-US" altLang="zh-CN" dirty="0">
                <a:latin typeface="Times New Roman" charset="0"/>
                <a:ea typeface="楷体_GB2312" charset="0"/>
                <a:cs typeface="+mj-cs"/>
                <a:sym typeface="Symbol" charset="0"/>
              </a:rPr>
              <a:t>)</a:t>
            </a:r>
          </a:p>
        </p:txBody>
      </p:sp>
      <p:sp>
        <p:nvSpPr>
          <p:cNvPr id="28675" name="Rectangle 3">
            <a:extLst>
              <a:ext uri="{FF2B5EF4-FFF2-40B4-BE49-F238E27FC236}">
                <a16:creationId xmlns:a16="http://schemas.microsoft.com/office/drawing/2014/main" id="{36775F77-347C-4443-BC30-28B8A21A4051}"/>
              </a:ext>
            </a:extLst>
          </p:cNvPr>
          <p:cNvSpPr>
            <a:spLocks noGrp="1" noChangeArrowheads="1"/>
          </p:cNvSpPr>
          <p:nvPr>
            <p:ph sz="quarter" idx="13"/>
          </p:nvPr>
        </p:nvSpPr>
        <p:spPr>
          <a:xfrm>
            <a:off x="76200" y="1600200"/>
            <a:ext cx="8839200" cy="3657600"/>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a:buFont typeface="Georgia" charset="0"/>
              <a:buChar char="*"/>
              <a:defRPr/>
            </a:pPr>
            <a:r>
              <a:rPr kumimoji="0" lang="zh-CN" altLang="en-US" sz="3200" dirty="0">
                <a:latin typeface="Times New Roman" charset="0"/>
                <a:ea typeface="楷体_GB2312" charset="0"/>
                <a:cs typeface="楷体_GB2312" charset="0"/>
              </a:rPr>
              <a:t>设</a:t>
            </a:r>
            <a:r>
              <a:rPr kumimoji="0" lang="en-US" altLang="zh-CN" sz="3200" dirty="0">
                <a:latin typeface="Times New Roman" charset="0"/>
                <a:ea typeface="楷体_GB2312" charset="0"/>
                <a:cs typeface="楷体_GB2312" charset="0"/>
              </a:rPr>
              <a:t>G＝(P，L)</a:t>
            </a:r>
            <a:r>
              <a:rPr kumimoji="0" lang="zh-CN" altLang="en-US" sz="3200" dirty="0">
                <a:latin typeface="Times New Roman" charset="0"/>
                <a:ea typeface="楷体_GB2312" charset="0"/>
                <a:cs typeface="楷体_GB2312" charset="0"/>
              </a:rPr>
              <a:t>是有限图，集合</a:t>
            </a:r>
            <a:r>
              <a:rPr kumimoji="0" lang="en-US" altLang="zh-CN" sz="3200" dirty="0">
                <a:latin typeface="Times New Roman" charset="0"/>
                <a:ea typeface="楷体_GB2312" charset="0"/>
                <a:cs typeface="楷体_GB2312" charset="0"/>
              </a:rPr>
              <a:t>P</a:t>
            </a:r>
            <a:r>
              <a:rPr kumimoji="0" lang="zh-CN" altLang="en-US" sz="3200" dirty="0">
                <a:latin typeface="Times New Roman" charset="0"/>
                <a:ea typeface="楷体_GB2312" charset="0"/>
                <a:cs typeface="楷体_GB2312" charset="0"/>
              </a:rPr>
              <a:t>的元数为</a:t>
            </a:r>
            <a:r>
              <a:rPr kumimoji="0" lang="en-US" altLang="zh-CN" sz="3200" dirty="0">
                <a:latin typeface="Times New Roman" charset="0"/>
                <a:ea typeface="楷体_GB2312" charset="0"/>
                <a:cs typeface="楷体_GB2312" charset="0"/>
              </a:rPr>
              <a:t>m，</a:t>
            </a:r>
            <a:r>
              <a:rPr kumimoji="0" lang="zh-CN" altLang="en-US" sz="3200" dirty="0">
                <a:latin typeface="Times New Roman" charset="0"/>
                <a:ea typeface="楷体_GB2312" charset="0"/>
                <a:cs typeface="楷体_GB2312" charset="0"/>
              </a:rPr>
              <a:t>不妨设</a:t>
            </a:r>
            <a:r>
              <a:rPr kumimoji="0" lang="en-US" altLang="zh-CN" sz="3200" dirty="0">
                <a:latin typeface="Times New Roman" charset="0"/>
                <a:ea typeface="楷体_GB2312" charset="0"/>
                <a:cs typeface="楷体_GB2312" charset="0"/>
              </a:rPr>
              <a:t>P(G)＝</a:t>
            </a:r>
            <a:r>
              <a:rPr kumimoji="0" lang="en-US" altLang="zh-CN" sz="3200" dirty="0">
                <a:latin typeface="Times New Roman" charset="0"/>
                <a:ea typeface="楷体_GB2312" charset="0"/>
                <a:cs typeface="楷体_GB2312" charset="0"/>
                <a:sym typeface="Symbol" charset="0"/>
              </a:rPr>
              <a:t></a:t>
            </a:r>
            <a:r>
              <a:rPr kumimoji="0" lang="en-US" altLang="zh-CN" sz="3200" dirty="0">
                <a:latin typeface="Times New Roman" charset="0"/>
                <a:ea typeface="楷体_GB2312" charset="0"/>
                <a:cs typeface="楷体_GB2312" charset="0"/>
              </a:rPr>
              <a:t>v</a:t>
            </a:r>
            <a:r>
              <a:rPr kumimoji="0" lang="en-US" altLang="zh-CN" sz="3200" baseline="-30000" dirty="0">
                <a:latin typeface="Times New Roman" charset="0"/>
                <a:ea typeface="楷体_GB2312" charset="0"/>
                <a:cs typeface="楷体_GB2312" charset="0"/>
              </a:rPr>
              <a:t>1</a:t>
            </a:r>
            <a:r>
              <a:rPr kumimoji="0" lang="en-US" altLang="zh-CN" sz="3200" dirty="0">
                <a:latin typeface="Times New Roman" charset="0"/>
                <a:ea typeface="楷体_GB2312" charset="0"/>
                <a:cs typeface="楷体_GB2312" charset="0"/>
              </a:rPr>
              <a:t>，</a:t>
            </a:r>
            <a:r>
              <a:rPr kumimoji="0" lang="en-US" altLang="zh-CN" sz="3200" dirty="0">
                <a:latin typeface="Arial" charset="0"/>
                <a:ea typeface="楷体_GB2312" charset="0"/>
                <a:cs typeface="楷体_GB2312" charset="0"/>
              </a:rPr>
              <a:t>…</a:t>
            </a:r>
            <a:r>
              <a:rPr kumimoji="0" lang="en-US" altLang="zh-CN" sz="3200" dirty="0">
                <a:latin typeface="Times New Roman" charset="0"/>
                <a:ea typeface="楷体_GB2312" charset="0"/>
                <a:cs typeface="楷体_GB2312" charset="0"/>
              </a:rPr>
              <a:t>，</a:t>
            </a:r>
            <a:r>
              <a:rPr kumimoji="0" lang="en-US" altLang="zh-CN" sz="3200" dirty="0" err="1">
                <a:latin typeface="Times New Roman" charset="0"/>
                <a:ea typeface="楷体_GB2312" charset="0"/>
                <a:cs typeface="楷体_GB2312" charset="0"/>
              </a:rPr>
              <a:t>v</a:t>
            </a:r>
            <a:r>
              <a:rPr kumimoji="0" lang="en-US" altLang="zh-CN" sz="3200" baseline="-30000" dirty="0" err="1">
                <a:latin typeface="Times New Roman" charset="0"/>
                <a:ea typeface="楷体_GB2312" charset="0"/>
                <a:cs typeface="楷体_GB2312" charset="0"/>
              </a:rPr>
              <a:t>m</a:t>
            </a:r>
            <a:r>
              <a:rPr kumimoji="0" lang="en-US" altLang="zh-CN" sz="3200" dirty="0">
                <a:latin typeface="Times New Roman" charset="0"/>
                <a:ea typeface="楷体_GB2312" charset="0"/>
                <a:cs typeface="楷体_GB2312" charset="0"/>
                <a:sym typeface="Symbol" charset="0"/>
              </a:rPr>
              <a:t></a:t>
            </a:r>
            <a:r>
              <a:rPr kumimoji="0" lang="en-US" altLang="zh-CN" sz="3200" dirty="0">
                <a:latin typeface="Times New Roman" charset="0"/>
                <a:ea typeface="楷体_GB2312" charset="0"/>
                <a:cs typeface="楷体_GB2312" charset="0"/>
              </a:rPr>
              <a:t>。</a:t>
            </a:r>
            <a:r>
              <a:rPr kumimoji="0" lang="zh-CN" altLang="en-US" sz="3200" dirty="0">
                <a:latin typeface="Times New Roman" charset="0"/>
                <a:ea typeface="楷体_GB2312" charset="0"/>
                <a:cs typeface="楷体_GB2312" charset="0"/>
              </a:rPr>
              <a:t>矩阵</a:t>
            </a:r>
            <a:br>
              <a:rPr kumimoji="0" lang="zh-CN" altLang="en-US" sz="3200" dirty="0">
                <a:latin typeface="Times New Roman" charset="0"/>
                <a:ea typeface="楷体_GB2312" charset="0"/>
                <a:cs typeface="楷体_GB2312" charset="0"/>
              </a:rPr>
            </a:br>
            <a:r>
              <a:rPr kumimoji="0" lang="en-US" altLang="zh-CN" sz="3200" dirty="0">
                <a:latin typeface="Times New Roman" charset="0"/>
                <a:ea typeface="楷体_GB2312" charset="0"/>
                <a:cs typeface="楷体_GB2312" charset="0"/>
              </a:rPr>
              <a:t>A(G) ＝</a:t>
            </a:r>
            <a:r>
              <a:rPr kumimoji="0" lang="en-US" altLang="zh-CN" sz="3200" dirty="0">
                <a:latin typeface="Times New Roman" charset="0"/>
                <a:ea typeface="楷体_GB2312" charset="0"/>
                <a:cs typeface="楷体_GB2312" charset="0"/>
                <a:sym typeface="Symbol" charset="0"/>
              </a:rPr>
              <a:t></a:t>
            </a:r>
            <a:r>
              <a:rPr kumimoji="0" lang="en-US" altLang="zh-CN" sz="3200" dirty="0" err="1">
                <a:latin typeface="Times New Roman" charset="0"/>
                <a:ea typeface="楷体_GB2312" charset="0"/>
                <a:cs typeface="楷体_GB2312" charset="0"/>
              </a:rPr>
              <a:t>b</a:t>
            </a:r>
            <a:r>
              <a:rPr kumimoji="0" lang="en-US" altLang="zh-CN" sz="3200" baseline="-30000" dirty="0" err="1">
                <a:latin typeface="Times New Roman" charset="0"/>
                <a:ea typeface="楷体_GB2312" charset="0"/>
                <a:cs typeface="楷体_GB2312" charset="0"/>
              </a:rPr>
              <a:t>ij</a:t>
            </a:r>
            <a:r>
              <a:rPr kumimoji="0" lang="en-US" altLang="zh-CN" sz="3200" dirty="0">
                <a:latin typeface="Times New Roman" charset="0"/>
                <a:ea typeface="楷体_GB2312" charset="0"/>
                <a:cs typeface="楷体_GB2312" charset="0"/>
                <a:sym typeface="Symbol" charset="0"/>
              </a:rPr>
              <a:t></a:t>
            </a:r>
            <a:r>
              <a:rPr kumimoji="0" lang="zh-CN" altLang="en-US" sz="3200" dirty="0">
                <a:latin typeface="Times New Roman" charset="0"/>
                <a:ea typeface="楷体_GB2312" charset="0"/>
                <a:cs typeface="楷体_GB2312" charset="0"/>
              </a:rPr>
              <a:t>称为</a:t>
            </a:r>
            <a:r>
              <a:rPr kumimoji="0" lang="en-US" altLang="zh-CN" sz="3200" dirty="0">
                <a:latin typeface="Times New Roman" charset="0"/>
                <a:ea typeface="楷体_GB2312" charset="0"/>
                <a:cs typeface="楷体_GB2312" charset="0"/>
              </a:rPr>
              <a:t>G</a:t>
            </a:r>
            <a:r>
              <a:rPr kumimoji="0" lang="zh-CN" altLang="en-US" sz="3200" dirty="0">
                <a:latin typeface="Times New Roman" charset="0"/>
                <a:ea typeface="楷体_GB2312" charset="0"/>
                <a:cs typeface="楷体_GB2312" charset="0"/>
              </a:rPr>
              <a:t>的</a:t>
            </a:r>
            <a:r>
              <a:rPr kumimoji="0" lang="zh-CN" altLang="en-US" sz="3200" dirty="0">
                <a:latin typeface="宋体" charset="0"/>
                <a:ea typeface="楷体_GB2312" charset="0"/>
                <a:cs typeface="楷体_GB2312" charset="0"/>
                <a:sym typeface="Symbol" charset="0"/>
              </a:rPr>
              <a:t>相邻</a:t>
            </a:r>
            <a:r>
              <a:rPr kumimoji="0" lang="zh-CN" altLang="en-US" sz="3200" dirty="0">
                <a:latin typeface="Times New Roman" charset="0"/>
                <a:ea typeface="楷体_GB2312" charset="0"/>
                <a:cs typeface="楷体_GB2312" charset="0"/>
              </a:rPr>
              <a:t>矩阵，其中 </a:t>
            </a:r>
          </a:p>
          <a:p>
            <a:pPr marL="2404872" lvl="8" indent="0">
              <a:buFont typeface="Georgia" pitchFamily="18" charset="0"/>
              <a:buNone/>
              <a:defRPr/>
            </a:pPr>
            <a:r>
              <a:rPr lang="en-US" altLang="zh-CN" sz="2400" dirty="0">
                <a:latin typeface="Times New Roman" charset="0"/>
                <a:ea typeface="楷体_GB2312" charset="0"/>
                <a:cs typeface="楷体_GB2312" charset="0"/>
              </a:rPr>
              <a:t>	</a:t>
            </a:r>
            <a:r>
              <a:rPr lang="zh-CN" altLang="zh-CN" sz="2400" dirty="0">
                <a:latin typeface="Times New Roman" charset="0"/>
                <a:ea typeface="楷体_GB2312" charset="0"/>
                <a:cs typeface="楷体_GB2312" charset="0"/>
              </a:rPr>
              <a:t>，</a:t>
            </a:r>
            <a:r>
              <a:rPr lang="zh-CN" altLang="en-US" sz="3200" dirty="0">
                <a:latin typeface="Times New Roman" charset="0"/>
                <a:ea typeface="楷体_GB2312" charset="0"/>
                <a:cs typeface="楷体_GB2312" charset="0"/>
              </a:rPr>
              <a:t>当</a:t>
            </a:r>
            <a:r>
              <a:rPr lang="en-US" altLang="zh-CN" sz="3200" dirty="0">
                <a:latin typeface="Times New Roman" charset="0"/>
                <a:ea typeface="楷体_GB2312" charset="0"/>
                <a:cs typeface="楷体_GB2312" charset="0"/>
              </a:rPr>
              <a:t>v</a:t>
            </a:r>
            <a:r>
              <a:rPr lang="en-US" altLang="zh-CN" sz="3200" baseline="-25000" dirty="0">
                <a:latin typeface="Times New Roman" charset="0"/>
                <a:ea typeface="楷体_GB2312" charset="0"/>
                <a:cs typeface="楷体_GB2312" charset="0"/>
              </a:rPr>
              <a:t>i</a:t>
            </a:r>
            <a:r>
              <a:rPr lang="zh-CN" altLang="en-US" sz="3200" dirty="0">
                <a:latin typeface="Times New Roman" charset="0"/>
                <a:ea typeface="楷体_GB2312" charset="0"/>
                <a:cs typeface="楷体_GB2312" charset="0"/>
              </a:rPr>
              <a:t>与</a:t>
            </a:r>
            <a:r>
              <a:rPr lang="en-US" altLang="zh-CN" sz="3200" dirty="0" err="1">
                <a:latin typeface="Times New Roman" charset="0"/>
                <a:ea typeface="楷体_GB2312" charset="0"/>
                <a:cs typeface="楷体_GB2312" charset="0"/>
              </a:rPr>
              <a:t>v</a:t>
            </a:r>
            <a:r>
              <a:rPr lang="en-US" altLang="zh-CN" sz="3200" baseline="-25000" dirty="0" err="1">
                <a:latin typeface="Times New Roman" charset="0"/>
                <a:ea typeface="楷体_GB2312" charset="0"/>
                <a:cs typeface="楷体_GB2312" charset="0"/>
              </a:rPr>
              <a:t>j</a:t>
            </a:r>
            <a:r>
              <a:rPr lang="zh-CN" altLang="en-US" sz="3200" dirty="0">
                <a:latin typeface="Times New Roman" charset="0"/>
                <a:ea typeface="楷体_GB2312" charset="0"/>
                <a:cs typeface="楷体_GB2312" charset="0"/>
              </a:rPr>
              <a:t>不相邻</a:t>
            </a:r>
            <a:endParaRPr lang="en-US" altLang="zh-CN" sz="3200" dirty="0">
              <a:latin typeface="Times New Roman" charset="0"/>
              <a:ea typeface="楷体_GB2312" charset="0"/>
              <a:cs typeface="楷体_GB2312" charset="0"/>
            </a:endParaRPr>
          </a:p>
          <a:p>
            <a:pPr marL="2404872" lvl="8" indent="0">
              <a:buFont typeface="Georgia" pitchFamily="18" charset="0"/>
              <a:buNone/>
              <a:defRPr/>
            </a:pPr>
            <a:r>
              <a:rPr lang="en-US" altLang="zh-CN" sz="3200" dirty="0">
                <a:latin typeface="Times New Roman" charset="0"/>
                <a:ea typeface="楷体_GB2312" charset="0"/>
                <a:cs typeface="楷体_GB2312" charset="0"/>
              </a:rPr>
              <a:t>	</a:t>
            </a:r>
            <a:r>
              <a:rPr lang="zh-CN" altLang="zh-CN" sz="3200" dirty="0">
                <a:latin typeface="Times New Roman" charset="0"/>
                <a:ea typeface="楷体_GB2312" charset="0"/>
                <a:cs typeface="楷体_GB2312" charset="0"/>
              </a:rPr>
              <a:t>，</a:t>
            </a:r>
            <a:r>
              <a:rPr lang="zh-CN" altLang="en-US" sz="3200" dirty="0">
                <a:latin typeface="Times New Roman" charset="0"/>
                <a:ea typeface="楷体_GB2312" charset="0"/>
                <a:cs typeface="楷体_GB2312" charset="0"/>
              </a:rPr>
              <a:t>当</a:t>
            </a:r>
            <a:r>
              <a:rPr lang="en-US" altLang="zh-CN" sz="3200" dirty="0">
                <a:latin typeface="Times New Roman" charset="0"/>
                <a:ea typeface="楷体_GB2312" charset="0"/>
                <a:cs typeface="楷体_GB2312" charset="0"/>
              </a:rPr>
              <a:t>v</a:t>
            </a:r>
            <a:r>
              <a:rPr lang="en-US" altLang="zh-CN" sz="3200" baseline="-25000" dirty="0">
                <a:latin typeface="Times New Roman" charset="0"/>
                <a:ea typeface="楷体_GB2312" charset="0"/>
                <a:cs typeface="楷体_GB2312" charset="0"/>
              </a:rPr>
              <a:t>i</a:t>
            </a:r>
            <a:r>
              <a:rPr lang="zh-CN" altLang="en-US" sz="3200" dirty="0">
                <a:latin typeface="Times New Roman" charset="0"/>
                <a:ea typeface="楷体_GB2312" charset="0"/>
                <a:cs typeface="楷体_GB2312" charset="0"/>
              </a:rPr>
              <a:t>与</a:t>
            </a:r>
            <a:r>
              <a:rPr lang="en-US" altLang="zh-CN" sz="3200" dirty="0" err="1">
                <a:latin typeface="Times New Roman" charset="0"/>
                <a:ea typeface="楷体_GB2312" charset="0"/>
                <a:cs typeface="楷体_GB2312" charset="0"/>
              </a:rPr>
              <a:t>v</a:t>
            </a:r>
            <a:r>
              <a:rPr lang="en-US" altLang="zh-CN" sz="3200" baseline="-25000" dirty="0" err="1">
                <a:latin typeface="Times New Roman" charset="0"/>
                <a:ea typeface="楷体_GB2312" charset="0"/>
                <a:cs typeface="楷体_GB2312" charset="0"/>
              </a:rPr>
              <a:t>j</a:t>
            </a:r>
            <a:r>
              <a:rPr lang="zh-CN" altLang="en-US" sz="3200" dirty="0">
                <a:latin typeface="Times New Roman" charset="0"/>
                <a:ea typeface="楷体_GB2312" charset="0"/>
                <a:cs typeface="楷体_GB2312" charset="0"/>
              </a:rPr>
              <a:t>相邻</a:t>
            </a:r>
          </a:p>
          <a:p>
            <a:pPr>
              <a:buFont typeface="Georgia" charset="0"/>
              <a:buChar char="*"/>
              <a:defRPr/>
            </a:pPr>
            <a:r>
              <a:rPr kumimoji="0" lang="zh-CN" altLang="en-US" sz="3200" dirty="0">
                <a:latin typeface="宋体" charset="0"/>
                <a:ea typeface="楷体_GB2312" charset="0"/>
                <a:cs typeface="楷体_GB2312" charset="0"/>
              </a:rPr>
              <a:t>显然，</a:t>
            </a:r>
            <a:r>
              <a:rPr kumimoji="0" lang="en-US" altLang="zh-CN" sz="3200" dirty="0">
                <a:latin typeface="Times New Roman" charset="0"/>
                <a:ea typeface="楷体_GB2312" charset="0"/>
                <a:cs typeface="楷体_GB2312" charset="0"/>
              </a:rPr>
              <a:t>A(G)</a:t>
            </a:r>
            <a:r>
              <a:rPr kumimoji="0" lang="zh-CN" altLang="en-US" sz="3200" dirty="0">
                <a:latin typeface="宋体" charset="0"/>
                <a:ea typeface="楷体_GB2312" charset="0"/>
                <a:cs typeface="楷体_GB2312" charset="0"/>
              </a:rPr>
              <a:t>是</a:t>
            </a:r>
            <a:r>
              <a:rPr kumimoji="0" lang="en-US" altLang="zh-CN" sz="3200" dirty="0" err="1">
                <a:latin typeface="Times New Roman" charset="0"/>
                <a:ea typeface="楷体_GB2312" charset="0"/>
                <a:cs typeface="楷体_GB2312" charset="0"/>
              </a:rPr>
              <a:t>m</a:t>
            </a:r>
            <a:r>
              <a:rPr kumimoji="0" lang="en-US" altLang="zh-CN" sz="3200" dirty="0" err="1">
                <a:latin typeface="宋体" charset="0"/>
                <a:ea typeface="楷体_GB2312" charset="0"/>
                <a:cs typeface="楷体_GB2312" charset="0"/>
              </a:rPr>
              <a:t>×</a:t>
            </a:r>
            <a:r>
              <a:rPr kumimoji="0" lang="en-US" altLang="zh-CN" sz="3200" dirty="0" err="1">
                <a:latin typeface="Times New Roman" charset="0"/>
                <a:ea typeface="楷体_GB2312" charset="0"/>
                <a:cs typeface="楷体_GB2312" charset="0"/>
              </a:rPr>
              <a:t>m</a:t>
            </a:r>
            <a:r>
              <a:rPr kumimoji="0" lang="zh-CN" altLang="en-US" sz="3200" dirty="0">
                <a:latin typeface="宋体" charset="0"/>
                <a:ea typeface="楷体_GB2312" charset="0"/>
                <a:cs typeface="楷体_GB2312" charset="0"/>
              </a:rPr>
              <a:t>阶矩阵。</a:t>
            </a:r>
            <a:r>
              <a:rPr kumimoji="0" lang="zh-CN" altLang="en-US" sz="3200" dirty="0">
                <a:latin typeface="Times New Roman" charset="0"/>
                <a:ea typeface="楷体_GB2312" charset="0"/>
                <a:cs typeface="楷体_GB2312" charset="0"/>
              </a:rPr>
              <a:t> </a:t>
            </a:r>
          </a:p>
        </p:txBody>
      </p:sp>
      <p:graphicFrame>
        <p:nvGraphicFramePr>
          <p:cNvPr id="40964" name="Object 4">
            <a:extLst>
              <a:ext uri="{FF2B5EF4-FFF2-40B4-BE49-F238E27FC236}">
                <a16:creationId xmlns:a16="http://schemas.microsoft.com/office/drawing/2014/main" id="{0F8A2915-6D36-094A-AC89-50FFC0403CC6}"/>
              </a:ext>
            </a:extLst>
          </p:cNvPr>
          <p:cNvGraphicFramePr>
            <a:graphicFrameLocks noChangeAspect="1"/>
          </p:cNvGraphicFramePr>
          <p:nvPr/>
        </p:nvGraphicFramePr>
        <p:xfrm>
          <a:off x="852488" y="3228975"/>
          <a:ext cx="2043112" cy="1343025"/>
        </p:xfrm>
        <a:graphic>
          <a:graphicData uri="http://schemas.openxmlformats.org/presentationml/2006/ole">
            <mc:AlternateContent xmlns:mc="http://schemas.openxmlformats.org/markup-compatibility/2006">
              <mc:Choice xmlns:v="urn:schemas-microsoft-com:vml" Requires="v">
                <p:oleObj spid="_x0000_s40971" name="公式" r:id="rId3" imgW="647700" imgH="495300" progId="Equation.3">
                  <p:embed/>
                </p:oleObj>
              </mc:Choice>
              <mc:Fallback>
                <p:oleObj name="公式" r:id="rId3" imgW="647700" imgH="495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488" y="3228975"/>
                        <a:ext cx="2043112"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5D26AE1-1B34-DA47-AD6A-F3136438F6D9}"/>
              </a:ext>
            </a:extLst>
          </p:cNvPr>
          <p:cNvSpPr>
            <a:spLocks noGrp="1" noChangeArrowheads="1"/>
          </p:cNvSpPr>
          <p:nvPr>
            <p:ph type="title"/>
          </p:nvPr>
        </p:nvSpPr>
        <p:spPr>
          <a:xfrm>
            <a:off x="228600" y="304800"/>
            <a:ext cx="7772400" cy="762000"/>
          </a:xfrm>
        </p:spPr>
        <p:txBody>
          <a:bodyPr/>
          <a:lstStyle/>
          <a:p>
            <a:pPr marL="320040" indent="-320040" algn="l" fontAlgn="auto">
              <a:spcAft>
                <a:spcPts val="0"/>
              </a:spcAft>
              <a:buClr>
                <a:schemeClr val="accent6">
                  <a:lumMod val="75000"/>
                </a:schemeClr>
              </a:buClr>
              <a:defRPr/>
            </a:pPr>
            <a:r>
              <a:rPr lang="zh-CN" altLang="en-US" dirty="0">
                <a:ea typeface="+mj-ea"/>
                <a:cs typeface="+mj-cs"/>
              </a:rPr>
              <a:t>例：</a:t>
            </a:r>
          </a:p>
        </p:txBody>
      </p:sp>
      <p:sp>
        <p:nvSpPr>
          <p:cNvPr id="41986" name="Slide Number Placeholder 6">
            <a:extLst>
              <a:ext uri="{FF2B5EF4-FFF2-40B4-BE49-F238E27FC236}">
                <a16:creationId xmlns:a16="http://schemas.microsoft.com/office/drawing/2014/main" id="{0328AE91-EE3F-8249-862D-B29F8B5E87F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3034BA86-8B8A-F24C-B710-65044BFF48D5}" type="slidenum">
              <a:rPr kumimoji="0" lang="zh-CN" altLang="en-US" sz="1200"/>
              <a:pPr/>
              <a:t>20</a:t>
            </a:fld>
            <a:endParaRPr kumimoji="0" lang="en-US" altLang="zh-CN" sz="1200"/>
          </a:p>
        </p:txBody>
      </p:sp>
      <p:graphicFrame>
        <p:nvGraphicFramePr>
          <p:cNvPr id="60419" name="Object 3">
            <a:extLst>
              <a:ext uri="{FF2B5EF4-FFF2-40B4-BE49-F238E27FC236}">
                <a16:creationId xmlns:a16="http://schemas.microsoft.com/office/drawing/2014/main" id="{AD1B0A50-38C7-F049-B83D-C8E47E07DD2C}"/>
              </a:ext>
            </a:extLst>
          </p:cNvPr>
          <p:cNvGraphicFramePr>
            <a:graphicFrameLocks noChangeAspect="1"/>
          </p:cNvGraphicFramePr>
          <p:nvPr/>
        </p:nvGraphicFramePr>
        <p:xfrm>
          <a:off x="4638675" y="2619375"/>
          <a:ext cx="3514725" cy="2027238"/>
        </p:xfrm>
        <a:graphic>
          <a:graphicData uri="http://schemas.openxmlformats.org/presentationml/2006/ole">
            <mc:AlternateContent xmlns:mc="http://schemas.openxmlformats.org/markup-compatibility/2006">
              <mc:Choice xmlns:v="urn:schemas-microsoft-com:vml" Requires="v">
                <p:oleObj spid="_x0000_s42005" name="公式" r:id="rId3" imgW="1562100" imgH="889000" progId="Equation.3">
                  <p:embed/>
                </p:oleObj>
              </mc:Choice>
              <mc:Fallback>
                <p:oleObj name="公式" r:id="rId3" imgW="1562100" imgH="8890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8675" y="2619375"/>
                        <a:ext cx="3514725" cy="202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41988" name="Group 21">
            <a:extLst>
              <a:ext uri="{FF2B5EF4-FFF2-40B4-BE49-F238E27FC236}">
                <a16:creationId xmlns:a16="http://schemas.microsoft.com/office/drawing/2014/main" id="{9DCA3739-F48A-0D40-9932-79C3EFA89C87}"/>
              </a:ext>
            </a:extLst>
          </p:cNvPr>
          <p:cNvGrpSpPr>
            <a:grpSpLocks/>
          </p:cNvGrpSpPr>
          <p:nvPr/>
        </p:nvGrpSpPr>
        <p:grpSpPr bwMode="auto">
          <a:xfrm>
            <a:off x="712788" y="1611313"/>
            <a:ext cx="3478212" cy="3956050"/>
            <a:chOff x="96" y="1015"/>
            <a:chExt cx="2191" cy="2492"/>
          </a:xfrm>
        </p:grpSpPr>
        <p:sp>
          <p:nvSpPr>
            <p:cNvPr id="22534" name="Rectangle 5">
              <a:extLst>
                <a:ext uri="{FF2B5EF4-FFF2-40B4-BE49-F238E27FC236}">
                  <a16:creationId xmlns:a16="http://schemas.microsoft.com/office/drawing/2014/main" id="{1424991F-5D37-EA42-AC06-5DB5B0149968}"/>
                </a:ext>
              </a:extLst>
            </p:cNvPr>
            <p:cNvSpPr>
              <a:spLocks noChangeArrowheads="1"/>
            </p:cNvSpPr>
            <p:nvPr/>
          </p:nvSpPr>
          <p:spPr bwMode="auto">
            <a:xfrm>
              <a:off x="336" y="1420"/>
              <a:ext cx="1632" cy="1776"/>
            </a:xfrm>
            <a:prstGeom prst="rect">
              <a:avLst/>
            </a:prstGeom>
            <a:noFill/>
            <a:ln w="381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chemeClr val="accent1"/>
                </a:solidFill>
                <a:latin typeface="Arial" charset="0"/>
                <a:ea typeface="宋体" charset="0"/>
                <a:cs typeface="宋体" charset="0"/>
              </a:endParaRPr>
            </a:p>
          </p:txBody>
        </p:sp>
        <p:sp>
          <p:nvSpPr>
            <p:cNvPr id="22535" name="Line 6">
              <a:extLst>
                <a:ext uri="{FF2B5EF4-FFF2-40B4-BE49-F238E27FC236}">
                  <a16:creationId xmlns:a16="http://schemas.microsoft.com/office/drawing/2014/main" id="{755AA32B-F1E0-D544-9D67-195D9D3A0022}"/>
                </a:ext>
              </a:extLst>
            </p:cNvPr>
            <p:cNvSpPr>
              <a:spLocks noChangeShapeType="1"/>
            </p:cNvSpPr>
            <p:nvPr/>
          </p:nvSpPr>
          <p:spPr bwMode="auto">
            <a:xfrm>
              <a:off x="336" y="1420"/>
              <a:ext cx="1632" cy="177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chemeClr val="accent1"/>
                </a:solidFill>
                <a:latin typeface="Arial" charset="0"/>
                <a:ea typeface="宋体" charset="0"/>
                <a:cs typeface="宋体" charset="0"/>
              </a:endParaRPr>
            </a:p>
          </p:txBody>
        </p:sp>
        <p:sp>
          <p:nvSpPr>
            <p:cNvPr id="22536" name="Oval 7">
              <a:extLst>
                <a:ext uri="{FF2B5EF4-FFF2-40B4-BE49-F238E27FC236}">
                  <a16:creationId xmlns:a16="http://schemas.microsoft.com/office/drawing/2014/main" id="{A4D02DAA-00E5-074B-AAD1-0EAE5DE8975E}"/>
                </a:ext>
              </a:extLst>
            </p:cNvPr>
            <p:cNvSpPr>
              <a:spLocks noChangeArrowheads="1"/>
            </p:cNvSpPr>
            <p:nvPr/>
          </p:nvSpPr>
          <p:spPr bwMode="auto">
            <a:xfrm>
              <a:off x="288" y="137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chemeClr val="accent1"/>
                </a:solidFill>
                <a:latin typeface="Arial" charset="0"/>
                <a:ea typeface="宋体" charset="0"/>
                <a:cs typeface="宋体" charset="0"/>
              </a:endParaRPr>
            </a:p>
          </p:txBody>
        </p:sp>
        <p:sp>
          <p:nvSpPr>
            <p:cNvPr id="22537" name="Oval 8">
              <a:extLst>
                <a:ext uri="{FF2B5EF4-FFF2-40B4-BE49-F238E27FC236}">
                  <a16:creationId xmlns:a16="http://schemas.microsoft.com/office/drawing/2014/main" id="{F8CE165F-735F-C344-B01C-5156A9F30A34}"/>
                </a:ext>
              </a:extLst>
            </p:cNvPr>
            <p:cNvSpPr>
              <a:spLocks noChangeArrowheads="1"/>
            </p:cNvSpPr>
            <p:nvPr/>
          </p:nvSpPr>
          <p:spPr bwMode="auto">
            <a:xfrm>
              <a:off x="288" y="314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chemeClr val="accent1"/>
                </a:solidFill>
                <a:latin typeface="Arial" charset="0"/>
                <a:ea typeface="宋体" charset="0"/>
                <a:cs typeface="宋体" charset="0"/>
              </a:endParaRPr>
            </a:p>
          </p:txBody>
        </p:sp>
        <p:sp>
          <p:nvSpPr>
            <p:cNvPr id="22538" name="Oval 9">
              <a:extLst>
                <a:ext uri="{FF2B5EF4-FFF2-40B4-BE49-F238E27FC236}">
                  <a16:creationId xmlns:a16="http://schemas.microsoft.com/office/drawing/2014/main" id="{C05FBEAB-A80B-8A42-BE61-C2E7F2F580B7}"/>
                </a:ext>
              </a:extLst>
            </p:cNvPr>
            <p:cNvSpPr>
              <a:spLocks noChangeArrowheads="1"/>
            </p:cNvSpPr>
            <p:nvPr/>
          </p:nvSpPr>
          <p:spPr bwMode="auto">
            <a:xfrm>
              <a:off x="1920" y="137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chemeClr val="accent1"/>
                </a:solidFill>
                <a:latin typeface="Arial" charset="0"/>
                <a:ea typeface="宋体" charset="0"/>
                <a:cs typeface="宋体" charset="0"/>
              </a:endParaRPr>
            </a:p>
          </p:txBody>
        </p:sp>
        <p:sp>
          <p:nvSpPr>
            <p:cNvPr id="22539" name="Oval 10">
              <a:extLst>
                <a:ext uri="{FF2B5EF4-FFF2-40B4-BE49-F238E27FC236}">
                  <a16:creationId xmlns:a16="http://schemas.microsoft.com/office/drawing/2014/main" id="{AF7132BF-7416-DA41-AC27-4C8FB9431942}"/>
                </a:ext>
              </a:extLst>
            </p:cNvPr>
            <p:cNvSpPr>
              <a:spLocks noChangeArrowheads="1"/>
            </p:cNvSpPr>
            <p:nvPr/>
          </p:nvSpPr>
          <p:spPr bwMode="auto">
            <a:xfrm>
              <a:off x="1920" y="314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chemeClr val="accent1"/>
                </a:solidFill>
                <a:latin typeface="Arial" charset="0"/>
                <a:ea typeface="宋体" charset="0"/>
                <a:cs typeface="宋体" charset="0"/>
              </a:endParaRPr>
            </a:p>
          </p:txBody>
        </p:sp>
        <p:sp>
          <p:nvSpPr>
            <p:cNvPr id="60427" name="Text Box 11">
              <a:extLst>
                <a:ext uri="{FF2B5EF4-FFF2-40B4-BE49-F238E27FC236}">
                  <a16:creationId xmlns:a16="http://schemas.microsoft.com/office/drawing/2014/main" id="{2356B7C2-4F1C-244A-A434-9DC3BC7C18BE}"/>
                </a:ext>
              </a:extLst>
            </p:cNvPr>
            <p:cNvSpPr txBox="1">
              <a:spLocks noChangeArrowheads="1"/>
            </p:cNvSpPr>
            <p:nvPr/>
          </p:nvSpPr>
          <p:spPr bwMode="auto">
            <a:xfrm>
              <a:off x="220" y="1016"/>
              <a:ext cx="36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chemeClr val="accent1"/>
                  </a:solidFill>
                  <a:effectLst>
                    <a:outerShdw blurRad="38100" dist="38100" dir="2700000" algn="tl">
                      <a:srgbClr val="C0C0C0"/>
                    </a:outerShdw>
                  </a:effectLst>
                  <a:latin typeface="Times New Roman" panose="02020603050405020304" pitchFamily="18" charset="0"/>
                </a:rPr>
                <a:t>v</a:t>
              </a:r>
              <a:r>
                <a:rPr lang="en-US" altLang="zh-CN" sz="3600" b="1" baseline="-25000">
                  <a:solidFill>
                    <a:schemeClr val="accent1"/>
                  </a:solidFill>
                  <a:effectLst>
                    <a:outerShdw blurRad="38100" dist="38100" dir="2700000" algn="tl">
                      <a:srgbClr val="C0C0C0"/>
                    </a:outerShdw>
                  </a:effectLst>
                  <a:latin typeface="Times New Roman" panose="02020603050405020304" pitchFamily="18" charset="0"/>
                </a:rPr>
                <a:t>1</a:t>
              </a:r>
            </a:p>
          </p:txBody>
        </p:sp>
        <p:sp>
          <p:nvSpPr>
            <p:cNvPr id="60428" name="Text Box 12">
              <a:extLst>
                <a:ext uri="{FF2B5EF4-FFF2-40B4-BE49-F238E27FC236}">
                  <a16:creationId xmlns:a16="http://schemas.microsoft.com/office/drawing/2014/main" id="{0448E2CD-3774-D54E-A328-1A25F6657B5A}"/>
                </a:ext>
              </a:extLst>
            </p:cNvPr>
            <p:cNvSpPr txBox="1">
              <a:spLocks noChangeArrowheads="1"/>
            </p:cNvSpPr>
            <p:nvPr/>
          </p:nvSpPr>
          <p:spPr bwMode="auto">
            <a:xfrm>
              <a:off x="1840" y="1015"/>
              <a:ext cx="36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chemeClr val="accent1"/>
                  </a:solidFill>
                  <a:effectLst>
                    <a:outerShdw blurRad="38100" dist="38100" dir="2700000" algn="tl">
                      <a:srgbClr val="C0C0C0"/>
                    </a:outerShdw>
                  </a:effectLst>
                  <a:latin typeface="Times New Roman" panose="02020603050405020304" pitchFamily="18" charset="0"/>
                </a:rPr>
                <a:t>v</a:t>
              </a:r>
              <a:r>
                <a:rPr lang="en-US" altLang="zh-CN" sz="3600" b="1" baseline="-25000">
                  <a:solidFill>
                    <a:schemeClr val="accent1"/>
                  </a:solidFill>
                  <a:effectLst>
                    <a:outerShdw blurRad="38100" dist="38100" dir="2700000" algn="tl">
                      <a:srgbClr val="C0C0C0"/>
                    </a:outerShdw>
                  </a:effectLst>
                  <a:latin typeface="Times New Roman" panose="02020603050405020304" pitchFamily="18" charset="0"/>
                </a:rPr>
                <a:t>2</a:t>
              </a:r>
            </a:p>
          </p:txBody>
        </p:sp>
        <p:sp>
          <p:nvSpPr>
            <p:cNvPr id="60429" name="Text Box 13">
              <a:extLst>
                <a:ext uri="{FF2B5EF4-FFF2-40B4-BE49-F238E27FC236}">
                  <a16:creationId xmlns:a16="http://schemas.microsoft.com/office/drawing/2014/main" id="{4F62C97E-8F37-AC4C-B491-3491EDA8B59A}"/>
                </a:ext>
              </a:extLst>
            </p:cNvPr>
            <p:cNvSpPr txBox="1">
              <a:spLocks noChangeArrowheads="1"/>
            </p:cNvSpPr>
            <p:nvPr/>
          </p:nvSpPr>
          <p:spPr bwMode="auto">
            <a:xfrm>
              <a:off x="1920" y="3100"/>
              <a:ext cx="36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chemeClr val="accent1"/>
                  </a:solidFill>
                  <a:effectLst>
                    <a:outerShdw blurRad="38100" dist="38100" dir="2700000" algn="tl">
                      <a:srgbClr val="C0C0C0"/>
                    </a:outerShdw>
                  </a:effectLst>
                  <a:latin typeface="Times New Roman" panose="02020603050405020304" pitchFamily="18" charset="0"/>
                </a:rPr>
                <a:t>v</a:t>
              </a:r>
              <a:r>
                <a:rPr lang="en-US" altLang="zh-CN" sz="3600" b="1" baseline="-25000">
                  <a:solidFill>
                    <a:schemeClr val="accent1"/>
                  </a:solidFill>
                  <a:effectLst>
                    <a:outerShdw blurRad="38100" dist="38100" dir="2700000" algn="tl">
                      <a:srgbClr val="C0C0C0"/>
                    </a:outerShdw>
                  </a:effectLst>
                  <a:latin typeface="Times New Roman" panose="02020603050405020304" pitchFamily="18" charset="0"/>
                </a:rPr>
                <a:t>3</a:t>
              </a:r>
            </a:p>
          </p:txBody>
        </p:sp>
        <p:sp>
          <p:nvSpPr>
            <p:cNvPr id="60430" name="Text Box 14">
              <a:extLst>
                <a:ext uri="{FF2B5EF4-FFF2-40B4-BE49-F238E27FC236}">
                  <a16:creationId xmlns:a16="http://schemas.microsoft.com/office/drawing/2014/main" id="{791768A8-91A8-A340-836D-2A7D8AC08CAC}"/>
                </a:ext>
              </a:extLst>
            </p:cNvPr>
            <p:cNvSpPr txBox="1">
              <a:spLocks noChangeArrowheads="1"/>
            </p:cNvSpPr>
            <p:nvPr/>
          </p:nvSpPr>
          <p:spPr bwMode="auto">
            <a:xfrm>
              <a:off x="96" y="3100"/>
              <a:ext cx="36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chemeClr val="accent1"/>
                  </a:solidFill>
                  <a:effectLst>
                    <a:outerShdw blurRad="38100" dist="38100" dir="2700000" algn="tl">
                      <a:srgbClr val="C0C0C0"/>
                    </a:outerShdw>
                  </a:effectLst>
                  <a:latin typeface="Times New Roman" panose="02020603050405020304" pitchFamily="18" charset="0"/>
                </a:rPr>
                <a:t>v</a:t>
              </a:r>
              <a:r>
                <a:rPr lang="en-US" altLang="zh-CN" sz="3600" b="1" baseline="-25000">
                  <a:solidFill>
                    <a:schemeClr val="accent1"/>
                  </a:solidFill>
                  <a:effectLst>
                    <a:outerShdw blurRad="38100" dist="38100" dir="2700000" algn="tl">
                      <a:srgbClr val="C0C0C0"/>
                    </a:outerShdw>
                  </a:effectLst>
                  <a:latin typeface="Times New Roman" panose="02020603050405020304" pitchFamily="18" charset="0"/>
                </a:rPr>
                <a:t>4</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0419"/>
                                        </p:tgtEl>
                                        <p:attrNameLst>
                                          <p:attrName>style.visibility</p:attrName>
                                        </p:attrNameLst>
                                      </p:cBhvr>
                                      <p:to>
                                        <p:strVal val="visible"/>
                                      </p:to>
                                    </p:set>
                                    <p:animEffect transition="in" filter="dissolve">
                                      <p:cBhvr>
                                        <p:cTn id="7" dur="500"/>
                                        <p:tgtEl>
                                          <p:spTgt spid="60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Number Placeholder 5">
            <a:extLst>
              <a:ext uri="{FF2B5EF4-FFF2-40B4-BE49-F238E27FC236}">
                <a16:creationId xmlns:a16="http://schemas.microsoft.com/office/drawing/2014/main" id="{FBC6DEDF-95FA-384B-A176-90CBDDAB105A}"/>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EEF9DF46-271C-E44A-95DB-A51820404D08}" type="slidenum">
              <a:rPr kumimoji="0" lang="zh-CN" altLang="en-US" sz="1200"/>
              <a:pPr/>
              <a:t>21</a:t>
            </a:fld>
            <a:endParaRPr kumimoji="0" lang="en-US" altLang="zh-CN" sz="1200"/>
          </a:p>
        </p:txBody>
      </p:sp>
      <p:sp>
        <p:nvSpPr>
          <p:cNvPr id="61442" name="Rectangle 2">
            <a:extLst>
              <a:ext uri="{FF2B5EF4-FFF2-40B4-BE49-F238E27FC236}">
                <a16:creationId xmlns:a16="http://schemas.microsoft.com/office/drawing/2014/main" id="{34AF09F4-47C2-E54B-93B3-82BEB37219B5}"/>
              </a:ext>
            </a:extLst>
          </p:cNvPr>
          <p:cNvSpPr>
            <a:spLocks noGrp="1" noChangeArrowheads="1"/>
          </p:cNvSpPr>
          <p:nvPr>
            <p:ph type="title"/>
          </p:nvPr>
        </p:nvSpPr>
        <p:spPr>
          <a:xfrm>
            <a:off x="152400" y="381000"/>
            <a:ext cx="7772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定理 4.1.1 </a:t>
            </a:r>
          </a:p>
        </p:txBody>
      </p:sp>
      <p:graphicFrame>
        <p:nvGraphicFramePr>
          <p:cNvPr id="61444" name="Object 4">
            <a:extLst>
              <a:ext uri="{FF2B5EF4-FFF2-40B4-BE49-F238E27FC236}">
                <a16:creationId xmlns:a16="http://schemas.microsoft.com/office/drawing/2014/main" id="{131E0FFC-C91A-8943-B7D7-ED4DEF0F955E}"/>
              </a:ext>
            </a:extLst>
          </p:cNvPr>
          <p:cNvGraphicFramePr>
            <a:graphicFrameLocks noChangeAspect="1"/>
          </p:cNvGraphicFramePr>
          <p:nvPr/>
        </p:nvGraphicFramePr>
        <p:xfrm>
          <a:off x="3187700" y="2743200"/>
          <a:ext cx="2679700" cy="1049338"/>
        </p:xfrm>
        <a:graphic>
          <a:graphicData uri="http://schemas.openxmlformats.org/presentationml/2006/ole">
            <mc:AlternateContent xmlns:mc="http://schemas.openxmlformats.org/markup-compatibility/2006">
              <mc:Choice xmlns:v="urn:schemas-microsoft-com:vml" Requires="v">
                <p:oleObj spid="_x0000_s43019" name="公式" r:id="rId3" imgW="1054100" imgH="393700" progId="Equation.3">
                  <p:embed/>
                </p:oleObj>
              </mc:Choice>
              <mc:Fallback>
                <p:oleObj name="公式" r:id="rId3" imgW="1054100" imgH="393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7700" y="2743200"/>
                        <a:ext cx="2679700"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2" name="Rectangle 6">
            <a:extLst>
              <a:ext uri="{FF2B5EF4-FFF2-40B4-BE49-F238E27FC236}">
                <a16:creationId xmlns:a16="http://schemas.microsoft.com/office/drawing/2014/main" id="{AC88C135-3F29-C24A-A72F-57E3D30FFC6B}"/>
              </a:ext>
            </a:extLst>
          </p:cNvPr>
          <p:cNvSpPr>
            <a:spLocks noChangeArrowheads="1"/>
          </p:cNvSpPr>
          <p:nvPr/>
        </p:nvSpPr>
        <p:spPr bwMode="auto">
          <a:xfrm>
            <a:off x="76200" y="1409700"/>
            <a:ext cx="8763000"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52425" indent="-352425">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nSpc>
                <a:spcPct val="120000"/>
              </a:lnSpc>
              <a:buFont typeface="Wingdings" pitchFamily="2" charset="2"/>
              <a:buChar char="Ø"/>
            </a:pPr>
            <a:r>
              <a:rPr lang="zh-CN" altLang="en-US" sz="3200">
                <a:latin typeface="Times New Roman" panose="02020603050405020304" pitchFamily="18" charset="0"/>
                <a:ea typeface="楷体_GB2312" pitchFamily="49" charset="-122"/>
              </a:rPr>
              <a:t>设</a:t>
            </a:r>
            <a:r>
              <a:rPr lang="en-US" altLang="zh-CN" sz="3200">
                <a:latin typeface="Times New Roman" panose="02020603050405020304" pitchFamily="18" charset="0"/>
                <a:ea typeface="楷体_GB2312" pitchFamily="49" charset="-122"/>
              </a:rPr>
              <a:t>G＝(P, L)</a:t>
            </a:r>
            <a:r>
              <a:rPr lang="zh-CN" altLang="en-US" sz="3200">
                <a:latin typeface="Times New Roman" panose="02020603050405020304" pitchFamily="18" charset="0"/>
                <a:ea typeface="楷体_GB2312" pitchFamily="49" charset="-122"/>
              </a:rPr>
              <a:t>是有限图，不妨设</a:t>
            </a:r>
            <a:r>
              <a:rPr lang="en-US" altLang="zh-CN" sz="3200">
                <a:latin typeface="Times New Roman" panose="02020603050405020304" pitchFamily="18" charset="0"/>
                <a:ea typeface="楷体_GB2312" pitchFamily="49" charset="-122"/>
              </a:rPr>
              <a:t>L(G)</a:t>
            </a:r>
            <a:r>
              <a:rPr lang="zh-CN" altLang="en-US" sz="3200">
                <a:latin typeface="Times New Roman" panose="02020603050405020304" pitchFamily="18" charset="0"/>
                <a:ea typeface="楷体_GB2312" pitchFamily="49" charset="-122"/>
              </a:rPr>
              <a:t>含有</a:t>
            </a:r>
            <a:r>
              <a:rPr lang="en-US" altLang="zh-CN" sz="3200">
                <a:latin typeface="Times New Roman" panose="02020603050405020304" pitchFamily="18" charset="0"/>
                <a:ea typeface="楷体_GB2312" pitchFamily="49" charset="-122"/>
              </a:rPr>
              <a:t>m</a:t>
            </a:r>
            <a:r>
              <a:rPr lang="zh-CN" altLang="en-US" sz="3200">
                <a:latin typeface="Times New Roman" panose="02020603050405020304" pitchFamily="18" charset="0"/>
                <a:ea typeface="楷体_GB2312" pitchFamily="49" charset="-122"/>
              </a:rPr>
              <a:t>个元素，于是</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1444"/>
                                        </p:tgtEl>
                                        <p:attrNameLst>
                                          <p:attrName>style.visibility</p:attrName>
                                        </p:attrNameLst>
                                      </p:cBhvr>
                                      <p:to>
                                        <p:strVal val="visible"/>
                                      </p:to>
                                    </p:set>
                                    <p:anim calcmode="lin" valueType="num">
                                      <p:cBhvr additive="base">
                                        <p:cTn id="7" dur="500" fill="hold"/>
                                        <p:tgtEl>
                                          <p:spTgt spid="61444"/>
                                        </p:tgtEl>
                                        <p:attrNameLst>
                                          <p:attrName>ppt_x</p:attrName>
                                        </p:attrNameLst>
                                      </p:cBhvr>
                                      <p:tavLst>
                                        <p:tav tm="0">
                                          <p:val>
                                            <p:strVal val="0-#ppt_w/2"/>
                                          </p:val>
                                        </p:tav>
                                        <p:tav tm="100000">
                                          <p:val>
                                            <p:strVal val="#ppt_x"/>
                                          </p:val>
                                        </p:tav>
                                      </p:tavLst>
                                    </p:anim>
                                    <p:anim calcmode="lin" valueType="num">
                                      <p:cBhvr additive="base">
                                        <p:cTn id="8" dur="500" fill="hold"/>
                                        <p:tgtEl>
                                          <p:spTgt spid="614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3" name="Slide Number Placeholder 5">
            <a:extLst>
              <a:ext uri="{FF2B5EF4-FFF2-40B4-BE49-F238E27FC236}">
                <a16:creationId xmlns:a16="http://schemas.microsoft.com/office/drawing/2014/main" id="{1BC9F388-E850-7646-891E-82CEB4C62AD8}"/>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ED206AE9-461D-2D48-87C5-DBB9180CCA90}" type="slidenum">
              <a:rPr kumimoji="0" lang="zh-CN" altLang="en-US" sz="1200"/>
              <a:pPr/>
              <a:t>22</a:t>
            </a:fld>
            <a:endParaRPr kumimoji="0" lang="en-US" altLang="zh-CN" sz="1200"/>
          </a:p>
        </p:txBody>
      </p:sp>
      <p:sp>
        <p:nvSpPr>
          <p:cNvPr id="44034" name="Rectangle 3">
            <a:extLst>
              <a:ext uri="{FF2B5EF4-FFF2-40B4-BE49-F238E27FC236}">
                <a16:creationId xmlns:a16="http://schemas.microsoft.com/office/drawing/2014/main" id="{80C162A4-A5F6-744D-9745-DE3B35A825E4}"/>
              </a:ext>
            </a:extLst>
          </p:cNvPr>
          <p:cNvSpPr>
            <a:spLocks noGrp="1" noChangeArrowheads="1"/>
          </p:cNvSpPr>
          <p:nvPr>
            <p:ph sz="quarter" idx="13"/>
          </p:nvPr>
        </p:nvSpPr>
        <p:spPr>
          <a:xfrm>
            <a:off x="76200" y="609600"/>
            <a:ext cx="8458200" cy="2895600"/>
          </a:xfrm>
        </p:spPr>
        <p:txBody>
          <a:bodyPr/>
          <a:lstStyle/>
          <a:p>
            <a:pPr marL="1346200" indent="-1346200">
              <a:lnSpc>
                <a:spcPct val="90000"/>
              </a:lnSpc>
              <a:buFont typeface="Wingdings" pitchFamily="2" charset="2"/>
              <a:buNone/>
            </a:pPr>
            <a:r>
              <a:rPr kumimoji="0" lang="zh-CN" altLang="en-US" sz="3200">
                <a:solidFill>
                  <a:srgbClr val="4E67C8"/>
                </a:solidFill>
                <a:latin typeface="宋体" panose="02010600030101010101" pitchFamily="2" charset="-122"/>
                <a:ea typeface="楷体_GB2312" pitchFamily="49" charset="-122"/>
              </a:rPr>
              <a:t>证明：</a:t>
            </a:r>
            <a:r>
              <a:rPr kumimoji="0" lang="zh-CN" altLang="en-US" sz="3200">
                <a:latin typeface="宋体" panose="02010600030101010101" pitchFamily="2" charset="-122"/>
                <a:ea typeface="楷体_GB2312" pitchFamily="49" charset="-122"/>
              </a:rPr>
              <a:t>设</a:t>
            </a:r>
            <a:r>
              <a:rPr kumimoji="0" lang="en-US" altLang="zh-CN" sz="3200">
                <a:latin typeface="Times New Roman" panose="02020603050405020304" pitchFamily="18" charset="0"/>
                <a:ea typeface="楷体_GB2312" pitchFamily="49" charset="-122"/>
              </a:rPr>
              <a:t>M</a:t>
            </a:r>
            <a:r>
              <a:rPr kumimoji="0" lang="en-US" altLang="zh-CN"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G</a:t>
            </a:r>
            <a:r>
              <a:rPr kumimoji="0" lang="en-US" altLang="zh-CN" sz="3200">
                <a:latin typeface="宋体" panose="02010600030101010101" pitchFamily="2" charset="-122"/>
                <a:ea typeface="楷体_GB2312" pitchFamily="49" charset="-122"/>
              </a:rPr>
              <a:t>)</a:t>
            </a:r>
            <a:r>
              <a:rPr kumimoji="0" lang="zh-CN" altLang="en-US" sz="3200">
                <a:latin typeface="宋体" panose="02010600030101010101" pitchFamily="2" charset="-122"/>
                <a:ea typeface="楷体_GB2312" pitchFamily="49" charset="-122"/>
              </a:rPr>
              <a:t>是</a:t>
            </a:r>
            <a:r>
              <a:rPr kumimoji="0" lang="en-US" altLang="zh-CN" sz="3200">
                <a:latin typeface="Times New Roman" panose="02020603050405020304" pitchFamily="18" charset="0"/>
                <a:ea typeface="楷体_GB2312" pitchFamily="49" charset="-122"/>
              </a:rPr>
              <a:t>G</a:t>
            </a:r>
            <a:r>
              <a:rPr kumimoji="0" lang="zh-CN" altLang="en-US" sz="3200">
                <a:latin typeface="宋体" panose="02010600030101010101" pitchFamily="2" charset="-122"/>
                <a:ea typeface="楷体_GB2312" pitchFamily="49" charset="-122"/>
              </a:rPr>
              <a:t>的关联矩阵，因为</a:t>
            </a:r>
            <a:r>
              <a:rPr kumimoji="0" lang="en-US" altLang="zh-CN" sz="3200">
                <a:latin typeface="Times New Roman" panose="02020603050405020304" pitchFamily="18" charset="0"/>
                <a:ea typeface="楷体_GB2312" pitchFamily="49" charset="-122"/>
              </a:rPr>
              <a:t>G</a:t>
            </a:r>
            <a:r>
              <a:rPr kumimoji="0" lang="zh-CN" altLang="en-US" sz="3200">
                <a:latin typeface="宋体" panose="02010600030101010101" pitchFamily="2" charset="-122"/>
                <a:ea typeface="楷体_GB2312" pitchFamily="49" charset="-122"/>
              </a:rPr>
              <a:t>中某点</a:t>
            </a:r>
            <a:r>
              <a:rPr kumimoji="0" lang="en-US" altLang="zh-CN" sz="3200">
                <a:latin typeface="Times New Roman" panose="02020603050405020304" pitchFamily="18" charset="0"/>
                <a:ea typeface="楷体_GB2312" pitchFamily="49" charset="-122"/>
              </a:rPr>
              <a:t>v</a:t>
            </a:r>
            <a:r>
              <a:rPr kumimoji="0" lang="zh-CN" altLang="en-US" sz="3200">
                <a:latin typeface="宋体" panose="02010600030101010101" pitchFamily="2" charset="-122"/>
                <a:ea typeface="楷体_GB2312" pitchFamily="49" charset="-122"/>
              </a:rPr>
              <a:t>的度</a:t>
            </a:r>
            <a:r>
              <a:rPr kumimoji="0" lang="en-US" altLang="zh-CN" sz="3200">
                <a:latin typeface="Times New Roman" panose="02020603050405020304" pitchFamily="18" charset="0"/>
                <a:ea typeface="楷体_GB2312" pitchFamily="49" charset="-122"/>
              </a:rPr>
              <a:t>d</a:t>
            </a:r>
            <a:r>
              <a:rPr kumimoji="0" lang="en-US" altLang="zh-CN" sz="3200" baseline="-30000">
                <a:latin typeface="Times New Roman" panose="02020603050405020304" pitchFamily="18" charset="0"/>
                <a:ea typeface="楷体_GB2312" pitchFamily="49" charset="-122"/>
              </a:rPr>
              <a:t>G</a:t>
            </a:r>
            <a:r>
              <a:rPr kumimoji="0" lang="en-US" altLang="zh-CN" sz="3200">
                <a:latin typeface="Times New Roman" panose="02020603050405020304" pitchFamily="18" charset="0"/>
                <a:ea typeface="楷体_GB2312" pitchFamily="49" charset="-122"/>
              </a:rPr>
              <a:t>(v)</a:t>
            </a:r>
            <a:r>
              <a:rPr kumimoji="0" lang="zh-CN" altLang="en-US" sz="3200">
                <a:latin typeface="宋体" panose="02010600030101010101" pitchFamily="2" charset="-122"/>
                <a:ea typeface="楷体_GB2312" pitchFamily="49" charset="-122"/>
              </a:rPr>
              <a:t>恰是</a:t>
            </a:r>
            <a:r>
              <a:rPr kumimoji="0" lang="en-US" altLang="zh-CN" sz="3200">
                <a:latin typeface="Times New Roman" panose="02020603050405020304" pitchFamily="18" charset="0"/>
                <a:ea typeface="楷体_GB2312" pitchFamily="49" charset="-122"/>
              </a:rPr>
              <a:t>M</a:t>
            </a:r>
            <a:r>
              <a:rPr kumimoji="0" lang="en-US" altLang="zh-CN"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G</a:t>
            </a:r>
            <a:r>
              <a:rPr kumimoji="0" lang="en-US" altLang="zh-CN" sz="3200">
                <a:latin typeface="宋体" panose="02010600030101010101" pitchFamily="2" charset="-122"/>
                <a:ea typeface="楷体_GB2312" pitchFamily="49" charset="-122"/>
              </a:rPr>
              <a:t>)</a:t>
            </a:r>
            <a:r>
              <a:rPr kumimoji="0" lang="zh-CN" altLang="en-US" sz="3200">
                <a:latin typeface="宋体" panose="02010600030101010101" pitchFamily="2" charset="-122"/>
                <a:ea typeface="楷体_GB2312" pitchFamily="49" charset="-122"/>
              </a:rPr>
              <a:t>中的代表点</a:t>
            </a:r>
            <a:r>
              <a:rPr kumimoji="0" lang="en-US" altLang="zh-CN" sz="3200">
                <a:latin typeface="Times New Roman" panose="02020603050405020304" pitchFamily="18" charset="0"/>
                <a:ea typeface="楷体_GB2312" pitchFamily="49" charset="-122"/>
              </a:rPr>
              <a:t>v</a:t>
            </a:r>
            <a:r>
              <a:rPr kumimoji="0" lang="zh-CN" altLang="en-US" sz="3200">
                <a:latin typeface="宋体" panose="02010600030101010101" pitchFamily="2" charset="-122"/>
                <a:ea typeface="楷体_GB2312" pitchFamily="49" charset="-122"/>
              </a:rPr>
              <a:t>的那一行中</a:t>
            </a:r>
            <a:r>
              <a:rPr kumimoji="0" lang="zh-CN" altLang="en-US" sz="3200">
                <a:latin typeface="Times New Roman" panose="02020603050405020304" pitchFamily="18" charset="0"/>
                <a:ea typeface="楷体_GB2312" pitchFamily="49" charset="-122"/>
              </a:rPr>
              <a:t>1</a:t>
            </a:r>
            <a:r>
              <a:rPr kumimoji="0" lang="zh-CN" altLang="en-US" sz="3200">
                <a:latin typeface="宋体" panose="02010600030101010101" pitchFamily="2" charset="-122"/>
                <a:ea typeface="楷体_GB2312" pitchFamily="49" charset="-122"/>
              </a:rPr>
              <a:t>的个数，故</a:t>
            </a:r>
            <a:endParaRPr kumimoji="0" lang="en-US" altLang="zh-CN" sz="3200">
              <a:latin typeface="宋体" panose="02010600030101010101" pitchFamily="2" charset="-122"/>
              <a:ea typeface="楷体_GB2312" pitchFamily="49" charset="-122"/>
            </a:endParaRPr>
          </a:p>
          <a:p>
            <a:pPr marL="1346200" indent="-1346200">
              <a:lnSpc>
                <a:spcPct val="90000"/>
              </a:lnSpc>
              <a:buFont typeface="Wingdings" pitchFamily="2" charset="2"/>
              <a:buNone/>
            </a:pPr>
            <a:r>
              <a:rPr kumimoji="0" lang="en-US" altLang="zh-CN" sz="3200">
                <a:latin typeface="宋体" panose="02010600030101010101" pitchFamily="2" charset="-122"/>
                <a:ea typeface="楷体_GB2312" pitchFamily="49" charset="-122"/>
              </a:rPr>
              <a:t>					</a:t>
            </a:r>
            <a:r>
              <a:rPr kumimoji="0" lang="zh-CN" altLang="en-US" sz="3200">
                <a:latin typeface="宋体" panose="02010600030101010101" pitchFamily="2" charset="-122"/>
                <a:ea typeface="楷体_GB2312" pitchFamily="49" charset="-122"/>
              </a:rPr>
              <a:t>中</a:t>
            </a:r>
            <a:r>
              <a:rPr kumimoji="0" lang="en-US" altLang="zh-CN" sz="3200">
                <a:latin typeface="宋体" panose="02010600030101010101" pitchFamily="2" charset="-122"/>
                <a:ea typeface="楷体_GB2312" pitchFamily="49" charset="-122"/>
              </a:rPr>
              <a:t>1</a:t>
            </a:r>
            <a:r>
              <a:rPr kumimoji="0" lang="zh-CN" altLang="en-US" sz="3200">
                <a:latin typeface="宋体" panose="02010600030101010101" pitchFamily="2" charset="-122"/>
                <a:ea typeface="楷体_GB2312" pitchFamily="49" charset="-122"/>
              </a:rPr>
              <a:t>的个数</a:t>
            </a:r>
            <a:endParaRPr kumimoji="0" lang="zh-CN" altLang="en-US" sz="3200">
              <a:latin typeface="Times New Roman" panose="02020603050405020304" pitchFamily="18" charset="0"/>
              <a:ea typeface="楷体_GB2312" pitchFamily="49" charset="-122"/>
            </a:endParaRPr>
          </a:p>
        </p:txBody>
      </p:sp>
      <p:graphicFrame>
        <p:nvGraphicFramePr>
          <p:cNvPr id="62469" name="Object 5">
            <a:extLst>
              <a:ext uri="{FF2B5EF4-FFF2-40B4-BE49-F238E27FC236}">
                <a16:creationId xmlns:a16="http://schemas.microsoft.com/office/drawing/2014/main" id="{38A4C0CC-5E24-4B4F-B93B-7425E4D831EE}"/>
              </a:ext>
            </a:extLst>
          </p:cNvPr>
          <p:cNvGraphicFramePr>
            <a:graphicFrameLocks noChangeAspect="1"/>
          </p:cNvGraphicFramePr>
          <p:nvPr/>
        </p:nvGraphicFramePr>
        <p:xfrm>
          <a:off x="1752600" y="1998663"/>
          <a:ext cx="2992438" cy="1049337"/>
        </p:xfrm>
        <a:graphic>
          <a:graphicData uri="http://schemas.openxmlformats.org/presentationml/2006/ole">
            <mc:AlternateContent xmlns:mc="http://schemas.openxmlformats.org/markup-compatibility/2006">
              <mc:Choice xmlns:v="urn:schemas-microsoft-com:vml" Requires="v">
                <p:oleObj spid="_x0000_s44050" name="公式" r:id="rId3" imgW="1193800" imgH="393700" progId="Equation.3">
                  <p:embed/>
                </p:oleObj>
              </mc:Choice>
              <mc:Fallback>
                <p:oleObj name="公式" r:id="rId3" imgW="1193800" imgH="3937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998663"/>
                        <a:ext cx="2992438" cy="104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471" name="Object 7">
            <a:extLst>
              <a:ext uri="{FF2B5EF4-FFF2-40B4-BE49-F238E27FC236}">
                <a16:creationId xmlns:a16="http://schemas.microsoft.com/office/drawing/2014/main" id="{2ED805F3-AFE2-CF42-9422-98F092CBC7F3}"/>
              </a:ext>
            </a:extLst>
          </p:cNvPr>
          <p:cNvGraphicFramePr>
            <a:graphicFrameLocks noChangeAspect="1"/>
          </p:cNvGraphicFramePr>
          <p:nvPr/>
        </p:nvGraphicFramePr>
        <p:xfrm>
          <a:off x="3276600" y="4419600"/>
          <a:ext cx="2681288" cy="1049338"/>
        </p:xfrm>
        <a:graphic>
          <a:graphicData uri="http://schemas.openxmlformats.org/presentationml/2006/ole">
            <mc:AlternateContent xmlns:mc="http://schemas.openxmlformats.org/markup-compatibility/2006">
              <mc:Choice xmlns:v="urn:schemas-microsoft-com:vml" Requires="v">
                <p:oleObj spid="_x0000_s44051" name="公式" r:id="rId5" imgW="1054100" imgH="393700" progId="Equation.3">
                  <p:embed/>
                </p:oleObj>
              </mc:Choice>
              <mc:Fallback>
                <p:oleObj name="公式" r:id="rId5" imgW="1054100" imgH="3937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4419600"/>
                        <a:ext cx="2681288"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72" name="Rectangle 8">
            <a:extLst>
              <a:ext uri="{FF2B5EF4-FFF2-40B4-BE49-F238E27FC236}">
                <a16:creationId xmlns:a16="http://schemas.microsoft.com/office/drawing/2014/main" id="{1EB09A8B-992A-454C-AA6F-CE8037E8B18A}"/>
              </a:ext>
            </a:extLst>
          </p:cNvPr>
          <p:cNvSpPr>
            <a:spLocks noChangeArrowheads="1"/>
          </p:cNvSpPr>
          <p:nvPr/>
        </p:nvSpPr>
        <p:spPr bwMode="auto">
          <a:xfrm>
            <a:off x="1371600" y="3124200"/>
            <a:ext cx="7239000" cy="107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2"/>
              </a:buClr>
              <a:buFont typeface="Wingdings" pitchFamily="2" charset="2"/>
              <a:buNone/>
            </a:pPr>
            <a:r>
              <a:rPr lang="zh-CN" altLang="en-US" sz="3200">
                <a:latin typeface="Times New Roman" panose="02020603050405020304" pitchFamily="18" charset="0"/>
                <a:ea typeface="楷体_GB2312" pitchFamily="49" charset="-122"/>
              </a:rPr>
              <a:t>而</a:t>
            </a:r>
            <a:r>
              <a:rPr lang="en-US" altLang="zh-CN" sz="3200">
                <a:latin typeface="Times New Roman" panose="02020603050405020304" pitchFamily="18" charset="0"/>
                <a:ea typeface="楷体_GB2312" pitchFamily="49" charset="-122"/>
              </a:rPr>
              <a:t>M(G)</a:t>
            </a:r>
            <a:r>
              <a:rPr lang="zh-CN" altLang="en-US" sz="3200">
                <a:latin typeface="Times New Roman" panose="02020603050405020304" pitchFamily="18" charset="0"/>
                <a:ea typeface="楷体_GB2312" pitchFamily="49" charset="-122"/>
              </a:rPr>
              <a:t>中每列恰有两个1， </a:t>
            </a:r>
            <a:r>
              <a:rPr lang="en-US" altLang="zh-CN" sz="3200">
                <a:latin typeface="Times New Roman" panose="02020603050405020304" pitchFamily="18" charset="0"/>
                <a:ea typeface="楷体_GB2312" pitchFamily="49" charset="-122"/>
              </a:rPr>
              <a:t>M(G)</a:t>
            </a:r>
            <a:r>
              <a:rPr lang="zh-CN" altLang="en-US" sz="3200">
                <a:latin typeface="Times New Roman" panose="02020603050405020304" pitchFamily="18" charset="0"/>
                <a:ea typeface="楷体_GB2312" pitchFamily="49" charset="-122"/>
              </a:rPr>
              <a:t>共</a:t>
            </a:r>
            <a:r>
              <a:rPr lang="en-US" altLang="zh-CN" sz="3200">
                <a:latin typeface="Times New Roman" panose="02020603050405020304" pitchFamily="18" charset="0"/>
                <a:ea typeface="楷体_GB2312" pitchFamily="49" charset="-122"/>
              </a:rPr>
              <a:t>m</a:t>
            </a:r>
            <a:r>
              <a:rPr lang="zh-CN" altLang="en-US" sz="3200">
                <a:latin typeface="Times New Roman" panose="02020603050405020304" pitchFamily="18" charset="0"/>
                <a:ea typeface="楷体_GB2312" pitchFamily="49" charset="-122"/>
              </a:rPr>
              <a:t>列，故</a:t>
            </a:r>
            <a:r>
              <a:rPr lang="en-US" altLang="zh-CN" sz="3200">
                <a:latin typeface="Times New Roman" panose="02020603050405020304" pitchFamily="18" charset="0"/>
                <a:ea typeface="楷体_GB2312" pitchFamily="49" charset="-122"/>
              </a:rPr>
              <a:t>M(G)</a:t>
            </a:r>
            <a:r>
              <a:rPr lang="zh-CN" altLang="en-US" sz="3200">
                <a:latin typeface="Times New Roman" panose="02020603050405020304" pitchFamily="18" charset="0"/>
                <a:ea typeface="楷体_GB2312" pitchFamily="49" charset="-122"/>
              </a:rPr>
              <a:t>中1的个数为2</a:t>
            </a:r>
            <a:r>
              <a:rPr lang="en-US" altLang="zh-CN" sz="3200">
                <a:latin typeface="Times New Roman" panose="02020603050405020304" pitchFamily="18" charset="0"/>
                <a:ea typeface="楷体_GB2312" pitchFamily="49" charset="-122"/>
              </a:rPr>
              <a:t>m。</a:t>
            </a:r>
            <a:r>
              <a:rPr lang="zh-CN" altLang="en-US" sz="3200">
                <a:latin typeface="Times New Roman" panose="02020603050405020304" pitchFamily="18" charset="0"/>
                <a:ea typeface="楷体_GB2312" pitchFamily="49" charset="-122"/>
              </a:rPr>
              <a:t>所以</a:t>
            </a:r>
            <a:r>
              <a:rPr lang="en-US" altLang="zh-CN" sz="3200">
                <a:latin typeface="Times New Roman" panose="02020603050405020304" pitchFamily="18" charset="0"/>
                <a:ea typeface="楷体_GB2312" pitchFamily="49" charset="-122"/>
              </a:rPr>
              <a:t>:</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2469"/>
                                        </p:tgtEl>
                                        <p:attrNameLst>
                                          <p:attrName>style.visibility</p:attrName>
                                        </p:attrNameLst>
                                      </p:cBhvr>
                                      <p:to>
                                        <p:strVal val="visible"/>
                                      </p:to>
                                    </p:set>
                                    <p:animEffect transition="in" filter="wipe(left)">
                                      <p:cBhvr>
                                        <p:cTn id="7" dur="500"/>
                                        <p:tgtEl>
                                          <p:spTgt spid="624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72"/>
                                        </p:tgtEl>
                                        <p:attrNameLst>
                                          <p:attrName>style.visibility</p:attrName>
                                        </p:attrNameLst>
                                      </p:cBhvr>
                                      <p:to>
                                        <p:strVal val="visible"/>
                                      </p:to>
                                    </p:set>
                                    <p:animEffect transition="in" filter="wipe(left)">
                                      <p:cBhvr>
                                        <p:cTn id="12" dur="500"/>
                                        <p:tgtEl>
                                          <p:spTgt spid="624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2471"/>
                                        </p:tgtEl>
                                        <p:attrNameLst>
                                          <p:attrName>style.visibility</p:attrName>
                                        </p:attrNameLst>
                                      </p:cBhvr>
                                      <p:to>
                                        <p:strVal val="visible"/>
                                      </p:to>
                                    </p:set>
                                    <p:animEffect transition="in" filter="wipe(left)">
                                      <p:cBhvr>
                                        <p:cTn id="17" dur="500"/>
                                        <p:tgtEl>
                                          <p:spTgt spid="624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Number Placeholder 5">
            <a:extLst>
              <a:ext uri="{FF2B5EF4-FFF2-40B4-BE49-F238E27FC236}">
                <a16:creationId xmlns:a16="http://schemas.microsoft.com/office/drawing/2014/main" id="{03AE8331-AC43-1941-8BFA-EF97B1576B5D}"/>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DE706460-41A3-0A4B-B9DE-0DA4E218E9A1}" type="slidenum">
              <a:rPr kumimoji="0" lang="zh-CN" altLang="en-US" sz="1200"/>
              <a:pPr/>
              <a:t>23</a:t>
            </a:fld>
            <a:endParaRPr kumimoji="0" lang="en-US" altLang="zh-CN" sz="1200"/>
          </a:p>
        </p:txBody>
      </p:sp>
      <p:sp>
        <p:nvSpPr>
          <p:cNvPr id="114690" name="Rectangle 2">
            <a:extLst>
              <a:ext uri="{FF2B5EF4-FFF2-40B4-BE49-F238E27FC236}">
                <a16:creationId xmlns:a16="http://schemas.microsoft.com/office/drawing/2014/main" id="{3C1F149E-F6D6-DB42-9908-ADAC505D1B90}"/>
              </a:ext>
            </a:extLst>
          </p:cNvPr>
          <p:cNvSpPr>
            <a:spLocks noGrp="1" noChangeArrowheads="1"/>
          </p:cNvSpPr>
          <p:nvPr>
            <p:ph type="title"/>
          </p:nvPr>
        </p:nvSpPr>
        <p:spPr>
          <a:xfrm>
            <a:off x="304800" y="304800"/>
            <a:ext cx="6512511" cy="1143000"/>
          </a:xfrm>
        </p:spPr>
        <p:txBody>
          <a:bodyPr/>
          <a:lstStyle/>
          <a:p>
            <a:pPr marL="320040" indent="-320040" algn="l" fontAlgn="auto">
              <a:spcAft>
                <a:spcPts val="0"/>
              </a:spcAft>
              <a:buClr>
                <a:schemeClr val="accent6">
                  <a:lumMod val="75000"/>
                </a:schemeClr>
              </a:buClr>
              <a:defRPr/>
            </a:pPr>
            <a:r>
              <a:rPr lang="zh-CN" altLang="en-US" dirty="0">
                <a:ea typeface="+mj-ea"/>
                <a:cs typeface="+mj-cs"/>
              </a:rPr>
              <a:t>例：</a:t>
            </a:r>
          </a:p>
        </p:txBody>
      </p:sp>
      <p:sp>
        <p:nvSpPr>
          <p:cNvPr id="114691" name="Rectangle 3">
            <a:extLst>
              <a:ext uri="{FF2B5EF4-FFF2-40B4-BE49-F238E27FC236}">
                <a16:creationId xmlns:a16="http://schemas.microsoft.com/office/drawing/2014/main" id="{3C2C77EA-CB63-F446-82E8-ACE417216636}"/>
              </a:ext>
            </a:extLst>
          </p:cNvPr>
          <p:cNvSpPr>
            <a:spLocks noGrp="1" noChangeArrowheads="1"/>
          </p:cNvSpPr>
          <p:nvPr>
            <p:ph sz="quarter" idx="13"/>
          </p:nvPr>
        </p:nvSpPr>
        <p:spPr>
          <a:xfrm>
            <a:off x="152400" y="1676400"/>
            <a:ext cx="5334000" cy="4572000"/>
          </a:xfrm>
        </p:spPr>
        <p:txBody>
          <a:bodyPr/>
          <a:lstStyle/>
          <a:p>
            <a:pPr marL="609600" indent="-609600"/>
            <a:r>
              <a:rPr kumimoji="0" lang="zh-CN" altLang="en-US" sz="3200">
                <a:latin typeface="Arial" panose="020B0604020202020204" pitchFamily="34" charset="0"/>
                <a:ea typeface="楷体_GB2312" pitchFamily="49" charset="-122"/>
              </a:rPr>
              <a:t>是否存在带有下列度的有</a:t>
            </a:r>
            <a:r>
              <a:rPr kumimoji="0" lang="en-US" altLang="zh-CN" sz="3200">
                <a:latin typeface="Arial" panose="020B0604020202020204" pitchFamily="34" charset="0"/>
                <a:ea typeface="楷体_GB2312" pitchFamily="49" charset="-122"/>
              </a:rPr>
              <a:t>5</a:t>
            </a:r>
            <a:r>
              <a:rPr kumimoji="0" lang="zh-CN" altLang="en-US" sz="3200">
                <a:latin typeface="Arial" panose="020B0604020202020204" pitchFamily="34" charset="0"/>
                <a:ea typeface="楷体_GB2312" pitchFamily="49" charset="-122"/>
              </a:rPr>
              <a:t>个点的简单图？若有，画出这样的图。</a:t>
            </a:r>
          </a:p>
          <a:p>
            <a:pPr marL="609600" indent="-609600">
              <a:buFont typeface="Wingdings" pitchFamily="2" charset="2"/>
              <a:buAutoNum type="arabicParenR"/>
            </a:pPr>
            <a:r>
              <a:rPr kumimoji="0" lang="en-US" altLang="zh-CN" sz="3200">
                <a:latin typeface="Arial" panose="020B0604020202020204" pitchFamily="34" charset="0"/>
                <a:ea typeface="楷体_GB2312" pitchFamily="49" charset="-122"/>
              </a:rPr>
              <a:t>0, 1, 2, 2, 3</a:t>
            </a:r>
          </a:p>
          <a:p>
            <a:pPr marL="609600" indent="-609600">
              <a:buFont typeface="Wingdings" pitchFamily="2" charset="2"/>
              <a:buAutoNum type="arabicParenR"/>
            </a:pPr>
            <a:r>
              <a:rPr kumimoji="0" lang="en-US" altLang="zh-CN" sz="3200">
                <a:latin typeface="Arial" panose="020B0604020202020204" pitchFamily="34" charset="0"/>
                <a:ea typeface="楷体_GB2312" pitchFamily="49" charset="-122"/>
              </a:rPr>
              <a:t>3, 4, 3, 4, 3</a:t>
            </a:r>
          </a:p>
          <a:p>
            <a:pPr marL="609600" indent="-609600">
              <a:buFont typeface="Wingdings" pitchFamily="2" charset="2"/>
              <a:buAutoNum type="arabicParenR"/>
            </a:pPr>
            <a:r>
              <a:rPr kumimoji="0" lang="en-US" altLang="zh-CN" sz="3200">
                <a:latin typeface="Arial" panose="020B0604020202020204" pitchFamily="34" charset="0"/>
                <a:ea typeface="楷体_GB2312" pitchFamily="49" charset="-122"/>
              </a:rPr>
              <a:t>1, 2, 3, 4, 4</a:t>
            </a:r>
          </a:p>
        </p:txBody>
      </p:sp>
      <p:grpSp>
        <p:nvGrpSpPr>
          <p:cNvPr id="114708" name="Group 20">
            <a:extLst>
              <a:ext uri="{FF2B5EF4-FFF2-40B4-BE49-F238E27FC236}">
                <a16:creationId xmlns:a16="http://schemas.microsoft.com/office/drawing/2014/main" id="{90968128-B6F3-D94A-9DEE-F3F845EFFBBD}"/>
              </a:ext>
            </a:extLst>
          </p:cNvPr>
          <p:cNvGrpSpPr>
            <a:grpSpLocks/>
          </p:cNvGrpSpPr>
          <p:nvPr/>
        </p:nvGrpSpPr>
        <p:grpSpPr bwMode="auto">
          <a:xfrm>
            <a:off x="5638800" y="3124200"/>
            <a:ext cx="2286000" cy="2133600"/>
            <a:chOff x="3552" y="1968"/>
            <a:chExt cx="1440" cy="1344"/>
          </a:xfrm>
        </p:grpSpPr>
        <p:sp>
          <p:nvSpPr>
            <p:cNvPr id="25606" name="Line 6">
              <a:extLst>
                <a:ext uri="{FF2B5EF4-FFF2-40B4-BE49-F238E27FC236}">
                  <a16:creationId xmlns:a16="http://schemas.microsoft.com/office/drawing/2014/main" id="{5CC21AE7-B9FD-BC4C-BB86-70EECF41EC2C}"/>
                </a:ext>
              </a:extLst>
            </p:cNvPr>
            <p:cNvSpPr>
              <a:spLocks noChangeShapeType="1"/>
            </p:cNvSpPr>
            <p:nvPr/>
          </p:nvSpPr>
          <p:spPr bwMode="auto">
            <a:xfrm flipV="1">
              <a:off x="3600" y="2016"/>
              <a:ext cx="672" cy="40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25607" name="Oval 7">
              <a:extLst>
                <a:ext uri="{FF2B5EF4-FFF2-40B4-BE49-F238E27FC236}">
                  <a16:creationId xmlns:a16="http://schemas.microsoft.com/office/drawing/2014/main" id="{6B77E1B6-C53F-CC45-BEB4-006D81A459D7}"/>
                </a:ext>
              </a:extLst>
            </p:cNvPr>
            <p:cNvSpPr>
              <a:spLocks noChangeArrowheads="1"/>
            </p:cNvSpPr>
            <p:nvPr/>
          </p:nvSpPr>
          <p:spPr bwMode="auto">
            <a:xfrm>
              <a:off x="3552" y="2373"/>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25608" name="Oval 8">
              <a:extLst>
                <a:ext uri="{FF2B5EF4-FFF2-40B4-BE49-F238E27FC236}">
                  <a16:creationId xmlns:a16="http://schemas.microsoft.com/office/drawing/2014/main" id="{8703120D-23E0-664B-B098-A7B9A79BD40A}"/>
                </a:ext>
              </a:extLst>
            </p:cNvPr>
            <p:cNvSpPr>
              <a:spLocks noChangeArrowheads="1"/>
            </p:cNvSpPr>
            <p:nvPr/>
          </p:nvSpPr>
          <p:spPr bwMode="auto">
            <a:xfrm>
              <a:off x="3552"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25609" name="Oval 9">
              <a:extLst>
                <a:ext uri="{FF2B5EF4-FFF2-40B4-BE49-F238E27FC236}">
                  <a16:creationId xmlns:a16="http://schemas.microsoft.com/office/drawing/2014/main" id="{0B6B197E-1D84-EC49-BDCD-476D649B80D4}"/>
                </a:ext>
              </a:extLst>
            </p:cNvPr>
            <p:cNvSpPr>
              <a:spLocks noChangeArrowheads="1"/>
            </p:cNvSpPr>
            <p:nvPr/>
          </p:nvSpPr>
          <p:spPr bwMode="auto">
            <a:xfrm>
              <a:off x="4896" y="240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25610" name="Oval 10">
              <a:extLst>
                <a:ext uri="{FF2B5EF4-FFF2-40B4-BE49-F238E27FC236}">
                  <a16:creationId xmlns:a16="http://schemas.microsoft.com/office/drawing/2014/main" id="{DEEB0E78-EECF-004C-B163-6A6B9A618D62}"/>
                </a:ext>
              </a:extLst>
            </p:cNvPr>
            <p:cNvSpPr>
              <a:spLocks noChangeArrowheads="1"/>
            </p:cNvSpPr>
            <p:nvPr/>
          </p:nvSpPr>
          <p:spPr bwMode="auto">
            <a:xfrm>
              <a:off x="4224" y="196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25611" name="Line 15">
              <a:extLst>
                <a:ext uri="{FF2B5EF4-FFF2-40B4-BE49-F238E27FC236}">
                  <a16:creationId xmlns:a16="http://schemas.microsoft.com/office/drawing/2014/main" id="{90195EE6-59BF-364F-A1E2-76C7A0AC6395}"/>
                </a:ext>
              </a:extLst>
            </p:cNvPr>
            <p:cNvSpPr>
              <a:spLocks noChangeShapeType="1"/>
            </p:cNvSpPr>
            <p:nvPr/>
          </p:nvSpPr>
          <p:spPr bwMode="auto">
            <a:xfrm flipH="1" flipV="1">
              <a:off x="4272" y="2016"/>
              <a:ext cx="720" cy="43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25612" name="Line 16">
              <a:extLst>
                <a:ext uri="{FF2B5EF4-FFF2-40B4-BE49-F238E27FC236}">
                  <a16:creationId xmlns:a16="http://schemas.microsoft.com/office/drawing/2014/main" id="{2207EA05-CA16-6B4D-8511-19A3236B932A}"/>
                </a:ext>
              </a:extLst>
            </p:cNvPr>
            <p:cNvSpPr>
              <a:spLocks noChangeShapeType="1"/>
            </p:cNvSpPr>
            <p:nvPr/>
          </p:nvSpPr>
          <p:spPr bwMode="auto">
            <a:xfrm flipV="1">
              <a:off x="3600" y="2448"/>
              <a:ext cx="139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25613" name="Line 17">
              <a:extLst>
                <a:ext uri="{FF2B5EF4-FFF2-40B4-BE49-F238E27FC236}">
                  <a16:creationId xmlns:a16="http://schemas.microsoft.com/office/drawing/2014/main" id="{55B2882F-F1A6-8D42-AA71-97BE6F4DA21A}"/>
                </a:ext>
              </a:extLst>
            </p:cNvPr>
            <p:cNvSpPr>
              <a:spLocks noChangeShapeType="1"/>
            </p:cNvSpPr>
            <p:nvPr/>
          </p:nvSpPr>
          <p:spPr bwMode="auto">
            <a:xfrm flipV="1">
              <a:off x="3600" y="2448"/>
              <a:ext cx="0" cy="81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25614" name="Oval 19">
              <a:extLst>
                <a:ext uri="{FF2B5EF4-FFF2-40B4-BE49-F238E27FC236}">
                  <a16:creationId xmlns:a16="http://schemas.microsoft.com/office/drawing/2014/main" id="{D16A6675-5732-D449-8F2D-47DEE9541054}"/>
                </a:ext>
              </a:extLst>
            </p:cNvPr>
            <p:cNvSpPr>
              <a:spLocks noChangeArrowheads="1"/>
            </p:cNvSpPr>
            <p:nvPr/>
          </p:nvSpPr>
          <p:spPr bwMode="auto">
            <a:xfrm>
              <a:off x="4896"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114708"/>
                                        </p:tgtEl>
                                        <p:attrNameLst>
                                          <p:attrName>style.visibility</p:attrName>
                                        </p:attrNameLst>
                                      </p:cBhvr>
                                      <p:to>
                                        <p:strVal val="visible"/>
                                      </p:to>
                                    </p:set>
                                    <p:anim calcmode="lin" valueType="num">
                                      <p:cBhvr>
                                        <p:cTn id="7" dur="1000" fill="hold"/>
                                        <p:tgtEl>
                                          <p:spTgt spid="114708"/>
                                        </p:tgtEl>
                                        <p:attrNameLst>
                                          <p:attrName>ppt_w</p:attrName>
                                        </p:attrNameLst>
                                      </p:cBhvr>
                                      <p:tavLst>
                                        <p:tav tm="0">
                                          <p:val>
                                            <p:fltVal val="0"/>
                                          </p:val>
                                        </p:tav>
                                        <p:tav tm="100000">
                                          <p:val>
                                            <p:strVal val="#ppt_w"/>
                                          </p:val>
                                        </p:tav>
                                      </p:tavLst>
                                    </p:anim>
                                    <p:anim calcmode="lin" valueType="num">
                                      <p:cBhvr>
                                        <p:cTn id="8" dur="1000" fill="hold"/>
                                        <p:tgtEl>
                                          <p:spTgt spid="114708"/>
                                        </p:tgtEl>
                                        <p:attrNameLst>
                                          <p:attrName>ppt_h</p:attrName>
                                        </p:attrNameLst>
                                      </p:cBhvr>
                                      <p:tavLst>
                                        <p:tav tm="0">
                                          <p:val>
                                            <p:fltVal val="0"/>
                                          </p:val>
                                        </p:tav>
                                        <p:tav tm="100000">
                                          <p:val>
                                            <p:strVal val="#ppt_h"/>
                                          </p:val>
                                        </p:tav>
                                      </p:tavLst>
                                    </p:anim>
                                    <p:anim calcmode="lin" valueType="num">
                                      <p:cBhvr>
                                        <p:cTn id="9" dur="1000" fill="hold"/>
                                        <p:tgtEl>
                                          <p:spTgt spid="114708"/>
                                        </p:tgtEl>
                                        <p:attrNameLst>
                                          <p:attrName>style.rotation</p:attrName>
                                        </p:attrNameLst>
                                      </p:cBhvr>
                                      <p:tavLst>
                                        <p:tav tm="0">
                                          <p:val>
                                            <p:fltVal val="90"/>
                                          </p:val>
                                        </p:tav>
                                        <p:tav tm="100000">
                                          <p:val>
                                            <p:fltVal val="0"/>
                                          </p:val>
                                        </p:tav>
                                      </p:tavLst>
                                    </p:anim>
                                    <p:animEffect transition="in" filter="fade">
                                      <p:cBhvr>
                                        <p:cTn id="10" dur="1000"/>
                                        <p:tgtEl>
                                          <p:spTgt spid="11470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114691">
                                            <p:txEl>
                                              <p:pRg st="2" end="2"/>
                                            </p:txEl>
                                          </p:spTgt>
                                        </p:tgtEl>
                                        <p:attrNameLst>
                                          <p:attrName>style.visibility</p:attrName>
                                        </p:attrNameLst>
                                      </p:cBhvr>
                                      <p:to>
                                        <p:strVal val="visible"/>
                                      </p:to>
                                    </p:set>
                                    <p:animEffect transition="in" filter="wipe(left)">
                                      <p:cBhvr>
                                        <p:cTn id="15" dur="500"/>
                                        <p:tgtEl>
                                          <p:spTgt spid="114691">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14691">
                                            <p:txEl>
                                              <p:pRg st="3" end="3"/>
                                            </p:txEl>
                                          </p:spTgt>
                                        </p:tgtEl>
                                        <p:attrNameLst>
                                          <p:attrName>style.visibility</p:attrName>
                                        </p:attrNameLst>
                                      </p:cBhvr>
                                      <p:to>
                                        <p:strVal val="visible"/>
                                      </p:to>
                                    </p:set>
                                    <p:animEffect transition="in" filter="wipe(left)">
                                      <p:cBhvr>
                                        <p:cTn id="20" dur="500"/>
                                        <p:tgtEl>
                                          <p:spTgt spid="1146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5" name="Slide Number Placeholder 5">
            <a:extLst>
              <a:ext uri="{FF2B5EF4-FFF2-40B4-BE49-F238E27FC236}">
                <a16:creationId xmlns:a16="http://schemas.microsoft.com/office/drawing/2014/main" id="{F0DC886A-3B83-F242-9861-904A0E7B2C48}"/>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AC932AD2-0D3C-A646-8970-87CD987242BC}" type="slidenum">
              <a:rPr kumimoji="0" lang="zh-CN" altLang="en-US" sz="1200"/>
              <a:pPr/>
              <a:t>24</a:t>
            </a:fld>
            <a:endParaRPr kumimoji="0" lang="en-US" altLang="zh-CN" sz="1200"/>
          </a:p>
        </p:txBody>
      </p:sp>
      <p:sp>
        <p:nvSpPr>
          <p:cNvPr id="63490" name="Rectangle 2">
            <a:extLst>
              <a:ext uri="{FF2B5EF4-FFF2-40B4-BE49-F238E27FC236}">
                <a16:creationId xmlns:a16="http://schemas.microsoft.com/office/drawing/2014/main" id="{8EE7F345-D699-E64D-A1D8-1F07FE4444FB}"/>
              </a:ext>
            </a:extLst>
          </p:cNvPr>
          <p:cNvSpPr>
            <a:spLocks noGrp="1" noChangeArrowheads="1"/>
          </p:cNvSpPr>
          <p:nvPr>
            <p:ph type="title"/>
          </p:nvPr>
        </p:nvSpPr>
        <p:spPr>
          <a:xfrm>
            <a:off x="76200" y="381000"/>
            <a:ext cx="7772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定理 4.1.2</a:t>
            </a:r>
          </a:p>
        </p:txBody>
      </p:sp>
      <p:sp>
        <p:nvSpPr>
          <p:cNvPr id="47107" name="Rectangle 3">
            <a:extLst>
              <a:ext uri="{FF2B5EF4-FFF2-40B4-BE49-F238E27FC236}">
                <a16:creationId xmlns:a16="http://schemas.microsoft.com/office/drawing/2014/main" id="{647E0D57-38B7-A04A-806F-B8FDFAC8E04C}"/>
              </a:ext>
            </a:extLst>
          </p:cNvPr>
          <p:cNvSpPr>
            <a:spLocks noGrp="1" noChangeArrowheads="1"/>
          </p:cNvSpPr>
          <p:nvPr>
            <p:ph sz="quarter" idx="13"/>
          </p:nvPr>
        </p:nvSpPr>
        <p:spPr>
          <a:xfrm>
            <a:off x="76200" y="1371600"/>
            <a:ext cx="8077200" cy="457200"/>
          </a:xfrm>
        </p:spPr>
        <p:txBody>
          <a:bodyPr/>
          <a:lstStyle/>
          <a:p>
            <a:pPr marL="0" indent="0">
              <a:lnSpc>
                <a:spcPct val="90000"/>
              </a:lnSpc>
            </a:pPr>
            <a:r>
              <a:rPr kumimoji="0" lang="zh-CN" altLang="en-US" sz="3200">
                <a:latin typeface="宋体" panose="02010600030101010101" pitchFamily="2" charset="-122"/>
                <a:ea typeface="楷体_GB2312" pitchFamily="49" charset="-122"/>
              </a:rPr>
              <a:t>任一有限图中，奇数度的点的个数为偶数。</a:t>
            </a:r>
            <a:endParaRPr kumimoji="0" lang="zh-CN" altLang="en-US" sz="3200">
              <a:latin typeface="Times New Roman" panose="02020603050405020304" pitchFamily="18" charset="0"/>
              <a:ea typeface="楷体_GB2312" pitchFamily="49" charset="-122"/>
            </a:endParaRPr>
          </a:p>
        </p:txBody>
      </p:sp>
      <p:grpSp>
        <p:nvGrpSpPr>
          <p:cNvPr id="63503" name="Group 15">
            <a:extLst>
              <a:ext uri="{FF2B5EF4-FFF2-40B4-BE49-F238E27FC236}">
                <a16:creationId xmlns:a16="http://schemas.microsoft.com/office/drawing/2014/main" id="{12575668-DB63-D14B-9B39-A55BC9C03051}"/>
              </a:ext>
            </a:extLst>
          </p:cNvPr>
          <p:cNvGrpSpPr>
            <a:grpSpLocks/>
          </p:cNvGrpSpPr>
          <p:nvPr/>
        </p:nvGrpSpPr>
        <p:grpSpPr bwMode="auto">
          <a:xfrm>
            <a:off x="1143000" y="4594225"/>
            <a:ext cx="6842125" cy="1595438"/>
            <a:chOff x="720" y="2894"/>
            <a:chExt cx="4310" cy="1005"/>
          </a:xfrm>
        </p:grpSpPr>
        <p:sp>
          <p:nvSpPr>
            <p:cNvPr id="47111" name="Rectangle 11">
              <a:extLst>
                <a:ext uri="{FF2B5EF4-FFF2-40B4-BE49-F238E27FC236}">
                  <a16:creationId xmlns:a16="http://schemas.microsoft.com/office/drawing/2014/main" id="{1B32CF2C-6F9D-B340-858A-7DD2B83875A0}"/>
                </a:ext>
              </a:extLst>
            </p:cNvPr>
            <p:cNvSpPr>
              <a:spLocks noChangeArrowheads="1"/>
            </p:cNvSpPr>
            <p:nvPr/>
          </p:nvSpPr>
          <p:spPr bwMode="auto">
            <a:xfrm>
              <a:off x="720" y="2894"/>
              <a:ext cx="4310" cy="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nSpc>
                  <a:spcPct val="140000"/>
                </a:lnSpc>
                <a:spcBef>
                  <a:spcPct val="20000"/>
                </a:spcBef>
                <a:buClr>
                  <a:schemeClr val="tx2"/>
                </a:buClr>
                <a:buFont typeface="Wingdings" pitchFamily="2" charset="2"/>
                <a:buNone/>
              </a:pPr>
              <a:r>
                <a:rPr lang="zh-CN" altLang="en-US" sz="3200">
                  <a:latin typeface="Times New Roman" panose="02020603050405020304" pitchFamily="18" charset="0"/>
                  <a:ea typeface="楷体_GB2312" pitchFamily="49" charset="-122"/>
                </a:rPr>
                <a:t>是偶数。因为             是偶数。所以 </a:t>
              </a:r>
              <a:br>
                <a:rPr lang="zh-CN" altLang="en-US" sz="3200">
                  <a:latin typeface="Times New Roman" panose="02020603050405020304" pitchFamily="18" charset="0"/>
                  <a:ea typeface="楷体_GB2312" pitchFamily="49" charset="-122"/>
                </a:rPr>
              </a:br>
              <a:r>
                <a:rPr lang="zh-CN" altLang="en-US" sz="3200">
                  <a:latin typeface="Times New Roman" panose="02020603050405020304" pitchFamily="18" charset="0"/>
                  <a:ea typeface="楷体_GB2312" pitchFamily="49" charset="-122"/>
                </a:rPr>
                <a:t>            是偶数，故</a:t>
              </a:r>
              <a:r>
                <a:rPr lang="en-US" altLang="zh-CN" sz="3200">
                  <a:latin typeface="Times New Roman" panose="02020603050405020304" pitchFamily="18" charset="0"/>
                  <a:ea typeface="楷体_GB2312" pitchFamily="49" charset="-122"/>
                </a:rPr>
                <a:t>S</a:t>
              </a:r>
              <a:r>
                <a:rPr lang="en-US" altLang="zh-CN" sz="3200" baseline="-30000">
                  <a:latin typeface="Times New Roman" panose="02020603050405020304" pitchFamily="18" charset="0"/>
                  <a:ea typeface="楷体_GB2312" pitchFamily="49" charset="-122"/>
                </a:rPr>
                <a:t>1</a:t>
              </a:r>
              <a:r>
                <a:rPr lang="zh-CN" altLang="en-US" sz="3200">
                  <a:latin typeface="Times New Roman" panose="02020603050405020304" pitchFamily="18" charset="0"/>
                  <a:ea typeface="楷体_GB2312" pitchFamily="49" charset="-122"/>
                </a:rPr>
                <a:t>的元数是偶数。 </a:t>
              </a:r>
            </a:p>
          </p:txBody>
        </p:sp>
        <p:graphicFrame>
          <p:nvGraphicFramePr>
            <p:cNvPr id="47112" name="Object 6">
              <a:extLst>
                <a:ext uri="{FF2B5EF4-FFF2-40B4-BE49-F238E27FC236}">
                  <a16:creationId xmlns:a16="http://schemas.microsoft.com/office/drawing/2014/main" id="{4BBAA0D9-6C64-EB4D-90A6-249DFDEA22ED}"/>
                </a:ext>
              </a:extLst>
            </p:cNvPr>
            <p:cNvGraphicFramePr>
              <a:graphicFrameLocks noChangeAspect="1"/>
            </p:cNvGraphicFramePr>
            <p:nvPr/>
          </p:nvGraphicFramePr>
          <p:xfrm>
            <a:off x="2383" y="3018"/>
            <a:ext cx="718" cy="449"/>
          </p:xfrm>
          <a:graphic>
            <a:graphicData uri="http://schemas.openxmlformats.org/presentationml/2006/ole">
              <mc:AlternateContent xmlns:mc="http://schemas.openxmlformats.org/markup-compatibility/2006">
                <mc:Choice xmlns:v="urn:schemas-microsoft-com:vml" Requires="v">
                  <p:oleObj spid="_x0000_s47132" name="公式" r:id="rId3" imgW="635000" imgH="393700" progId="Equation.3">
                    <p:embed/>
                  </p:oleObj>
                </mc:Choice>
                <mc:Fallback>
                  <p:oleObj name="公式" r:id="rId3" imgW="635000" imgH="3937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3" y="3018"/>
                          <a:ext cx="718"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3" name="Object 7">
              <a:extLst>
                <a:ext uri="{FF2B5EF4-FFF2-40B4-BE49-F238E27FC236}">
                  <a16:creationId xmlns:a16="http://schemas.microsoft.com/office/drawing/2014/main" id="{FF89FFCE-7572-B645-B0CE-FFDC3FD95ED4}"/>
                </a:ext>
              </a:extLst>
            </p:cNvPr>
            <p:cNvGraphicFramePr>
              <a:graphicFrameLocks noChangeAspect="1"/>
            </p:cNvGraphicFramePr>
            <p:nvPr/>
          </p:nvGraphicFramePr>
          <p:xfrm>
            <a:off x="798" y="3450"/>
            <a:ext cx="702" cy="449"/>
          </p:xfrm>
          <a:graphic>
            <a:graphicData uri="http://schemas.openxmlformats.org/presentationml/2006/ole">
              <mc:AlternateContent xmlns:mc="http://schemas.openxmlformats.org/markup-compatibility/2006">
                <mc:Choice xmlns:v="urn:schemas-microsoft-com:vml" Requires="v">
                  <p:oleObj spid="_x0000_s47133" name="公式" r:id="rId5" imgW="622300" imgH="393700" progId="Equation.3">
                    <p:embed/>
                  </p:oleObj>
                </mc:Choice>
                <mc:Fallback>
                  <p:oleObj name="公式" r:id="rId5" imgW="622300" imgH="3937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8" y="3450"/>
                          <a:ext cx="702"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63493" name="Object 5">
            <a:extLst>
              <a:ext uri="{FF2B5EF4-FFF2-40B4-BE49-F238E27FC236}">
                <a16:creationId xmlns:a16="http://schemas.microsoft.com/office/drawing/2014/main" id="{7877671D-4921-8648-8167-49440BAD3FEA}"/>
              </a:ext>
            </a:extLst>
          </p:cNvPr>
          <p:cNvGraphicFramePr>
            <a:graphicFrameLocks noChangeAspect="1"/>
          </p:cNvGraphicFramePr>
          <p:nvPr/>
        </p:nvGraphicFramePr>
        <p:xfrm>
          <a:off x="3124200" y="3622675"/>
          <a:ext cx="2859088" cy="873125"/>
        </p:xfrm>
        <a:graphic>
          <a:graphicData uri="http://schemas.openxmlformats.org/presentationml/2006/ole">
            <mc:AlternateContent xmlns:mc="http://schemas.openxmlformats.org/markup-compatibility/2006">
              <mc:Choice xmlns:v="urn:schemas-microsoft-com:vml" Requires="v">
                <p:oleObj spid="_x0000_s47134" name="公式" r:id="rId7" imgW="1333500" imgH="393700" progId="Equation.3">
                  <p:embed/>
                </p:oleObj>
              </mc:Choice>
              <mc:Fallback>
                <p:oleObj name="公式" r:id="rId7" imgW="1333500" imgH="3937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4200" y="3622675"/>
                        <a:ext cx="2859088"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497" name="Rectangle 9">
            <a:extLst>
              <a:ext uri="{FF2B5EF4-FFF2-40B4-BE49-F238E27FC236}">
                <a16:creationId xmlns:a16="http://schemas.microsoft.com/office/drawing/2014/main" id="{BA6A0314-DA8C-8C4B-86B8-2951C8C3953A}"/>
              </a:ext>
            </a:extLst>
          </p:cNvPr>
          <p:cNvSpPr>
            <a:spLocks noChangeArrowheads="1"/>
          </p:cNvSpPr>
          <p:nvPr/>
        </p:nvSpPr>
        <p:spPr bwMode="auto">
          <a:xfrm>
            <a:off x="76200" y="2070100"/>
            <a:ext cx="8458200" cy="135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62050" indent="-1162050">
              <a:tabLst>
                <a:tab pos="1162050" algn="l"/>
              </a:tabLst>
              <a:defRPr kumimoji="1" sz="2400">
                <a:solidFill>
                  <a:schemeClr val="tx1"/>
                </a:solidFill>
                <a:latin typeface="Arial" panose="020B0604020202020204" pitchFamily="34" charset="0"/>
                <a:ea typeface="宋体" panose="02010600030101010101" pitchFamily="2" charset="-122"/>
              </a:defRPr>
            </a:lvl1pPr>
            <a:lvl2pPr marL="742950" indent="-285750">
              <a:tabLst>
                <a:tab pos="1162050" algn="l"/>
              </a:tabLst>
              <a:defRPr kumimoji="1" sz="2400">
                <a:solidFill>
                  <a:schemeClr val="tx1"/>
                </a:solidFill>
                <a:latin typeface="Arial" panose="020B0604020202020204" pitchFamily="34" charset="0"/>
                <a:ea typeface="宋体" panose="02010600030101010101" pitchFamily="2" charset="-122"/>
              </a:defRPr>
            </a:lvl2pPr>
            <a:lvl3pPr marL="1143000" indent="-228600">
              <a:tabLst>
                <a:tab pos="1162050" algn="l"/>
              </a:tabLst>
              <a:defRPr kumimoji="1" sz="2400">
                <a:solidFill>
                  <a:schemeClr val="tx1"/>
                </a:solidFill>
                <a:latin typeface="Arial" panose="020B0604020202020204" pitchFamily="34" charset="0"/>
                <a:ea typeface="宋体" panose="02010600030101010101" pitchFamily="2" charset="-122"/>
              </a:defRPr>
            </a:lvl3pPr>
            <a:lvl4pPr marL="1600200" indent="-228600">
              <a:tabLst>
                <a:tab pos="1162050" algn="l"/>
              </a:tabLst>
              <a:defRPr kumimoji="1" sz="2400">
                <a:solidFill>
                  <a:schemeClr val="tx1"/>
                </a:solidFill>
                <a:latin typeface="Arial" panose="020B0604020202020204" pitchFamily="34" charset="0"/>
                <a:ea typeface="宋体" panose="02010600030101010101" pitchFamily="2" charset="-122"/>
              </a:defRPr>
            </a:lvl4pPr>
            <a:lvl5pPr marL="2057400" indent="-228600">
              <a:tabLst>
                <a:tab pos="1162050" algn="l"/>
              </a:tabLst>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1162050" algn="l"/>
              </a:tabLs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1162050" algn="l"/>
              </a:tabLs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1162050" algn="l"/>
              </a:tabLs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1162050" algn="l"/>
              </a:tabLst>
              <a:defRPr kumimoji="1" sz="2400">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sz="3200">
                <a:solidFill>
                  <a:srgbClr val="4E67C8"/>
                </a:solidFill>
                <a:latin typeface="Times New Roman" panose="02020603050405020304" pitchFamily="18" charset="0"/>
                <a:ea typeface="楷体_GB2312" pitchFamily="49" charset="-122"/>
              </a:rPr>
              <a:t>证明：</a:t>
            </a:r>
            <a:r>
              <a:rPr lang="zh-CN" altLang="en-US" sz="3200">
                <a:latin typeface="Times New Roman" panose="02020603050405020304" pitchFamily="18" charset="0"/>
                <a:ea typeface="楷体_GB2312" pitchFamily="49" charset="-122"/>
              </a:rPr>
              <a:t>设</a:t>
            </a:r>
            <a:r>
              <a:rPr lang="en-US" altLang="zh-CN" sz="3200">
                <a:latin typeface="Times New Roman" panose="02020603050405020304" pitchFamily="18" charset="0"/>
                <a:ea typeface="楷体_GB2312" pitchFamily="49" charset="-122"/>
              </a:rPr>
              <a:t>S</a:t>
            </a:r>
            <a:r>
              <a:rPr lang="en-US" altLang="zh-CN" sz="3200" baseline="-30000">
                <a:latin typeface="Times New Roman" panose="02020603050405020304" pitchFamily="18" charset="0"/>
                <a:ea typeface="楷体_GB2312" pitchFamily="49" charset="-122"/>
              </a:rPr>
              <a:t>1</a:t>
            </a:r>
            <a:r>
              <a:rPr lang="en-US" altLang="zh-CN" sz="3200">
                <a:latin typeface="Times New Roman" panose="02020603050405020304" pitchFamily="18" charset="0"/>
                <a:ea typeface="楷体_GB2312" pitchFamily="49" charset="-122"/>
              </a:rPr>
              <a:t>，S</a:t>
            </a:r>
            <a:r>
              <a:rPr lang="en-US" altLang="zh-CN" sz="3200" baseline="-30000">
                <a:latin typeface="Times New Roman" panose="02020603050405020304" pitchFamily="18" charset="0"/>
                <a:ea typeface="楷体_GB2312" pitchFamily="49" charset="-122"/>
              </a:rPr>
              <a:t>2</a:t>
            </a:r>
            <a:r>
              <a:rPr lang="zh-CN" altLang="en-US" sz="3200">
                <a:latin typeface="Times New Roman" panose="02020603050405020304" pitchFamily="18" charset="0"/>
                <a:ea typeface="楷体_GB2312" pitchFamily="49" charset="-122"/>
              </a:rPr>
              <a:t>分别是图</a:t>
            </a:r>
            <a:r>
              <a:rPr lang="en-US" altLang="zh-CN" sz="3200">
                <a:latin typeface="Times New Roman" panose="02020603050405020304" pitchFamily="18" charset="0"/>
                <a:ea typeface="楷体_GB2312" pitchFamily="49" charset="-122"/>
              </a:rPr>
              <a:t>G</a:t>
            </a:r>
            <a:r>
              <a:rPr lang="zh-CN" altLang="en-US" sz="3200">
                <a:latin typeface="Times New Roman" panose="02020603050405020304" pitchFamily="18" charset="0"/>
                <a:ea typeface="楷体_GB2312" pitchFamily="49" charset="-122"/>
              </a:rPr>
              <a:t>中有奇数度的点和有偶数度的点的集合，由定理4.1.1知</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63497"/>
                                        </p:tgtEl>
                                        <p:attrNameLst>
                                          <p:attrName>style.visibility</p:attrName>
                                        </p:attrNameLst>
                                      </p:cBhvr>
                                      <p:to>
                                        <p:strVal val="visible"/>
                                      </p:to>
                                    </p:set>
                                    <p:anim calcmode="discrete" valueType="clr">
                                      <p:cBhvr override="childStyle">
                                        <p:cTn id="7" dur="80"/>
                                        <p:tgtEl>
                                          <p:spTgt spid="6349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63497"/>
                                        </p:tgtEl>
                                        <p:attrNameLst>
                                          <p:attrName>fillcolor</p:attrName>
                                        </p:attrNameLst>
                                      </p:cBhvr>
                                      <p:tavLst>
                                        <p:tav tm="0">
                                          <p:val>
                                            <p:clrVal>
                                              <a:schemeClr val="accent2"/>
                                            </p:clrVal>
                                          </p:val>
                                        </p:tav>
                                        <p:tav tm="50000">
                                          <p:val>
                                            <p:clrVal>
                                              <a:schemeClr val="hlink"/>
                                            </p:clrVal>
                                          </p:val>
                                        </p:tav>
                                      </p:tavLst>
                                    </p:anim>
                                    <p:set>
                                      <p:cBhvr>
                                        <p:cTn id="9" dur="80"/>
                                        <p:tgtEl>
                                          <p:spTgt spid="63497"/>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nodeType="clickEffect">
                                  <p:stCondLst>
                                    <p:cond delay="0"/>
                                  </p:stCondLst>
                                  <p:childTnLst>
                                    <p:set>
                                      <p:cBhvr>
                                        <p:cTn id="13" dur="1" fill="hold">
                                          <p:stCondLst>
                                            <p:cond delay="0"/>
                                          </p:stCondLst>
                                        </p:cTn>
                                        <p:tgtEl>
                                          <p:spTgt spid="63493"/>
                                        </p:tgtEl>
                                        <p:attrNameLst>
                                          <p:attrName>style.visibility</p:attrName>
                                        </p:attrNameLst>
                                      </p:cBhvr>
                                      <p:to>
                                        <p:strVal val="visible"/>
                                      </p:to>
                                    </p:set>
                                    <p:animEffect transition="in" filter="wipe(left)">
                                      <p:cBhvr>
                                        <p:cTn id="14" dur="500"/>
                                        <p:tgtEl>
                                          <p:spTgt spid="6349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63503"/>
                                        </p:tgtEl>
                                        <p:attrNameLst>
                                          <p:attrName>style.visibility</p:attrName>
                                        </p:attrNameLst>
                                      </p:cBhvr>
                                      <p:to>
                                        <p:strVal val="visible"/>
                                      </p:to>
                                    </p:set>
                                    <p:animEffect transition="in" filter="wipe(left)">
                                      <p:cBhvr>
                                        <p:cTn id="19" dur="500"/>
                                        <p:tgtEl>
                                          <p:spTgt spid="63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7"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29" name="Slide Number Placeholder 5">
            <a:extLst>
              <a:ext uri="{FF2B5EF4-FFF2-40B4-BE49-F238E27FC236}">
                <a16:creationId xmlns:a16="http://schemas.microsoft.com/office/drawing/2014/main" id="{29849968-88E1-9941-9FB4-EC4FE66DA0FE}"/>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22621530-8192-EA45-A2AA-CCB96ADA65F6}" type="slidenum">
              <a:rPr kumimoji="0" lang="zh-CN" altLang="en-US" sz="1200"/>
              <a:pPr/>
              <a:t>25</a:t>
            </a:fld>
            <a:endParaRPr kumimoji="0" lang="en-US" altLang="zh-CN" sz="1200"/>
          </a:p>
        </p:txBody>
      </p:sp>
      <p:sp>
        <p:nvSpPr>
          <p:cNvPr id="64514" name="Rectangle 2">
            <a:extLst>
              <a:ext uri="{FF2B5EF4-FFF2-40B4-BE49-F238E27FC236}">
                <a16:creationId xmlns:a16="http://schemas.microsoft.com/office/drawing/2014/main" id="{777FFD83-175B-B244-A40D-A1ED57A3E1A0}"/>
              </a:ext>
            </a:extLst>
          </p:cNvPr>
          <p:cNvSpPr>
            <a:spLocks noGrp="1" noChangeArrowheads="1"/>
          </p:cNvSpPr>
          <p:nvPr>
            <p:ph type="title"/>
          </p:nvPr>
        </p:nvSpPr>
        <p:spPr>
          <a:xfrm>
            <a:off x="152400" y="381000"/>
            <a:ext cx="7772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定义 4.1.4 </a:t>
            </a:r>
          </a:p>
        </p:txBody>
      </p:sp>
      <p:sp>
        <p:nvSpPr>
          <p:cNvPr id="64515" name="Rectangle 3">
            <a:extLst>
              <a:ext uri="{FF2B5EF4-FFF2-40B4-BE49-F238E27FC236}">
                <a16:creationId xmlns:a16="http://schemas.microsoft.com/office/drawing/2014/main" id="{E27616C7-60B4-224F-A2D3-CFE2D5D586FC}"/>
              </a:ext>
            </a:extLst>
          </p:cNvPr>
          <p:cNvSpPr>
            <a:spLocks noGrp="1" noChangeArrowheads="1"/>
          </p:cNvSpPr>
          <p:nvPr>
            <p:ph sz="quarter" idx="13"/>
          </p:nvPr>
        </p:nvSpPr>
        <p:spPr>
          <a:xfrm>
            <a:off x="76200" y="1371600"/>
            <a:ext cx="8763000" cy="5029200"/>
          </a:xfrm>
        </p:spPr>
        <p:txBody>
          <a:bodyPr/>
          <a:lstStyle/>
          <a:p>
            <a:pPr marL="352425" indent="-352425">
              <a:tabLst>
                <a:tab pos="352425" algn="l"/>
              </a:tabLst>
            </a:pPr>
            <a:r>
              <a:rPr kumimoji="0" lang="zh-CN" altLang="en-US" sz="3200">
                <a:latin typeface="Times New Roman" panose="02020603050405020304" pitchFamily="18" charset="0"/>
                <a:ea typeface="楷体_GB2312" pitchFamily="49" charset="-122"/>
              </a:rPr>
              <a:t>设</a:t>
            </a:r>
            <a:r>
              <a:rPr kumimoji="0" lang="en-US" altLang="zh-CN" sz="3200">
                <a:latin typeface="Times New Roman" panose="02020603050405020304" pitchFamily="18" charset="0"/>
                <a:ea typeface="楷体_GB2312" pitchFamily="49" charset="-122"/>
              </a:rPr>
              <a:t>G＝(P，L)</a:t>
            </a:r>
            <a:r>
              <a:rPr kumimoji="0" lang="zh-CN" altLang="en-US" sz="3200">
                <a:latin typeface="Times New Roman" panose="02020603050405020304" pitchFamily="18" charset="0"/>
                <a:ea typeface="楷体_GB2312" pitchFamily="49" charset="-122"/>
              </a:rPr>
              <a:t>是图，</a:t>
            </a:r>
            <a:r>
              <a:rPr kumimoji="0" lang="en-US" altLang="zh-CN" sz="3200">
                <a:latin typeface="Times New Roman" panose="02020603050405020304" pitchFamily="18" charset="0"/>
                <a:ea typeface="楷体_GB2312" pitchFamily="49" charset="-122"/>
              </a:rPr>
              <a:t>v</a:t>
            </a:r>
            <a:r>
              <a:rPr kumimoji="0" lang="zh-CN" altLang="en-US" sz="3200">
                <a:latin typeface="Times New Roman" panose="02020603050405020304" pitchFamily="18" charset="0"/>
                <a:ea typeface="楷体_GB2312" pitchFamily="49" charset="-122"/>
              </a:rPr>
              <a:t>、</a:t>
            </a:r>
            <a:r>
              <a:rPr kumimoji="0" lang="en-US" altLang="zh-CN" sz="3200">
                <a:latin typeface="Times New Roman" panose="02020603050405020304" pitchFamily="18" charset="0"/>
                <a:ea typeface="楷体_GB2312" pitchFamily="49" charset="-122"/>
              </a:rPr>
              <a:t>v</a:t>
            </a:r>
            <a:r>
              <a:rPr kumimoji="0" lang="en-US" altLang="zh-CN" sz="3200">
                <a:latin typeface="Arial" panose="020B0604020202020204" pitchFamily="34" charset="0"/>
                <a:ea typeface="楷体_GB2312" pitchFamily="49" charset="-122"/>
              </a:rPr>
              <a:t>’</a:t>
            </a:r>
            <a:r>
              <a:rPr kumimoji="0" lang="zh-CN" altLang="en-US" sz="3200">
                <a:latin typeface="Times New Roman" panose="02020603050405020304" pitchFamily="18" charset="0"/>
                <a:ea typeface="楷体_GB2312" pitchFamily="49" charset="-122"/>
              </a:rPr>
              <a:t>是</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中两点。由</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中点组成的序列(</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0</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1</a:t>
            </a:r>
            <a:r>
              <a:rPr kumimoji="0" lang="en-US" altLang="zh-CN" sz="3200">
                <a:latin typeface="Times New Roman" panose="02020603050405020304" pitchFamily="18" charset="0"/>
                <a:ea typeface="楷体_GB2312" pitchFamily="49" charset="-122"/>
              </a:rPr>
              <a:t>,</a:t>
            </a:r>
            <a:r>
              <a:rPr kumimoji="0" lang="en-US" altLang="zh-CN" sz="3200">
                <a:latin typeface="Arial" panose="020B0604020202020204" pitchFamily="34" charset="0"/>
                <a:ea typeface="楷体_GB2312" pitchFamily="49" charset="-122"/>
              </a:rPr>
              <a:t>…</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n</a:t>
            </a:r>
            <a:r>
              <a:rPr kumimoji="0" lang="en-US" altLang="zh-CN" sz="3200">
                <a:latin typeface="Times New Roman" panose="02020603050405020304" pitchFamily="18" charset="0"/>
                <a:ea typeface="楷体_GB2312" pitchFamily="49" charset="-122"/>
              </a:rPr>
              <a:t>)</a:t>
            </a:r>
            <a:r>
              <a:rPr kumimoji="0" lang="zh-CN" altLang="en-US" sz="3200">
                <a:latin typeface="Times New Roman" panose="02020603050405020304" pitchFamily="18" charset="0"/>
                <a:ea typeface="楷体_GB2312" pitchFamily="49" charset="-122"/>
              </a:rPr>
              <a:t>称为从</a:t>
            </a:r>
            <a:r>
              <a:rPr kumimoji="0" lang="en-US" altLang="zh-CN" sz="3200">
                <a:latin typeface="Times New Roman" panose="02020603050405020304" pitchFamily="18" charset="0"/>
                <a:ea typeface="楷体_GB2312" pitchFamily="49" charset="-122"/>
              </a:rPr>
              <a:t>v</a:t>
            </a:r>
            <a:r>
              <a:rPr kumimoji="0" lang="zh-CN" altLang="en-US" sz="3200">
                <a:latin typeface="Times New Roman" panose="02020603050405020304" pitchFamily="18" charset="0"/>
                <a:ea typeface="楷体_GB2312" pitchFamily="49" charset="-122"/>
              </a:rPr>
              <a:t>到</a:t>
            </a:r>
            <a:r>
              <a:rPr kumimoji="0" lang="en-US" altLang="zh-CN" sz="3200">
                <a:latin typeface="Times New Roman" panose="02020603050405020304" pitchFamily="18" charset="0"/>
                <a:ea typeface="楷体_GB2312" pitchFamily="49" charset="-122"/>
              </a:rPr>
              <a:t>v</a:t>
            </a:r>
            <a:r>
              <a:rPr kumimoji="0" lang="en-US" altLang="zh-CN" sz="3200">
                <a:latin typeface="Arial" panose="020B0604020202020204" pitchFamily="34" charset="0"/>
                <a:ea typeface="楷体_GB2312" pitchFamily="49" charset="-122"/>
              </a:rPr>
              <a:t>’</a:t>
            </a:r>
            <a:r>
              <a:rPr kumimoji="0" lang="zh-CN" altLang="en-US" sz="3200">
                <a:latin typeface="Times New Roman" panose="02020603050405020304" pitchFamily="18" charset="0"/>
                <a:ea typeface="楷体_GB2312" pitchFamily="49" charset="-122"/>
              </a:rPr>
              <a:t>的</a:t>
            </a:r>
            <a:r>
              <a:rPr kumimoji="0" lang="zh-CN" altLang="en-US" sz="3200">
                <a:solidFill>
                  <a:srgbClr val="4E67C8"/>
                </a:solidFill>
                <a:latin typeface="Times New Roman" panose="02020603050405020304" pitchFamily="18" charset="0"/>
                <a:ea typeface="楷体_GB2312" pitchFamily="49" charset="-122"/>
              </a:rPr>
              <a:t>长度为</a:t>
            </a:r>
            <a:r>
              <a:rPr kumimoji="0" lang="en-US" altLang="zh-CN" sz="3200">
                <a:solidFill>
                  <a:srgbClr val="4E67C8"/>
                </a:solidFill>
                <a:latin typeface="Times New Roman" panose="02020603050405020304" pitchFamily="18" charset="0"/>
                <a:ea typeface="楷体_GB2312" pitchFamily="49" charset="-122"/>
              </a:rPr>
              <a:t>n</a:t>
            </a:r>
            <a:r>
              <a:rPr kumimoji="0" lang="zh-CN" altLang="en-US" sz="3200">
                <a:latin typeface="Times New Roman" panose="02020603050405020304" pitchFamily="18" charset="0"/>
                <a:ea typeface="楷体_GB2312" pitchFamily="49" charset="-122"/>
              </a:rPr>
              <a:t>的</a:t>
            </a:r>
            <a:r>
              <a:rPr kumimoji="0" lang="zh-CN" altLang="en-US" sz="3200">
                <a:solidFill>
                  <a:srgbClr val="4E67C8"/>
                </a:solidFill>
                <a:latin typeface="Times New Roman" panose="02020603050405020304" pitchFamily="18" charset="0"/>
                <a:ea typeface="楷体_GB2312" pitchFamily="49" charset="-122"/>
              </a:rPr>
              <a:t>路</a:t>
            </a:r>
            <a:r>
              <a:rPr kumimoji="0" lang="zh-CN" altLang="en-US" sz="3200">
                <a:latin typeface="Times New Roman" panose="02020603050405020304" pitchFamily="18" charset="0"/>
                <a:ea typeface="楷体_GB2312" pitchFamily="49" charset="-122"/>
              </a:rPr>
              <a:t>，如果</a:t>
            </a:r>
            <a:br>
              <a:rPr kumimoji="0" lang="zh-CN" altLang="en-US" sz="3200">
                <a:latin typeface="Times New Roman" panose="02020603050405020304" pitchFamily="18" charset="0"/>
                <a:ea typeface="楷体_GB2312" pitchFamily="49" charset="-122"/>
              </a:rPr>
            </a:br>
            <a:r>
              <a:rPr kumimoji="0" lang="zh-CN" altLang="en-US" sz="3200">
                <a:latin typeface="Times New Roman" panose="02020603050405020304" pitchFamily="18" charset="0"/>
                <a:ea typeface="楷体_GB2312" pitchFamily="49" charset="-122"/>
              </a:rPr>
              <a:t>	(1) </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0</a:t>
            </a:r>
            <a:r>
              <a:rPr kumimoji="0" lang="en-US" altLang="zh-CN" sz="3200">
                <a:latin typeface="Times New Roman" panose="02020603050405020304" pitchFamily="18" charset="0"/>
                <a:ea typeface="楷体_GB2312" pitchFamily="49" charset="-122"/>
              </a:rPr>
              <a:t>=v，v</a:t>
            </a:r>
            <a:r>
              <a:rPr kumimoji="0" lang="en-US" altLang="zh-CN" sz="3200" baseline="-30000">
                <a:latin typeface="Times New Roman" panose="02020603050405020304" pitchFamily="18" charset="0"/>
                <a:ea typeface="楷体_GB2312" pitchFamily="49" charset="-122"/>
              </a:rPr>
              <a:t>n</a:t>
            </a:r>
            <a:r>
              <a:rPr kumimoji="0" lang="en-US" altLang="zh-CN" sz="3200">
                <a:latin typeface="Times New Roman" panose="02020603050405020304" pitchFamily="18" charset="0"/>
                <a:ea typeface="楷体_GB2312" pitchFamily="49" charset="-122"/>
              </a:rPr>
              <a:t>=v</a:t>
            </a:r>
            <a:r>
              <a:rPr kumimoji="0" lang="en-US" altLang="zh-CN" sz="3200">
                <a:latin typeface="Arial" panose="020B0604020202020204" pitchFamily="34" charset="0"/>
                <a:ea typeface="楷体_GB2312" pitchFamily="49" charset="-122"/>
              </a:rPr>
              <a:t>’</a:t>
            </a:r>
            <a:r>
              <a:rPr kumimoji="0" lang="en-US" altLang="zh-CN" sz="3200">
                <a:latin typeface="Times New Roman" panose="02020603050405020304" pitchFamily="18" charset="0"/>
                <a:ea typeface="楷体_GB2312" pitchFamily="49" charset="-122"/>
              </a:rPr>
              <a:t>；</a:t>
            </a:r>
            <a:br>
              <a:rPr kumimoji="0" lang="en-US" altLang="zh-CN" sz="3200">
                <a:latin typeface="Times New Roman" panose="02020603050405020304" pitchFamily="18" charset="0"/>
                <a:ea typeface="楷体_GB2312" pitchFamily="49" charset="-122"/>
              </a:rPr>
            </a:br>
            <a:r>
              <a:rPr kumimoji="0" lang="en-US" altLang="zh-CN" sz="3200">
                <a:latin typeface="Times New Roman" panose="02020603050405020304" pitchFamily="18" charset="0"/>
                <a:ea typeface="楷体_GB2312" pitchFamily="49" charset="-122"/>
              </a:rPr>
              <a:t>	(2) v</a:t>
            </a:r>
            <a:r>
              <a:rPr kumimoji="0" lang="en-US" altLang="zh-CN" sz="3200" baseline="-30000">
                <a:latin typeface="Times New Roman" panose="02020603050405020304" pitchFamily="18" charset="0"/>
                <a:ea typeface="楷体_GB2312" pitchFamily="49" charset="-122"/>
              </a:rPr>
              <a:t>i</a:t>
            </a:r>
            <a:r>
              <a:rPr kumimoji="0" lang="zh-CN" altLang="en-US" sz="3200">
                <a:latin typeface="宋体" panose="02010600030101010101" pitchFamily="2" charset="-122"/>
                <a:ea typeface="楷体_GB2312" pitchFamily="49" charset="-122"/>
              </a:rPr>
              <a:t>与</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i+1</a:t>
            </a:r>
            <a:r>
              <a:rPr kumimoji="0" lang="zh-CN" altLang="en-US" sz="3200">
                <a:latin typeface="宋体" panose="02010600030101010101" pitchFamily="2" charset="-122"/>
                <a:ea typeface="楷体_GB2312" pitchFamily="49" charset="-122"/>
              </a:rPr>
              <a:t>相邻，</a:t>
            </a:r>
            <a:r>
              <a:rPr kumimoji="0" lang="zh-CN" altLang="en-US" sz="3200">
                <a:latin typeface="Times New Roman" panose="02020603050405020304" pitchFamily="18" charset="0"/>
                <a:ea typeface="楷体_GB2312" pitchFamily="49" charset="-122"/>
              </a:rPr>
              <a:t>0</a:t>
            </a:r>
            <a:r>
              <a:rPr kumimoji="0" lang="zh-CN" altLang="en-US" sz="3200">
                <a:latin typeface="Times New Roman" panose="02020603050405020304" pitchFamily="18" charset="0"/>
                <a:ea typeface="楷体_GB2312" pitchFamily="49" charset="-122"/>
                <a:sym typeface="Symbol" pitchFamily="2" charset="2"/>
              </a:rPr>
              <a:t></a:t>
            </a:r>
            <a:r>
              <a:rPr kumimoji="0" lang="zh-CN" altLang="en-US" sz="3200">
                <a:latin typeface="Times New Roman" panose="02020603050405020304" pitchFamily="18" charset="0"/>
                <a:ea typeface="楷体_GB2312" pitchFamily="49" charset="-122"/>
              </a:rPr>
              <a:t> </a:t>
            </a:r>
            <a:r>
              <a:rPr kumimoji="0" lang="en-US" altLang="zh-CN" sz="3200">
                <a:latin typeface="Times New Roman" panose="02020603050405020304" pitchFamily="18" charset="0"/>
                <a:ea typeface="楷体_GB2312" pitchFamily="49" charset="-122"/>
              </a:rPr>
              <a:t>i</a:t>
            </a:r>
            <a:r>
              <a:rPr kumimoji="0" lang="en-US" altLang="zh-CN"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n</a:t>
            </a:r>
            <a:r>
              <a:rPr kumimoji="0" lang="en-US" altLang="zh-CN"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 </a:t>
            </a:r>
          </a:p>
          <a:p>
            <a:pPr marL="352425" indent="-352425">
              <a:tabLst>
                <a:tab pos="352425" algn="l"/>
              </a:tabLst>
            </a:pPr>
            <a:endParaRPr kumimoji="0" lang="zh-CN" altLang="en-US" sz="3200">
              <a:latin typeface="Times New Roman" panose="02020603050405020304" pitchFamily="18" charset="0"/>
              <a:ea typeface="楷体_GB2312" pitchFamily="49" charset="-122"/>
            </a:endParaRPr>
          </a:p>
          <a:p>
            <a:pPr marL="352425" indent="-352425">
              <a:tabLst>
                <a:tab pos="352425" algn="l"/>
              </a:tabLst>
            </a:pPr>
            <a:r>
              <a:rPr kumimoji="0" lang="zh-CN" altLang="en-US" sz="3200">
                <a:latin typeface="宋体" panose="02010600030101010101" pitchFamily="2" charset="-122"/>
                <a:ea typeface="楷体_GB2312" pitchFamily="49" charset="-122"/>
              </a:rPr>
              <a:t>这里</a:t>
            </a:r>
            <a:r>
              <a:rPr kumimoji="0" lang="en-US" altLang="zh-CN" sz="3200">
                <a:latin typeface="Times New Roman" panose="02020603050405020304" pitchFamily="18" charset="0"/>
                <a:ea typeface="楷体_GB2312" pitchFamily="49" charset="-122"/>
              </a:rPr>
              <a:t>v</a:t>
            </a:r>
            <a:r>
              <a:rPr kumimoji="0" lang="en-US" altLang="zh-CN"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v</a:t>
            </a:r>
            <a:r>
              <a:rPr kumimoji="0" lang="en-US" altLang="zh-CN" sz="3200">
                <a:latin typeface="Arial" panose="020B0604020202020204" pitchFamily="34" charset="0"/>
                <a:ea typeface="楷体_GB2312" pitchFamily="49" charset="-122"/>
              </a:rPr>
              <a:t>’</a:t>
            </a:r>
            <a:r>
              <a:rPr kumimoji="0" lang="zh-CN" altLang="en-US" sz="3200">
                <a:latin typeface="宋体" panose="02010600030101010101" pitchFamily="2" charset="-122"/>
                <a:ea typeface="楷体_GB2312" pitchFamily="49" charset="-122"/>
              </a:rPr>
              <a:t>是图</a:t>
            </a:r>
            <a:r>
              <a:rPr kumimoji="0" lang="en-US" altLang="zh-CN" sz="3200">
                <a:latin typeface="Times New Roman" panose="02020603050405020304" pitchFamily="18" charset="0"/>
                <a:ea typeface="楷体_GB2312" pitchFamily="49" charset="-122"/>
              </a:rPr>
              <a:t>G</a:t>
            </a:r>
            <a:r>
              <a:rPr kumimoji="0" lang="zh-CN" altLang="en-US" sz="3200">
                <a:latin typeface="宋体" panose="02010600030101010101" pitchFamily="2" charset="-122"/>
                <a:ea typeface="楷体_GB2312" pitchFamily="49" charset="-122"/>
              </a:rPr>
              <a:t>中未必不同的两点，</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0</a:t>
            </a:r>
            <a:r>
              <a:rPr kumimoji="0" lang="en-US" altLang="zh-CN"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1</a:t>
            </a:r>
            <a:r>
              <a:rPr kumimoji="0" lang="en-US" altLang="zh-CN" sz="3200">
                <a:latin typeface="宋体" panose="02010600030101010101" pitchFamily="2" charset="-122"/>
                <a:ea typeface="楷体_GB2312" pitchFamily="49" charset="-122"/>
              </a:rPr>
              <a:t>,</a:t>
            </a:r>
            <a:r>
              <a:rPr kumimoji="0" lang="en-US" altLang="zh-CN" sz="3200">
                <a:latin typeface="Arial" panose="020B0604020202020204" pitchFamily="34" charset="0"/>
                <a:ea typeface="楷体_GB2312" pitchFamily="49" charset="-122"/>
              </a:rPr>
              <a:t>…</a:t>
            </a:r>
            <a:r>
              <a:rPr kumimoji="0" lang="en-US" altLang="zh-CN" sz="3200">
                <a:latin typeface="宋体" panose="02010600030101010101" pitchFamily="2" charset="-122"/>
                <a:ea typeface="楷体_GB2312" pitchFamily="49" charset="-122"/>
              </a:rPr>
              <a:t>, </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n</a:t>
            </a:r>
            <a:r>
              <a:rPr kumimoji="0" lang="zh-CN" altLang="en-US" sz="3200">
                <a:latin typeface="宋体" panose="02010600030101010101" pitchFamily="2" charset="-122"/>
                <a:ea typeface="楷体_GB2312" pitchFamily="49" charset="-122"/>
              </a:rPr>
              <a:t>中也允许有重复。</a:t>
            </a:r>
            <a:r>
              <a:rPr kumimoji="0" lang="zh-CN" altLang="en-US" sz="3200">
                <a:latin typeface="Times New Roman" panose="02020603050405020304" pitchFamily="18" charset="0"/>
                <a:ea typeface="楷体_GB2312" pitchFamily="49" charset="-122"/>
              </a:rPr>
              <a:t> </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515">
                                            <p:txEl>
                                              <p:pRg st="2" end="2"/>
                                            </p:txEl>
                                          </p:spTgt>
                                        </p:tgtEl>
                                        <p:attrNameLst>
                                          <p:attrName>style.visibility</p:attrName>
                                        </p:attrNameLst>
                                      </p:cBhvr>
                                      <p:to>
                                        <p:strVal val="visible"/>
                                      </p:to>
                                    </p:set>
                                    <p:animEffect transition="in" filter="wipe(left)">
                                      <p:cBhvr>
                                        <p:cTn id="7" dur="500"/>
                                        <p:tgtEl>
                                          <p:spTgt spid="645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Number Placeholder 5">
            <a:extLst>
              <a:ext uri="{FF2B5EF4-FFF2-40B4-BE49-F238E27FC236}">
                <a16:creationId xmlns:a16="http://schemas.microsoft.com/office/drawing/2014/main" id="{D14339FF-9A95-224C-86BC-30FC05F46E7D}"/>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06A0E019-DA14-184B-B9F1-01E6DEBE8E9F}" type="slidenum">
              <a:rPr kumimoji="0" lang="zh-CN" altLang="en-US" sz="1200"/>
              <a:pPr/>
              <a:t>26</a:t>
            </a:fld>
            <a:endParaRPr kumimoji="0" lang="en-US" altLang="zh-CN" sz="1200"/>
          </a:p>
        </p:txBody>
      </p:sp>
      <p:sp>
        <p:nvSpPr>
          <p:cNvPr id="105474" name="Rectangle 2">
            <a:extLst>
              <a:ext uri="{FF2B5EF4-FFF2-40B4-BE49-F238E27FC236}">
                <a16:creationId xmlns:a16="http://schemas.microsoft.com/office/drawing/2014/main" id="{4951F562-334B-7B41-BB0C-0F747603C4F5}"/>
              </a:ext>
            </a:extLst>
          </p:cNvPr>
          <p:cNvSpPr>
            <a:spLocks noGrp="1" noChangeArrowheads="1"/>
          </p:cNvSpPr>
          <p:nvPr>
            <p:ph type="title"/>
          </p:nvPr>
        </p:nvSpPr>
        <p:spPr>
          <a:xfrm>
            <a:off x="304800" y="304800"/>
            <a:ext cx="6512511" cy="1143000"/>
          </a:xfrm>
        </p:spPr>
        <p:txBody>
          <a:bodyPr/>
          <a:lstStyle/>
          <a:p>
            <a:pPr marL="320040" indent="-320040" algn="l" fontAlgn="auto">
              <a:spcAft>
                <a:spcPts val="0"/>
              </a:spcAft>
              <a:buClr>
                <a:schemeClr val="accent6">
                  <a:lumMod val="75000"/>
                </a:schemeClr>
              </a:buClr>
              <a:defRPr/>
            </a:pPr>
            <a:r>
              <a:rPr lang="zh-CN" altLang="en-US" dirty="0">
                <a:ea typeface="+mj-ea"/>
                <a:cs typeface="+mj-cs"/>
              </a:rPr>
              <a:t>例：</a:t>
            </a:r>
          </a:p>
        </p:txBody>
      </p:sp>
      <p:sp>
        <p:nvSpPr>
          <p:cNvPr id="105475" name="Rectangle 3">
            <a:extLst>
              <a:ext uri="{FF2B5EF4-FFF2-40B4-BE49-F238E27FC236}">
                <a16:creationId xmlns:a16="http://schemas.microsoft.com/office/drawing/2014/main" id="{77A2A524-FB5C-E143-B49D-2E854750260D}"/>
              </a:ext>
            </a:extLst>
          </p:cNvPr>
          <p:cNvSpPr>
            <a:spLocks noGrp="1" noChangeArrowheads="1"/>
          </p:cNvSpPr>
          <p:nvPr>
            <p:ph sz="quarter" idx="13"/>
          </p:nvPr>
        </p:nvSpPr>
        <p:spPr>
          <a:xfrm>
            <a:off x="4724400" y="1828800"/>
            <a:ext cx="3429000" cy="3733800"/>
          </a:xfrm>
        </p:spPr>
        <p:txBody>
          <a:bodyPr/>
          <a:lstStyle/>
          <a:p>
            <a:r>
              <a:rPr kumimoji="0" lang="zh-CN" altLang="en-US" sz="3200">
                <a:latin typeface="Arial" panose="020B0604020202020204" pitchFamily="34" charset="0"/>
                <a:ea typeface="楷体_GB2312" pitchFamily="49" charset="-122"/>
              </a:rPr>
              <a:t>路</a:t>
            </a:r>
            <a:r>
              <a:rPr kumimoji="0" lang="en-US" altLang="zh-CN" sz="3200">
                <a:latin typeface="Arial" panose="020B0604020202020204" pitchFamily="34" charset="0"/>
                <a:ea typeface="楷体_GB2312" pitchFamily="49" charset="-122"/>
              </a:rPr>
              <a:t>(A,B,C,D)</a:t>
            </a:r>
            <a:r>
              <a:rPr kumimoji="0" lang="zh-CN" altLang="en-US" sz="3200">
                <a:latin typeface="Arial" panose="020B0604020202020204" pitchFamily="34" charset="0"/>
                <a:ea typeface="楷体_GB2312" pitchFamily="49" charset="-122"/>
              </a:rPr>
              <a:t>长度为</a:t>
            </a:r>
            <a:r>
              <a:rPr kumimoji="0" lang="en-US" altLang="zh-CN" sz="3200">
                <a:latin typeface="Arial" panose="020B0604020202020204" pitchFamily="34" charset="0"/>
                <a:ea typeface="楷体_GB2312" pitchFamily="49" charset="-122"/>
              </a:rPr>
              <a:t>3</a:t>
            </a:r>
            <a:r>
              <a:rPr kumimoji="0" lang="zh-CN" altLang="en-US" sz="3200">
                <a:latin typeface="Arial" panose="020B0604020202020204" pitchFamily="34" charset="0"/>
                <a:ea typeface="楷体_GB2312" pitchFamily="49" charset="-122"/>
              </a:rPr>
              <a:t>；</a:t>
            </a:r>
          </a:p>
          <a:p>
            <a:r>
              <a:rPr kumimoji="0" lang="zh-CN" altLang="en-US" sz="3200">
                <a:latin typeface="Arial" panose="020B0604020202020204" pitchFamily="34" charset="0"/>
                <a:ea typeface="楷体_GB2312" pitchFamily="49" charset="-122"/>
              </a:rPr>
              <a:t>路</a:t>
            </a:r>
            <a:r>
              <a:rPr kumimoji="0" lang="en-US" altLang="zh-CN" sz="3200">
                <a:latin typeface="Arial" panose="020B0604020202020204" pitchFamily="34" charset="0"/>
                <a:ea typeface="楷体_GB2312" pitchFamily="49" charset="-122"/>
              </a:rPr>
              <a:t>(A,B,F,C,B)</a:t>
            </a:r>
            <a:r>
              <a:rPr kumimoji="0" lang="zh-CN" altLang="en-US" sz="3200">
                <a:latin typeface="Arial" panose="020B0604020202020204" pitchFamily="34" charset="0"/>
                <a:ea typeface="楷体_GB2312" pitchFamily="49" charset="-122"/>
              </a:rPr>
              <a:t>长度为</a:t>
            </a:r>
            <a:r>
              <a:rPr kumimoji="0" lang="en-US" altLang="zh-CN" sz="3200">
                <a:latin typeface="Arial" panose="020B0604020202020204" pitchFamily="34" charset="0"/>
                <a:ea typeface="楷体_GB2312" pitchFamily="49" charset="-122"/>
              </a:rPr>
              <a:t>4</a:t>
            </a:r>
            <a:r>
              <a:rPr kumimoji="0" lang="zh-CN" altLang="en-US" sz="3200">
                <a:latin typeface="Arial" panose="020B0604020202020204" pitchFamily="34" charset="0"/>
                <a:ea typeface="楷体_GB2312" pitchFamily="49" charset="-122"/>
              </a:rPr>
              <a:t>；</a:t>
            </a:r>
          </a:p>
          <a:p>
            <a:r>
              <a:rPr kumimoji="0" lang="zh-CN" altLang="en-US" sz="3200">
                <a:latin typeface="Arial" panose="020B0604020202020204" pitchFamily="34" charset="0"/>
                <a:ea typeface="楷体_GB2312" pitchFamily="49" charset="-122"/>
              </a:rPr>
              <a:t>路</a:t>
            </a:r>
            <a:r>
              <a:rPr kumimoji="0" lang="en-US" altLang="zh-CN" sz="3200">
                <a:latin typeface="Arial" panose="020B0604020202020204" pitchFamily="34" charset="0"/>
                <a:ea typeface="楷体_GB2312" pitchFamily="49" charset="-122"/>
              </a:rPr>
              <a:t>(A,E,D,A)</a:t>
            </a:r>
            <a:br>
              <a:rPr kumimoji="0" lang="en-US" altLang="zh-CN" sz="3200">
                <a:latin typeface="Arial" panose="020B0604020202020204" pitchFamily="34" charset="0"/>
                <a:ea typeface="楷体_GB2312" pitchFamily="49" charset="-122"/>
              </a:rPr>
            </a:br>
            <a:r>
              <a:rPr kumimoji="0" lang="zh-CN" altLang="en-US" sz="3200">
                <a:latin typeface="Arial" panose="020B0604020202020204" pitchFamily="34" charset="0"/>
                <a:ea typeface="楷体_GB2312" pitchFamily="49" charset="-122"/>
              </a:rPr>
              <a:t>长度为</a:t>
            </a:r>
            <a:r>
              <a:rPr kumimoji="0" lang="en-US" altLang="zh-CN" sz="3200">
                <a:latin typeface="Arial" panose="020B0604020202020204" pitchFamily="34" charset="0"/>
                <a:ea typeface="楷体_GB2312" pitchFamily="49" charset="-122"/>
              </a:rPr>
              <a:t>3.</a:t>
            </a:r>
          </a:p>
        </p:txBody>
      </p:sp>
      <p:grpSp>
        <p:nvGrpSpPr>
          <p:cNvPr id="49156" name="Group 29">
            <a:extLst>
              <a:ext uri="{FF2B5EF4-FFF2-40B4-BE49-F238E27FC236}">
                <a16:creationId xmlns:a16="http://schemas.microsoft.com/office/drawing/2014/main" id="{2880E9CA-DA06-3A41-A6D1-4A5E59D1C961}"/>
              </a:ext>
            </a:extLst>
          </p:cNvPr>
          <p:cNvGrpSpPr>
            <a:grpSpLocks/>
          </p:cNvGrpSpPr>
          <p:nvPr/>
        </p:nvGrpSpPr>
        <p:grpSpPr bwMode="auto">
          <a:xfrm>
            <a:off x="228600" y="2209800"/>
            <a:ext cx="4305300" cy="2819400"/>
            <a:chOff x="2296" y="1872"/>
            <a:chExt cx="2712" cy="1776"/>
          </a:xfrm>
        </p:grpSpPr>
        <p:sp>
          <p:nvSpPr>
            <p:cNvPr id="28678" name="Line 7">
              <a:extLst>
                <a:ext uri="{FF2B5EF4-FFF2-40B4-BE49-F238E27FC236}">
                  <a16:creationId xmlns:a16="http://schemas.microsoft.com/office/drawing/2014/main" id="{F3ADAF04-4B96-744C-A7D2-86A95E1BEA3A}"/>
                </a:ext>
              </a:extLst>
            </p:cNvPr>
            <p:cNvSpPr>
              <a:spLocks noChangeShapeType="1"/>
            </p:cNvSpPr>
            <p:nvPr/>
          </p:nvSpPr>
          <p:spPr bwMode="auto">
            <a:xfrm flipH="1">
              <a:off x="3264" y="2640"/>
              <a:ext cx="384"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28679" name="Line 8">
              <a:extLst>
                <a:ext uri="{FF2B5EF4-FFF2-40B4-BE49-F238E27FC236}">
                  <a16:creationId xmlns:a16="http://schemas.microsoft.com/office/drawing/2014/main" id="{7F4217E4-89FC-C242-B60A-98BDD9C8E946}"/>
                </a:ext>
              </a:extLst>
            </p:cNvPr>
            <p:cNvSpPr>
              <a:spLocks noChangeShapeType="1"/>
            </p:cNvSpPr>
            <p:nvPr/>
          </p:nvSpPr>
          <p:spPr bwMode="auto">
            <a:xfrm flipH="1">
              <a:off x="3216" y="2256"/>
              <a:ext cx="1440"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28680" name="Line 9">
              <a:extLst>
                <a:ext uri="{FF2B5EF4-FFF2-40B4-BE49-F238E27FC236}">
                  <a16:creationId xmlns:a16="http://schemas.microsoft.com/office/drawing/2014/main" id="{DBF50D5F-0974-8D46-9F81-BAED40FF1321}"/>
                </a:ext>
              </a:extLst>
            </p:cNvPr>
            <p:cNvSpPr>
              <a:spLocks noChangeShapeType="1"/>
            </p:cNvSpPr>
            <p:nvPr/>
          </p:nvSpPr>
          <p:spPr bwMode="auto">
            <a:xfrm>
              <a:off x="3264" y="2256"/>
              <a:ext cx="384"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28681" name="Line 10">
              <a:extLst>
                <a:ext uri="{FF2B5EF4-FFF2-40B4-BE49-F238E27FC236}">
                  <a16:creationId xmlns:a16="http://schemas.microsoft.com/office/drawing/2014/main" id="{DFDF7DA4-B728-4846-80A8-1B1D88DDE55B}"/>
                </a:ext>
              </a:extLst>
            </p:cNvPr>
            <p:cNvSpPr>
              <a:spLocks noChangeShapeType="1"/>
            </p:cNvSpPr>
            <p:nvPr/>
          </p:nvSpPr>
          <p:spPr bwMode="auto">
            <a:xfrm flipH="1">
              <a:off x="2832" y="2256"/>
              <a:ext cx="432"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28682" name="Oval 11">
              <a:extLst>
                <a:ext uri="{FF2B5EF4-FFF2-40B4-BE49-F238E27FC236}">
                  <a16:creationId xmlns:a16="http://schemas.microsoft.com/office/drawing/2014/main" id="{B15EA560-5CE4-6A46-B861-2E4C2BE4AE69}"/>
                </a:ext>
              </a:extLst>
            </p:cNvPr>
            <p:cNvSpPr>
              <a:spLocks noChangeArrowheads="1"/>
            </p:cNvSpPr>
            <p:nvPr/>
          </p:nvSpPr>
          <p:spPr bwMode="auto">
            <a:xfrm>
              <a:off x="2784" y="2592"/>
              <a:ext cx="96" cy="96"/>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28683" name="Oval 12">
              <a:extLst>
                <a:ext uri="{FF2B5EF4-FFF2-40B4-BE49-F238E27FC236}">
                  <a16:creationId xmlns:a16="http://schemas.microsoft.com/office/drawing/2014/main" id="{4349FEC8-C4CD-1247-AFD6-5D602D0B5CBC}"/>
                </a:ext>
              </a:extLst>
            </p:cNvPr>
            <p:cNvSpPr>
              <a:spLocks noChangeArrowheads="1"/>
            </p:cNvSpPr>
            <p:nvPr/>
          </p:nvSpPr>
          <p:spPr bwMode="auto">
            <a:xfrm>
              <a:off x="3600" y="2592"/>
              <a:ext cx="96" cy="96"/>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28684" name="Oval 13">
              <a:extLst>
                <a:ext uri="{FF2B5EF4-FFF2-40B4-BE49-F238E27FC236}">
                  <a16:creationId xmlns:a16="http://schemas.microsoft.com/office/drawing/2014/main" id="{DCBF04DE-8EDD-8445-9DB2-B3AA1FEA3007}"/>
                </a:ext>
              </a:extLst>
            </p:cNvPr>
            <p:cNvSpPr>
              <a:spLocks noChangeArrowheads="1"/>
            </p:cNvSpPr>
            <p:nvPr/>
          </p:nvSpPr>
          <p:spPr bwMode="auto">
            <a:xfrm>
              <a:off x="3216" y="2976"/>
              <a:ext cx="96" cy="96"/>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28685" name="Oval 14">
              <a:extLst>
                <a:ext uri="{FF2B5EF4-FFF2-40B4-BE49-F238E27FC236}">
                  <a16:creationId xmlns:a16="http://schemas.microsoft.com/office/drawing/2014/main" id="{71DAA01E-D160-2442-B7AA-5EDF16A73C0C}"/>
                </a:ext>
              </a:extLst>
            </p:cNvPr>
            <p:cNvSpPr>
              <a:spLocks noChangeArrowheads="1"/>
            </p:cNvSpPr>
            <p:nvPr/>
          </p:nvSpPr>
          <p:spPr bwMode="auto">
            <a:xfrm>
              <a:off x="3216" y="2208"/>
              <a:ext cx="96" cy="96"/>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49165" name="Freeform 16">
              <a:extLst>
                <a:ext uri="{FF2B5EF4-FFF2-40B4-BE49-F238E27FC236}">
                  <a16:creationId xmlns:a16="http://schemas.microsoft.com/office/drawing/2014/main" id="{0B5E58FE-4484-6540-9C49-697599688460}"/>
                </a:ext>
              </a:extLst>
            </p:cNvPr>
            <p:cNvSpPr>
              <a:spLocks/>
            </p:cNvSpPr>
            <p:nvPr/>
          </p:nvSpPr>
          <p:spPr bwMode="auto">
            <a:xfrm>
              <a:off x="2296" y="2640"/>
              <a:ext cx="2456" cy="1008"/>
            </a:xfrm>
            <a:custGeom>
              <a:avLst/>
              <a:gdLst>
                <a:gd name="T0" fmla="*/ 628 w 2408"/>
                <a:gd name="T1" fmla="*/ 0 h 1072"/>
                <a:gd name="T2" fmla="*/ 64 w 2408"/>
                <a:gd name="T3" fmla="*/ 293 h 1072"/>
                <a:gd name="T4" fmla="*/ 459 w 2408"/>
                <a:gd name="T5" fmla="*/ 646 h 1072"/>
                <a:gd name="T6" fmla="*/ 2820 w 2408"/>
                <a:gd name="T7" fmla="*/ 234 h 10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8" h="1072">
                  <a:moveTo>
                    <a:pt x="536" y="0"/>
                  </a:moveTo>
                  <a:cubicBezTo>
                    <a:pt x="308" y="152"/>
                    <a:pt x="80" y="304"/>
                    <a:pt x="56" y="480"/>
                  </a:cubicBezTo>
                  <a:cubicBezTo>
                    <a:pt x="32" y="656"/>
                    <a:pt x="0" y="1072"/>
                    <a:pt x="392" y="1056"/>
                  </a:cubicBezTo>
                  <a:cubicBezTo>
                    <a:pt x="784" y="1040"/>
                    <a:pt x="1596" y="712"/>
                    <a:pt x="2408" y="384"/>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687" name="Line 17">
              <a:extLst>
                <a:ext uri="{FF2B5EF4-FFF2-40B4-BE49-F238E27FC236}">
                  <a16:creationId xmlns:a16="http://schemas.microsoft.com/office/drawing/2014/main" id="{77775B98-AB04-8C41-8DB1-C0BDBB589A45}"/>
                </a:ext>
              </a:extLst>
            </p:cNvPr>
            <p:cNvSpPr>
              <a:spLocks noChangeShapeType="1"/>
            </p:cNvSpPr>
            <p:nvPr/>
          </p:nvSpPr>
          <p:spPr bwMode="auto">
            <a:xfrm>
              <a:off x="2832" y="2640"/>
              <a:ext cx="432" cy="384"/>
            </a:xfrm>
            <a:prstGeom prst="line">
              <a:avLst/>
            </a:prstGeom>
            <a:noFill/>
            <a:ln w="38100">
              <a:solidFill>
                <a:schemeClr val="tx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28688" name="Line 18">
              <a:extLst>
                <a:ext uri="{FF2B5EF4-FFF2-40B4-BE49-F238E27FC236}">
                  <a16:creationId xmlns:a16="http://schemas.microsoft.com/office/drawing/2014/main" id="{5CE25E1E-0125-2C4C-BD9A-9AA54E7C7552}"/>
                </a:ext>
              </a:extLst>
            </p:cNvPr>
            <p:cNvSpPr>
              <a:spLocks noChangeShapeType="1"/>
            </p:cNvSpPr>
            <p:nvPr/>
          </p:nvSpPr>
          <p:spPr bwMode="auto">
            <a:xfrm>
              <a:off x="3264" y="3024"/>
              <a:ext cx="1440" cy="0"/>
            </a:xfrm>
            <a:prstGeom prst="line">
              <a:avLst/>
            </a:prstGeom>
            <a:noFill/>
            <a:ln w="38100">
              <a:solidFill>
                <a:schemeClr val="tx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28689" name="Oval 19">
              <a:extLst>
                <a:ext uri="{FF2B5EF4-FFF2-40B4-BE49-F238E27FC236}">
                  <a16:creationId xmlns:a16="http://schemas.microsoft.com/office/drawing/2014/main" id="{8553C416-81DC-E34E-AE0F-82E9B026FF49}"/>
                </a:ext>
              </a:extLst>
            </p:cNvPr>
            <p:cNvSpPr>
              <a:spLocks noChangeArrowheads="1"/>
            </p:cNvSpPr>
            <p:nvPr/>
          </p:nvSpPr>
          <p:spPr bwMode="auto">
            <a:xfrm>
              <a:off x="4656" y="2208"/>
              <a:ext cx="96" cy="96"/>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28690" name="Line 20">
              <a:extLst>
                <a:ext uri="{FF2B5EF4-FFF2-40B4-BE49-F238E27FC236}">
                  <a16:creationId xmlns:a16="http://schemas.microsoft.com/office/drawing/2014/main" id="{24BCB211-A5DB-A64C-88AB-7AE9FB334CB5}"/>
                </a:ext>
              </a:extLst>
            </p:cNvPr>
            <p:cNvSpPr>
              <a:spLocks noChangeShapeType="1"/>
            </p:cNvSpPr>
            <p:nvPr/>
          </p:nvSpPr>
          <p:spPr bwMode="auto">
            <a:xfrm>
              <a:off x="4704" y="2256"/>
              <a:ext cx="0" cy="768"/>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28691" name="Line 21">
              <a:extLst>
                <a:ext uri="{FF2B5EF4-FFF2-40B4-BE49-F238E27FC236}">
                  <a16:creationId xmlns:a16="http://schemas.microsoft.com/office/drawing/2014/main" id="{9C0E9BD1-461D-2A49-A68F-4A0C87AA466D}"/>
                </a:ext>
              </a:extLst>
            </p:cNvPr>
            <p:cNvSpPr>
              <a:spLocks noChangeShapeType="1"/>
            </p:cNvSpPr>
            <p:nvPr/>
          </p:nvSpPr>
          <p:spPr bwMode="auto">
            <a:xfrm flipV="1">
              <a:off x="3648" y="2256"/>
              <a:ext cx="1056" cy="3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28692" name="Oval 22">
              <a:extLst>
                <a:ext uri="{FF2B5EF4-FFF2-40B4-BE49-F238E27FC236}">
                  <a16:creationId xmlns:a16="http://schemas.microsoft.com/office/drawing/2014/main" id="{57685F94-DF2B-914D-9B99-7BFD18374206}"/>
                </a:ext>
              </a:extLst>
            </p:cNvPr>
            <p:cNvSpPr>
              <a:spLocks noChangeArrowheads="1"/>
            </p:cNvSpPr>
            <p:nvPr/>
          </p:nvSpPr>
          <p:spPr bwMode="auto">
            <a:xfrm>
              <a:off x="4656" y="2976"/>
              <a:ext cx="96" cy="96"/>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105495" name="Text Box 23">
              <a:extLst>
                <a:ext uri="{FF2B5EF4-FFF2-40B4-BE49-F238E27FC236}">
                  <a16:creationId xmlns:a16="http://schemas.microsoft.com/office/drawing/2014/main" id="{A2C8FCCC-9BD5-2442-AC06-7342C0223DD8}"/>
                </a:ext>
              </a:extLst>
            </p:cNvPr>
            <p:cNvSpPr txBox="1">
              <a:spLocks noChangeArrowheads="1"/>
            </p:cNvSpPr>
            <p:nvPr/>
          </p:nvSpPr>
          <p:spPr bwMode="auto">
            <a:xfrm>
              <a:off x="2720" y="2640"/>
              <a:ext cx="20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kumimoji="0" lang="en-US" altLang="zh-CN" sz="3600" b="1">
                  <a:solidFill>
                    <a:srgbClr val="4E67C8"/>
                  </a:solidFill>
                  <a:effectLst>
                    <a:outerShdw blurRad="38100" dist="38100" dir="2700000" algn="tl">
                      <a:srgbClr val="C0C0C0"/>
                    </a:outerShdw>
                  </a:effectLst>
                  <a:latin typeface="Times New Roman" panose="02020603050405020304" pitchFamily="18" charset="0"/>
                </a:rPr>
                <a:t>A</a:t>
              </a:r>
            </a:p>
          </p:txBody>
        </p:sp>
        <p:sp>
          <p:nvSpPr>
            <p:cNvPr id="105496" name="Text Box 24">
              <a:extLst>
                <a:ext uri="{FF2B5EF4-FFF2-40B4-BE49-F238E27FC236}">
                  <a16:creationId xmlns:a16="http://schemas.microsoft.com/office/drawing/2014/main" id="{8F0D9570-FF0A-7D48-BE44-2AC90197F9A6}"/>
                </a:ext>
              </a:extLst>
            </p:cNvPr>
            <p:cNvSpPr txBox="1">
              <a:spLocks noChangeArrowheads="1"/>
            </p:cNvSpPr>
            <p:nvPr/>
          </p:nvSpPr>
          <p:spPr bwMode="auto">
            <a:xfrm>
              <a:off x="3168" y="3024"/>
              <a:ext cx="194"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kumimoji="0" lang="en-US" altLang="zh-CN" sz="3600" b="1">
                  <a:solidFill>
                    <a:srgbClr val="4E67C8"/>
                  </a:solidFill>
                  <a:effectLst>
                    <a:outerShdw blurRad="38100" dist="38100" dir="2700000" algn="tl">
                      <a:srgbClr val="C0C0C0"/>
                    </a:outerShdw>
                  </a:effectLst>
                  <a:latin typeface="Times New Roman" panose="02020603050405020304" pitchFamily="18" charset="0"/>
                </a:rPr>
                <a:t>E</a:t>
              </a:r>
            </a:p>
          </p:txBody>
        </p:sp>
        <p:sp>
          <p:nvSpPr>
            <p:cNvPr id="105497" name="Text Box 25">
              <a:extLst>
                <a:ext uri="{FF2B5EF4-FFF2-40B4-BE49-F238E27FC236}">
                  <a16:creationId xmlns:a16="http://schemas.microsoft.com/office/drawing/2014/main" id="{737F757B-05DD-C747-888E-25648A67D9BA}"/>
                </a:ext>
              </a:extLst>
            </p:cNvPr>
            <p:cNvSpPr txBox="1">
              <a:spLocks noChangeArrowheads="1"/>
            </p:cNvSpPr>
            <p:nvPr/>
          </p:nvSpPr>
          <p:spPr bwMode="auto">
            <a:xfrm>
              <a:off x="3168" y="1872"/>
              <a:ext cx="194"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kumimoji="0" lang="en-US" altLang="zh-CN" sz="3600" b="1">
                  <a:solidFill>
                    <a:srgbClr val="4E67C8"/>
                  </a:solidFill>
                  <a:effectLst>
                    <a:outerShdw blurRad="38100" dist="38100" dir="2700000" algn="tl">
                      <a:srgbClr val="C0C0C0"/>
                    </a:outerShdw>
                  </a:effectLst>
                  <a:latin typeface="Times New Roman" panose="02020603050405020304" pitchFamily="18" charset="0"/>
                </a:rPr>
                <a:t>B</a:t>
              </a:r>
            </a:p>
          </p:txBody>
        </p:sp>
        <p:sp>
          <p:nvSpPr>
            <p:cNvPr id="105498" name="Text Box 26">
              <a:extLst>
                <a:ext uri="{FF2B5EF4-FFF2-40B4-BE49-F238E27FC236}">
                  <a16:creationId xmlns:a16="http://schemas.microsoft.com/office/drawing/2014/main" id="{7B9714EB-B3AE-DD4C-A6B8-4E9A644219AA}"/>
                </a:ext>
              </a:extLst>
            </p:cNvPr>
            <p:cNvSpPr txBox="1">
              <a:spLocks noChangeArrowheads="1"/>
            </p:cNvSpPr>
            <p:nvPr/>
          </p:nvSpPr>
          <p:spPr bwMode="auto">
            <a:xfrm>
              <a:off x="3600" y="2640"/>
              <a:ext cx="176"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kumimoji="0" lang="en-US" altLang="zh-CN" sz="3600" b="1">
                  <a:solidFill>
                    <a:srgbClr val="4E67C8"/>
                  </a:solidFill>
                  <a:effectLst>
                    <a:outerShdw blurRad="38100" dist="38100" dir="2700000" algn="tl">
                      <a:srgbClr val="C0C0C0"/>
                    </a:outerShdw>
                  </a:effectLst>
                  <a:latin typeface="Times New Roman" panose="02020603050405020304" pitchFamily="18" charset="0"/>
                </a:rPr>
                <a:t>F</a:t>
              </a:r>
            </a:p>
          </p:txBody>
        </p:sp>
        <p:sp>
          <p:nvSpPr>
            <p:cNvPr id="105499" name="Text Box 27">
              <a:extLst>
                <a:ext uri="{FF2B5EF4-FFF2-40B4-BE49-F238E27FC236}">
                  <a16:creationId xmlns:a16="http://schemas.microsoft.com/office/drawing/2014/main" id="{2E3E6DA2-9F5B-8446-A419-07841B4EB9F7}"/>
                </a:ext>
              </a:extLst>
            </p:cNvPr>
            <p:cNvSpPr txBox="1">
              <a:spLocks noChangeArrowheads="1"/>
            </p:cNvSpPr>
            <p:nvPr/>
          </p:nvSpPr>
          <p:spPr bwMode="auto">
            <a:xfrm>
              <a:off x="4752" y="1968"/>
              <a:ext cx="20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kumimoji="0" lang="en-US" altLang="zh-CN" sz="3600" b="1">
                  <a:solidFill>
                    <a:srgbClr val="4E67C8"/>
                  </a:solidFill>
                  <a:effectLst>
                    <a:outerShdw blurRad="38100" dist="38100" dir="2700000" algn="tl">
                      <a:srgbClr val="C0C0C0"/>
                    </a:outerShdw>
                  </a:effectLst>
                  <a:latin typeface="Times New Roman" panose="02020603050405020304" pitchFamily="18" charset="0"/>
                </a:rPr>
                <a:t>C</a:t>
              </a:r>
            </a:p>
          </p:txBody>
        </p:sp>
        <p:sp>
          <p:nvSpPr>
            <p:cNvPr id="105500" name="Text Box 28">
              <a:extLst>
                <a:ext uri="{FF2B5EF4-FFF2-40B4-BE49-F238E27FC236}">
                  <a16:creationId xmlns:a16="http://schemas.microsoft.com/office/drawing/2014/main" id="{BBFE0BE8-653C-8145-AF07-088E7CF11539}"/>
                </a:ext>
              </a:extLst>
            </p:cNvPr>
            <p:cNvSpPr txBox="1">
              <a:spLocks noChangeArrowheads="1"/>
            </p:cNvSpPr>
            <p:nvPr/>
          </p:nvSpPr>
          <p:spPr bwMode="auto">
            <a:xfrm>
              <a:off x="4800" y="2880"/>
              <a:ext cx="20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kumimoji="0" lang="en-US" altLang="zh-CN" sz="3600" b="1">
                  <a:solidFill>
                    <a:srgbClr val="4E67C8"/>
                  </a:solidFill>
                  <a:effectLst>
                    <a:outerShdw blurRad="38100" dist="38100" dir="2700000" algn="tl">
                      <a:srgbClr val="C0C0C0"/>
                    </a:outerShdw>
                  </a:effectLst>
                  <a:latin typeface="Times New Roman" panose="02020603050405020304" pitchFamily="18" charset="0"/>
                </a:rPr>
                <a:t>D</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105475">
                                            <p:txEl>
                                              <p:pRg st="0" end="0"/>
                                            </p:txEl>
                                          </p:spTgt>
                                        </p:tgtEl>
                                        <p:attrNameLst>
                                          <p:attrName>style.visibility</p:attrName>
                                        </p:attrNameLst>
                                      </p:cBhvr>
                                      <p:to>
                                        <p:strVal val="visible"/>
                                      </p:to>
                                    </p:set>
                                    <p:anim calcmode="discrete" valueType="clr">
                                      <p:cBhvr override="childStyle">
                                        <p:cTn id="7" dur="80"/>
                                        <p:tgtEl>
                                          <p:spTgt spid="10547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547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05475">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05475">
                                            <p:txEl>
                                              <p:pRg st="1" end="1"/>
                                            </p:txEl>
                                          </p:spTgt>
                                        </p:tgtEl>
                                        <p:attrNameLst>
                                          <p:attrName>style.visibility</p:attrName>
                                        </p:attrNameLst>
                                      </p:cBhvr>
                                      <p:to>
                                        <p:strVal val="visible"/>
                                      </p:to>
                                    </p:set>
                                    <p:anim calcmode="discrete" valueType="clr">
                                      <p:cBhvr override="childStyle">
                                        <p:cTn id="14" dur="80"/>
                                        <p:tgtEl>
                                          <p:spTgt spid="10547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05475">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105475">
                                            <p:txEl>
                                              <p:pRg st="1" end="1"/>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105475">
                                            <p:txEl>
                                              <p:pRg st="2" end="2"/>
                                            </p:txEl>
                                          </p:spTgt>
                                        </p:tgtEl>
                                        <p:attrNameLst>
                                          <p:attrName>style.visibility</p:attrName>
                                        </p:attrNameLst>
                                      </p:cBhvr>
                                      <p:to>
                                        <p:strVal val="visible"/>
                                      </p:to>
                                    </p:set>
                                    <p:anim calcmode="discrete" valueType="clr">
                                      <p:cBhvr override="childStyle">
                                        <p:cTn id="21" dur="80"/>
                                        <p:tgtEl>
                                          <p:spTgt spid="10547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05475">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105475">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7" name="Slide Number Placeholder 5">
            <a:extLst>
              <a:ext uri="{FF2B5EF4-FFF2-40B4-BE49-F238E27FC236}">
                <a16:creationId xmlns:a16="http://schemas.microsoft.com/office/drawing/2014/main" id="{236C00DC-C5E6-9A45-9CC5-8250A69A8A57}"/>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292429B2-FC44-9E4C-BDBC-754B98A94068}" type="slidenum">
              <a:rPr kumimoji="0" lang="zh-CN" altLang="en-US" sz="1200"/>
              <a:pPr/>
              <a:t>27</a:t>
            </a:fld>
            <a:endParaRPr kumimoji="0" lang="en-US" altLang="zh-CN" sz="1200"/>
          </a:p>
        </p:txBody>
      </p:sp>
      <p:sp>
        <p:nvSpPr>
          <p:cNvPr id="66562" name="Rectangle 2">
            <a:extLst>
              <a:ext uri="{FF2B5EF4-FFF2-40B4-BE49-F238E27FC236}">
                <a16:creationId xmlns:a16="http://schemas.microsoft.com/office/drawing/2014/main" id="{4C74FFA0-E4B7-4546-8123-5326FBB2F04B}"/>
              </a:ext>
            </a:extLst>
          </p:cNvPr>
          <p:cNvSpPr>
            <a:spLocks noGrp="1" noChangeArrowheads="1"/>
          </p:cNvSpPr>
          <p:nvPr>
            <p:ph type="title"/>
          </p:nvPr>
        </p:nvSpPr>
        <p:spPr>
          <a:xfrm>
            <a:off x="152400" y="381000"/>
            <a:ext cx="7772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定义 4.1.5 </a:t>
            </a:r>
          </a:p>
        </p:txBody>
      </p:sp>
      <p:sp>
        <p:nvSpPr>
          <p:cNvPr id="66563" name="Rectangle 3">
            <a:extLst>
              <a:ext uri="{FF2B5EF4-FFF2-40B4-BE49-F238E27FC236}">
                <a16:creationId xmlns:a16="http://schemas.microsoft.com/office/drawing/2014/main" id="{279F8B1E-1C9C-854C-9C18-2B4322764912}"/>
              </a:ext>
            </a:extLst>
          </p:cNvPr>
          <p:cNvSpPr>
            <a:spLocks noGrp="1" noChangeArrowheads="1"/>
          </p:cNvSpPr>
          <p:nvPr>
            <p:ph sz="quarter" idx="13"/>
          </p:nvPr>
        </p:nvSpPr>
        <p:spPr>
          <a:xfrm>
            <a:off x="76200" y="1371600"/>
            <a:ext cx="8915400" cy="4267200"/>
          </a:xfrm>
        </p:spPr>
        <p:txBody>
          <a:bodyPr/>
          <a:lstStyle/>
          <a:p>
            <a:pPr marL="352425" indent="-352425">
              <a:tabLst>
                <a:tab pos="352425" algn="l"/>
              </a:tabLst>
            </a:pPr>
            <a:r>
              <a:rPr kumimoji="0" lang="zh-CN" altLang="en-US" sz="3200">
                <a:latin typeface="Times New Roman" panose="02020603050405020304" pitchFamily="18" charset="0"/>
                <a:ea typeface="楷体_GB2312" pitchFamily="49" charset="-122"/>
              </a:rPr>
              <a:t>设</a:t>
            </a:r>
            <a:r>
              <a:rPr kumimoji="0" lang="en-US" altLang="zh-CN" sz="3200">
                <a:latin typeface="Times New Roman" panose="02020603050405020304" pitchFamily="18" charset="0"/>
                <a:ea typeface="楷体_GB2312" pitchFamily="49" charset="-122"/>
              </a:rPr>
              <a:t>G＝(P，L)</a:t>
            </a:r>
            <a:r>
              <a:rPr kumimoji="0" lang="zh-CN" altLang="en-US" sz="3200">
                <a:latin typeface="Times New Roman" panose="02020603050405020304" pitchFamily="18" charset="0"/>
                <a:ea typeface="楷体_GB2312" pitchFamily="49" charset="-122"/>
              </a:rPr>
              <a:t>是图，(</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0</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1</a:t>
            </a:r>
            <a:r>
              <a:rPr kumimoji="0" lang="en-US" altLang="zh-CN" sz="3200">
                <a:latin typeface="Times New Roman" panose="02020603050405020304" pitchFamily="18" charset="0"/>
                <a:ea typeface="楷体_GB2312" pitchFamily="49" charset="-122"/>
              </a:rPr>
              <a:t>,</a:t>
            </a:r>
            <a:r>
              <a:rPr kumimoji="0" lang="en-US" altLang="zh-CN" sz="3200">
                <a:latin typeface="Arial" panose="020B0604020202020204" pitchFamily="34" charset="0"/>
                <a:ea typeface="楷体_GB2312" pitchFamily="49" charset="-122"/>
              </a:rPr>
              <a:t>…</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n</a:t>
            </a:r>
            <a:r>
              <a:rPr kumimoji="0" lang="en-US" altLang="zh-CN" sz="3200">
                <a:latin typeface="Times New Roman" panose="02020603050405020304" pitchFamily="18" charset="0"/>
                <a:ea typeface="楷体_GB2312" pitchFamily="49" charset="-122"/>
              </a:rPr>
              <a:t>)</a:t>
            </a:r>
            <a:r>
              <a:rPr kumimoji="0" lang="zh-CN" altLang="en-US" sz="3200">
                <a:latin typeface="Times New Roman" panose="02020603050405020304" pitchFamily="18" charset="0"/>
                <a:ea typeface="楷体_GB2312" pitchFamily="49" charset="-122"/>
              </a:rPr>
              <a:t>是</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中从</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0</a:t>
            </a:r>
            <a:r>
              <a:rPr kumimoji="0" lang="zh-CN" altLang="en-US" sz="3200">
                <a:latin typeface="Times New Roman" panose="02020603050405020304" pitchFamily="18" charset="0"/>
                <a:ea typeface="楷体_GB2312" pitchFamily="49" charset="-122"/>
              </a:rPr>
              <a:t>到</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n</a:t>
            </a:r>
            <a:r>
              <a:rPr kumimoji="0" lang="zh-CN" altLang="en-US" sz="3200">
                <a:latin typeface="Times New Roman" panose="02020603050405020304" pitchFamily="18" charset="0"/>
                <a:ea typeface="楷体_GB2312" pitchFamily="49" charset="-122"/>
              </a:rPr>
              <a:t>的路，称此路为</a:t>
            </a:r>
            <a:r>
              <a:rPr kumimoji="0" lang="zh-CN" altLang="en-US" sz="3200">
                <a:solidFill>
                  <a:srgbClr val="4E67C8"/>
                </a:solidFill>
                <a:latin typeface="Times New Roman" panose="02020603050405020304" pitchFamily="18" charset="0"/>
                <a:ea typeface="楷体_GB2312" pitchFamily="49" charset="-122"/>
              </a:rPr>
              <a:t>简单路</a:t>
            </a:r>
            <a:r>
              <a:rPr kumimoji="0" lang="zh-CN" altLang="en-US" sz="3200">
                <a:latin typeface="Times New Roman" panose="02020603050405020304" pitchFamily="18" charset="0"/>
                <a:ea typeface="楷体_GB2312" pitchFamily="49" charset="-122"/>
              </a:rPr>
              <a:t>，如果</a:t>
            </a:r>
            <a:br>
              <a:rPr kumimoji="0" lang="zh-CN" altLang="en-US" sz="3200">
                <a:latin typeface="Times New Roman" panose="02020603050405020304" pitchFamily="18" charset="0"/>
                <a:ea typeface="楷体_GB2312" pitchFamily="49" charset="-122"/>
              </a:rPr>
            </a:br>
            <a:r>
              <a:rPr kumimoji="0" lang="zh-CN" altLang="en-US" sz="3200">
                <a:latin typeface="Times New Roman" panose="02020603050405020304" pitchFamily="18" charset="0"/>
                <a:ea typeface="楷体_GB2312" pitchFamily="49" charset="-122"/>
              </a:rPr>
              <a:t>	1</a:t>
            </a:r>
            <a:r>
              <a:rPr kumimoji="0" lang="en-US" altLang="zh-CN" sz="3200">
                <a:latin typeface="Times New Roman" panose="02020603050405020304" pitchFamily="18" charset="0"/>
                <a:ea typeface="楷体_GB2312" pitchFamily="49" charset="-122"/>
              </a:rPr>
              <a:t>) v</a:t>
            </a:r>
            <a:r>
              <a:rPr kumimoji="0" lang="en-US" altLang="zh-CN" sz="3200" baseline="-30000">
                <a:latin typeface="Times New Roman" panose="02020603050405020304" pitchFamily="18" charset="0"/>
                <a:ea typeface="楷体_GB2312" pitchFamily="49" charset="-122"/>
              </a:rPr>
              <a:t>0</a:t>
            </a:r>
            <a:r>
              <a:rPr kumimoji="0" lang="en-US" altLang="zh-CN" sz="3200">
                <a:latin typeface="Times New Roman" panose="02020603050405020304" pitchFamily="18" charset="0"/>
                <a:ea typeface="楷体_GB2312" pitchFamily="49" charset="-122"/>
              </a:rPr>
              <a:t>,</a:t>
            </a:r>
            <a:r>
              <a:rPr kumimoji="0" lang="en-US" altLang="zh-CN" sz="3200">
                <a:latin typeface="Arial" panose="020B0604020202020204" pitchFamily="34" charset="0"/>
                <a:ea typeface="楷体_GB2312" pitchFamily="49" charset="-122"/>
              </a:rPr>
              <a:t>…</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n-1</a:t>
            </a:r>
            <a:r>
              <a:rPr kumimoji="0" lang="zh-CN" altLang="en-US" sz="3200">
                <a:latin typeface="Times New Roman" panose="02020603050405020304" pitchFamily="18" charset="0"/>
                <a:ea typeface="楷体_GB2312" pitchFamily="49" charset="-122"/>
              </a:rPr>
              <a:t>互不相同；</a:t>
            </a:r>
            <a:br>
              <a:rPr kumimoji="0" lang="zh-CN" altLang="en-US" sz="3200">
                <a:latin typeface="Times New Roman" panose="02020603050405020304" pitchFamily="18" charset="0"/>
                <a:ea typeface="楷体_GB2312" pitchFamily="49" charset="-122"/>
              </a:rPr>
            </a:br>
            <a:r>
              <a:rPr kumimoji="0" lang="zh-CN" altLang="en-US" sz="3200">
                <a:latin typeface="Times New Roman" panose="02020603050405020304" pitchFamily="18" charset="0"/>
                <a:ea typeface="楷体_GB2312" pitchFamily="49" charset="-122"/>
              </a:rPr>
              <a:t>	2</a:t>
            </a:r>
            <a:r>
              <a:rPr kumimoji="0" lang="en-US" altLang="zh-CN" sz="3200">
                <a:latin typeface="Times New Roman" panose="02020603050405020304" pitchFamily="18" charset="0"/>
                <a:ea typeface="楷体_GB2312" pitchFamily="49" charset="-122"/>
              </a:rPr>
              <a:t>) v</a:t>
            </a:r>
            <a:r>
              <a:rPr kumimoji="0" lang="en-US" altLang="zh-CN" sz="3200" baseline="-30000">
                <a:latin typeface="Times New Roman" panose="02020603050405020304" pitchFamily="18" charset="0"/>
                <a:ea typeface="楷体_GB2312" pitchFamily="49" charset="-122"/>
              </a:rPr>
              <a:t>1</a:t>
            </a:r>
            <a:r>
              <a:rPr kumimoji="0" lang="en-US" altLang="zh-CN" sz="3200">
                <a:latin typeface="Times New Roman" panose="02020603050405020304" pitchFamily="18" charset="0"/>
                <a:ea typeface="楷体_GB2312" pitchFamily="49" charset="-122"/>
              </a:rPr>
              <a:t>,</a:t>
            </a:r>
            <a:r>
              <a:rPr kumimoji="0" lang="en-US" altLang="zh-CN" sz="3200">
                <a:latin typeface="Arial" panose="020B0604020202020204" pitchFamily="34" charset="0"/>
                <a:ea typeface="楷体_GB2312" pitchFamily="49" charset="-122"/>
              </a:rPr>
              <a:t>…</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n</a:t>
            </a:r>
            <a:r>
              <a:rPr kumimoji="0" lang="zh-CN" altLang="en-US" sz="3200">
                <a:latin typeface="Times New Roman" panose="02020603050405020304" pitchFamily="18" charset="0"/>
                <a:ea typeface="楷体_GB2312" pitchFamily="49" charset="-122"/>
              </a:rPr>
              <a:t>互不相同。</a:t>
            </a:r>
            <a:br>
              <a:rPr kumimoji="0" lang="zh-CN" altLang="en-US" sz="3200">
                <a:latin typeface="Times New Roman" panose="02020603050405020304" pitchFamily="18" charset="0"/>
                <a:ea typeface="楷体_GB2312" pitchFamily="49" charset="-122"/>
              </a:rPr>
            </a:br>
            <a:endParaRPr kumimoji="0" lang="zh-CN" altLang="en-US" sz="3200">
              <a:latin typeface="Times New Roman" panose="02020603050405020304" pitchFamily="18" charset="0"/>
              <a:ea typeface="楷体_GB2312" pitchFamily="49" charset="-122"/>
            </a:endParaRPr>
          </a:p>
          <a:p>
            <a:pPr marL="352425" indent="-352425">
              <a:tabLst>
                <a:tab pos="352425" algn="l"/>
              </a:tabLst>
            </a:pPr>
            <a:r>
              <a:rPr kumimoji="0" lang="zh-CN" altLang="en-US" sz="3200">
                <a:latin typeface="宋体" panose="02010600030101010101" pitchFamily="2" charset="-122"/>
                <a:ea typeface="楷体_GB2312" pitchFamily="49" charset="-122"/>
              </a:rPr>
              <a:t>显然，一条简单路</a:t>
            </a:r>
            <a:r>
              <a:rPr kumimoji="0" lang="en-US" altLang="zh-CN"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0</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1</a:t>
            </a:r>
            <a:r>
              <a:rPr kumimoji="0" lang="en-US" altLang="zh-CN" sz="3200">
                <a:latin typeface="Times New Roman" panose="02020603050405020304" pitchFamily="18" charset="0"/>
                <a:ea typeface="楷体_GB2312" pitchFamily="49" charset="-122"/>
              </a:rPr>
              <a:t>,</a:t>
            </a:r>
            <a:r>
              <a:rPr kumimoji="0" lang="en-US" altLang="zh-CN" sz="3200">
                <a:latin typeface="Arial" panose="020B0604020202020204" pitchFamily="34" charset="0"/>
                <a:ea typeface="楷体_GB2312" pitchFamily="49" charset="-122"/>
              </a:rPr>
              <a:t>…</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n</a:t>
            </a:r>
            <a:r>
              <a:rPr kumimoji="0" lang="en-US" altLang="zh-CN" sz="3200">
                <a:latin typeface="Times New Roman" panose="02020603050405020304" pitchFamily="18" charset="0"/>
                <a:ea typeface="楷体_GB2312" pitchFamily="49" charset="-122"/>
              </a:rPr>
              <a:t>)</a:t>
            </a:r>
            <a:r>
              <a:rPr kumimoji="0" lang="en-US" altLang="zh-CN" sz="3200">
                <a:latin typeface="宋体" panose="02010600030101010101" pitchFamily="2" charset="-122"/>
                <a:ea typeface="楷体_GB2312" pitchFamily="49" charset="-122"/>
              </a:rPr>
              <a:t>，</a:t>
            </a:r>
            <a:r>
              <a:rPr kumimoji="0" lang="zh-CN" altLang="en-US" sz="3200">
                <a:latin typeface="宋体" panose="02010600030101010101" pitchFamily="2" charset="-122"/>
                <a:ea typeface="楷体_GB2312" pitchFamily="49" charset="-122"/>
              </a:rPr>
              <a:t>除</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0</a:t>
            </a:r>
            <a:r>
              <a:rPr kumimoji="0" lang="zh-CN" altLang="en-US" sz="3200">
                <a:latin typeface="宋体" panose="02010600030101010101" pitchFamily="2" charset="-122"/>
                <a:ea typeface="楷体_GB2312" pitchFamily="49" charset="-122"/>
              </a:rPr>
              <a:t>与</a:t>
            </a:r>
            <a:r>
              <a:rPr kumimoji="0" lang="en-US" altLang="zh-CN" sz="3200">
                <a:latin typeface="Times New Roman" panose="02020603050405020304" pitchFamily="18" charset="0"/>
                <a:ea typeface="楷体_GB2312" pitchFamily="49" charset="-122"/>
              </a:rPr>
              <a:t>v</a:t>
            </a:r>
            <a:r>
              <a:rPr kumimoji="0" lang="en-US" altLang="zh-CN" sz="3200" baseline="-30000">
                <a:latin typeface="Times New Roman" panose="02020603050405020304" pitchFamily="18" charset="0"/>
                <a:ea typeface="楷体_GB2312" pitchFamily="49" charset="-122"/>
              </a:rPr>
              <a:t>n</a:t>
            </a:r>
            <a:r>
              <a:rPr kumimoji="0" lang="zh-CN" altLang="en-US" sz="3200">
                <a:latin typeface="宋体" panose="02010600030101010101" pitchFamily="2" charset="-122"/>
                <a:ea typeface="楷体_GB2312" pitchFamily="49" charset="-122"/>
              </a:rPr>
              <a:t>可以相同外，其它任意两点都不相同。</a:t>
            </a:r>
            <a:r>
              <a:rPr kumimoji="0" lang="zh-CN" altLang="en-US" sz="3200">
                <a:latin typeface="Times New Roman" panose="02020603050405020304" pitchFamily="18" charset="0"/>
                <a:ea typeface="楷体_GB2312" pitchFamily="49" charset="-122"/>
              </a:rPr>
              <a:t> </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6563">
                                            <p:txEl>
                                              <p:pRg st="1" end="1"/>
                                            </p:txEl>
                                          </p:spTgt>
                                        </p:tgtEl>
                                        <p:attrNameLst>
                                          <p:attrName>style.visibility</p:attrName>
                                        </p:attrNameLst>
                                      </p:cBhvr>
                                      <p:to>
                                        <p:strVal val="visible"/>
                                      </p:to>
                                    </p:set>
                                    <p:animEffect transition="in" filter="wipe(up)">
                                      <p:cBhvr>
                                        <p:cTn id="7" dur="500"/>
                                        <p:tgtEl>
                                          <p:spTgt spid="665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5" name="Slide Number Placeholder 5">
            <a:extLst>
              <a:ext uri="{FF2B5EF4-FFF2-40B4-BE49-F238E27FC236}">
                <a16:creationId xmlns:a16="http://schemas.microsoft.com/office/drawing/2014/main" id="{3658345D-CDFF-FB4D-BDA7-F1D1CDC8CCDD}"/>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F1D19E51-4D2F-0D4E-AC2B-A3A56B1BEE6B}" type="slidenum">
              <a:rPr kumimoji="0" lang="zh-CN" altLang="en-US" sz="1200"/>
              <a:pPr/>
              <a:t>28</a:t>
            </a:fld>
            <a:endParaRPr kumimoji="0" lang="en-US" altLang="zh-CN" sz="1200"/>
          </a:p>
        </p:txBody>
      </p:sp>
      <p:sp>
        <p:nvSpPr>
          <p:cNvPr id="67586" name="Rectangle 2">
            <a:extLst>
              <a:ext uri="{FF2B5EF4-FFF2-40B4-BE49-F238E27FC236}">
                <a16:creationId xmlns:a16="http://schemas.microsoft.com/office/drawing/2014/main" id="{BA247394-0820-A041-BF5B-21E0B333F91F}"/>
              </a:ext>
            </a:extLst>
          </p:cNvPr>
          <p:cNvSpPr>
            <a:spLocks noGrp="1" noChangeArrowheads="1"/>
          </p:cNvSpPr>
          <p:nvPr>
            <p:ph type="title"/>
          </p:nvPr>
        </p:nvSpPr>
        <p:spPr>
          <a:xfrm>
            <a:off x="152400" y="381000"/>
            <a:ext cx="7772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定义 4.1.6 </a:t>
            </a:r>
          </a:p>
        </p:txBody>
      </p:sp>
      <p:sp>
        <p:nvSpPr>
          <p:cNvPr id="52227" name="Rectangle 3">
            <a:extLst>
              <a:ext uri="{FF2B5EF4-FFF2-40B4-BE49-F238E27FC236}">
                <a16:creationId xmlns:a16="http://schemas.microsoft.com/office/drawing/2014/main" id="{E98ADFB2-DE97-9842-889A-ABA82E0DAD97}"/>
              </a:ext>
            </a:extLst>
          </p:cNvPr>
          <p:cNvSpPr>
            <a:spLocks noGrp="1" noChangeArrowheads="1"/>
          </p:cNvSpPr>
          <p:nvPr>
            <p:ph sz="quarter" idx="13"/>
          </p:nvPr>
        </p:nvSpPr>
        <p:spPr>
          <a:xfrm>
            <a:off x="228600" y="1295400"/>
            <a:ext cx="8763000" cy="2209800"/>
          </a:xfrm>
        </p:spPr>
        <p:txBody>
          <a:bodyPr/>
          <a:lstStyle/>
          <a:p>
            <a:pPr marL="352425" indent="-352425">
              <a:lnSpc>
                <a:spcPct val="130000"/>
              </a:lnSpc>
              <a:tabLst>
                <a:tab pos="352425" algn="l"/>
              </a:tabLst>
            </a:pPr>
            <a:r>
              <a:rPr kumimoji="0" lang="zh-CN" altLang="en-US" sz="3200">
                <a:latin typeface="宋体" panose="02010600030101010101" pitchFamily="2" charset="-122"/>
                <a:ea typeface="楷体_GB2312" pitchFamily="49" charset="-122"/>
              </a:rPr>
              <a:t>设</a:t>
            </a:r>
            <a:r>
              <a:rPr kumimoji="0" lang="en-US" altLang="zh-CN" sz="3200">
                <a:latin typeface="Times New Roman" panose="02020603050405020304" pitchFamily="18" charset="0"/>
                <a:ea typeface="楷体_GB2312" pitchFamily="49" charset="-122"/>
              </a:rPr>
              <a:t>G＝(P，L)</a:t>
            </a:r>
            <a:r>
              <a:rPr kumimoji="0" lang="zh-CN" altLang="en-US" sz="3200">
                <a:latin typeface="宋体" panose="02010600030101010101" pitchFamily="2" charset="-122"/>
                <a:ea typeface="楷体_GB2312" pitchFamily="49" charset="-122"/>
              </a:rPr>
              <a:t>是图。</a:t>
            </a:r>
            <a:r>
              <a:rPr kumimoji="0" lang="en-US" altLang="zh-CN" sz="3200">
                <a:latin typeface="Times New Roman" panose="02020603050405020304" pitchFamily="18" charset="0"/>
                <a:ea typeface="楷体_GB2312" pitchFamily="49" charset="-122"/>
              </a:rPr>
              <a:t>G</a:t>
            </a:r>
            <a:r>
              <a:rPr kumimoji="0" lang="zh-CN" altLang="en-US" sz="3200">
                <a:latin typeface="宋体" panose="02010600030101010101" pitchFamily="2" charset="-122"/>
                <a:ea typeface="楷体_GB2312" pitchFamily="49" charset="-122"/>
              </a:rPr>
              <a:t>中从点</a:t>
            </a:r>
            <a:r>
              <a:rPr kumimoji="0" lang="en-US" altLang="zh-CN" sz="3200">
                <a:latin typeface="Times New Roman" panose="02020603050405020304" pitchFamily="18" charset="0"/>
                <a:ea typeface="楷体_GB2312" pitchFamily="49" charset="-122"/>
              </a:rPr>
              <a:t>v</a:t>
            </a:r>
            <a:r>
              <a:rPr kumimoji="0" lang="zh-CN" altLang="en-US" sz="3200">
                <a:latin typeface="宋体" panose="02010600030101010101" pitchFamily="2" charset="-122"/>
                <a:ea typeface="楷体_GB2312" pitchFamily="49" charset="-122"/>
              </a:rPr>
              <a:t>到自身的其长度不小于</a:t>
            </a:r>
            <a:r>
              <a:rPr kumimoji="0" lang="zh-CN" altLang="en-US" sz="3200">
                <a:latin typeface="Times New Roman" panose="02020603050405020304" pitchFamily="18" charset="0"/>
                <a:ea typeface="楷体_GB2312" pitchFamily="49" charset="-122"/>
              </a:rPr>
              <a:t>3</a:t>
            </a:r>
            <a:r>
              <a:rPr kumimoji="0" lang="zh-CN" altLang="en-US" sz="3200">
                <a:latin typeface="宋体" panose="02010600030101010101" pitchFamily="2" charset="-122"/>
                <a:ea typeface="楷体_GB2312" pitchFamily="49" charset="-122"/>
              </a:rPr>
              <a:t>的简单路，称为</a:t>
            </a:r>
            <a:r>
              <a:rPr kumimoji="0" lang="zh-CN" altLang="en-US" sz="3200">
                <a:solidFill>
                  <a:srgbClr val="4E67C8"/>
                </a:solidFill>
                <a:latin typeface="宋体" panose="02010600030101010101" pitchFamily="2" charset="-122"/>
                <a:ea typeface="楷体_GB2312" pitchFamily="49" charset="-122"/>
              </a:rPr>
              <a:t>回路</a:t>
            </a:r>
            <a:r>
              <a:rPr kumimoji="0" lang="zh-CN" altLang="en-US" sz="3200">
                <a:latin typeface="宋体" panose="02010600030101010101" pitchFamily="2" charset="-122"/>
                <a:ea typeface="楷体_GB2312" pitchFamily="49" charset="-122"/>
              </a:rPr>
              <a:t>。</a:t>
            </a:r>
            <a:r>
              <a:rPr kumimoji="0" lang="zh-CN" altLang="en-US" sz="3200">
                <a:latin typeface="Times New Roman" panose="02020603050405020304" pitchFamily="18" charset="0"/>
                <a:ea typeface="楷体_GB2312" pitchFamily="49" charset="-122"/>
              </a:rPr>
              <a:t> </a:t>
            </a:r>
          </a:p>
        </p:txBody>
      </p:sp>
    </p:spTree>
  </p:cSld>
  <p:clrMapOvr>
    <a:masterClrMapping/>
  </p:clrMapOvr>
  <p:transition>
    <p:blinds dir="vert"/>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3" name="Slide Number Placeholder 5">
            <a:extLst>
              <a:ext uri="{FF2B5EF4-FFF2-40B4-BE49-F238E27FC236}">
                <a16:creationId xmlns:a16="http://schemas.microsoft.com/office/drawing/2014/main" id="{F94A616C-737C-D344-B035-D823CD6DAD64}"/>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7F6C325A-18A5-7D47-AED3-DC0FE074D1AE}" type="slidenum">
              <a:rPr kumimoji="0" lang="zh-CN" altLang="en-US" sz="1200"/>
              <a:pPr/>
              <a:t>29</a:t>
            </a:fld>
            <a:endParaRPr kumimoji="0" lang="en-US" altLang="zh-CN" sz="1200"/>
          </a:p>
        </p:txBody>
      </p:sp>
      <p:sp>
        <p:nvSpPr>
          <p:cNvPr id="65538" name="Rectangle 2">
            <a:extLst>
              <a:ext uri="{FF2B5EF4-FFF2-40B4-BE49-F238E27FC236}">
                <a16:creationId xmlns:a16="http://schemas.microsoft.com/office/drawing/2014/main" id="{BAAF9BE9-C2D7-5F4B-A66A-C318F03E4E1F}"/>
              </a:ext>
            </a:extLst>
          </p:cNvPr>
          <p:cNvSpPr>
            <a:spLocks noGrp="1" noChangeArrowheads="1"/>
          </p:cNvSpPr>
          <p:nvPr>
            <p:ph type="title"/>
          </p:nvPr>
        </p:nvSpPr>
        <p:spPr>
          <a:xfrm>
            <a:off x="152400" y="381000"/>
            <a:ext cx="7772400" cy="762000"/>
          </a:xfrm>
        </p:spPr>
        <p:txBody>
          <a:bodyPr/>
          <a:lstStyle/>
          <a:p>
            <a:pPr marL="320040" indent="-320040" algn="l" fontAlgn="auto">
              <a:spcAft>
                <a:spcPts val="0"/>
              </a:spcAft>
              <a:buClr>
                <a:schemeClr val="accent6">
                  <a:lumMod val="75000"/>
                </a:schemeClr>
              </a:buClr>
              <a:defRPr/>
            </a:pPr>
            <a:r>
              <a:rPr lang="zh-CN" altLang="en-US" dirty="0">
                <a:latin typeface="楷体_GB2312" pitchFamily="49" charset="-122"/>
                <a:ea typeface="+mj-ea"/>
                <a:cs typeface="+mj-cs"/>
              </a:rPr>
              <a:t>例：</a:t>
            </a:r>
          </a:p>
        </p:txBody>
      </p:sp>
      <p:sp>
        <p:nvSpPr>
          <p:cNvPr id="65539" name="Rectangle 3">
            <a:extLst>
              <a:ext uri="{FF2B5EF4-FFF2-40B4-BE49-F238E27FC236}">
                <a16:creationId xmlns:a16="http://schemas.microsoft.com/office/drawing/2014/main" id="{6E4E2EC9-CB92-7846-A3B0-FC07C1966528}"/>
              </a:ext>
            </a:extLst>
          </p:cNvPr>
          <p:cNvSpPr>
            <a:spLocks noGrp="1" noChangeArrowheads="1"/>
          </p:cNvSpPr>
          <p:nvPr>
            <p:ph sz="quarter" idx="13"/>
          </p:nvPr>
        </p:nvSpPr>
        <p:spPr>
          <a:xfrm>
            <a:off x="3657600" y="1447800"/>
            <a:ext cx="4876800" cy="4495800"/>
          </a:xfrm>
        </p:spPr>
        <p:txBody>
          <a:bodyPr/>
          <a:lstStyle/>
          <a:p>
            <a:pPr marL="357188" indent="-357188">
              <a:tabLst>
                <a:tab pos="669925" algn="l"/>
              </a:tabLst>
            </a:pPr>
            <a:r>
              <a:rPr kumimoji="0" lang="zh-CN" altLang="en-US" sz="3200">
                <a:latin typeface="Times New Roman" panose="02020603050405020304" pitchFamily="18" charset="0"/>
                <a:ea typeface="楷体_GB2312" pitchFamily="49" charset="-122"/>
              </a:rPr>
              <a:t>(</a:t>
            </a:r>
            <a:r>
              <a:rPr kumimoji="0" lang="en-US" altLang="zh-CN" sz="3200">
                <a:latin typeface="Times New Roman" panose="02020603050405020304" pitchFamily="18" charset="0"/>
                <a:ea typeface="楷体_GB2312" pitchFamily="49" charset="-122"/>
              </a:rPr>
              <a:t>a,b,c,d)</a:t>
            </a:r>
            <a:r>
              <a:rPr kumimoji="0" lang="zh-CN" altLang="en-US" sz="3200">
                <a:latin typeface="Times New Roman" panose="02020603050405020304" pitchFamily="18" charset="0"/>
                <a:ea typeface="楷体_GB2312" pitchFamily="49" charset="-122"/>
              </a:rPr>
              <a:t>是一条长度为3的路(简单路)</a:t>
            </a:r>
          </a:p>
          <a:p>
            <a:pPr marL="357188" indent="-357188">
              <a:tabLst>
                <a:tab pos="669925" algn="l"/>
              </a:tabLst>
            </a:pPr>
            <a:r>
              <a:rPr kumimoji="0" lang="zh-CN" altLang="en-US" sz="3200">
                <a:latin typeface="Times New Roman" panose="02020603050405020304" pitchFamily="18" charset="0"/>
                <a:ea typeface="楷体_GB2312" pitchFamily="49" charset="-122"/>
              </a:rPr>
              <a:t>(</a:t>
            </a:r>
            <a:r>
              <a:rPr kumimoji="0" lang="en-US" altLang="zh-CN" sz="3200">
                <a:latin typeface="Times New Roman" panose="02020603050405020304" pitchFamily="18" charset="0"/>
                <a:ea typeface="楷体_GB2312" pitchFamily="49" charset="-122"/>
              </a:rPr>
              <a:t>a,b,c,a,d,c,b)</a:t>
            </a:r>
            <a:r>
              <a:rPr kumimoji="0" lang="zh-CN" altLang="en-US" sz="3200">
                <a:latin typeface="Times New Roman" panose="02020603050405020304" pitchFamily="18" charset="0"/>
                <a:ea typeface="楷体_GB2312" pitchFamily="49" charset="-122"/>
              </a:rPr>
              <a:t>是一条长度为6的路(不是简单路)</a:t>
            </a:r>
          </a:p>
          <a:p>
            <a:pPr marL="357188" indent="-357188">
              <a:tabLst>
                <a:tab pos="669925" algn="l"/>
              </a:tabLst>
            </a:pPr>
            <a:r>
              <a:rPr kumimoji="0" lang="zh-CN" altLang="en-US" sz="3200">
                <a:latin typeface="Times New Roman" panose="02020603050405020304" pitchFamily="18" charset="0"/>
                <a:ea typeface="楷体_GB2312" pitchFamily="49" charset="-122"/>
              </a:rPr>
              <a:t>(</a:t>
            </a:r>
            <a:r>
              <a:rPr kumimoji="0" lang="en-US" altLang="zh-CN" sz="3200">
                <a:latin typeface="Times New Roman" panose="02020603050405020304" pitchFamily="18" charset="0"/>
                <a:ea typeface="楷体_GB2312" pitchFamily="49" charset="-122"/>
              </a:rPr>
              <a:t>a,b,c,a)、 </a:t>
            </a:r>
            <a:r>
              <a:rPr kumimoji="0" lang="zh-CN" altLang="en-US" sz="3200">
                <a:latin typeface="Times New Roman" panose="02020603050405020304" pitchFamily="18" charset="0"/>
                <a:ea typeface="楷体_GB2312" pitchFamily="49" charset="-122"/>
              </a:rPr>
              <a:t>(</a:t>
            </a:r>
            <a:r>
              <a:rPr kumimoji="0" lang="en-US" altLang="zh-CN" sz="3200">
                <a:latin typeface="Times New Roman" panose="02020603050405020304" pitchFamily="18" charset="0"/>
                <a:ea typeface="楷体_GB2312" pitchFamily="49" charset="-122"/>
              </a:rPr>
              <a:t>a,c,d,a) 、 </a:t>
            </a:r>
            <a:r>
              <a:rPr kumimoji="0" lang="zh-CN" altLang="en-US" sz="3200">
                <a:latin typeface="Times New Roman" panose="02020603050405020304" pitchFamily="18" charset="0"/>
                <a:ea typeface="楷体_GB2312" pitchFamily="49" charset="-122"/>
              </a:rPr>
              <a:t>(</a:t>
            </a:r>
            <a:r>
              <a:rPr kumimoji="0" lang="en-US" altLang="zh-CN" sz="3200">
                <a:latin typeface="Times New Roman" panose="02020603050405020304" pitchFamily="18" charset="0"/>
                <a:ea typeface="楷体_GB2312" pitchFamily="49" charset="-122"/>
              </a:rPr>
              <a:t>a,b,c,d,a)</a:t>
            </a:r>
            <a:r>
              <a:rPr kumimoji="0" lang="zh-CN" altLang="en-US" sz="3200">
                <a:latin typeface="Times New Roman" panose="02020603050405020304" pitchFamily="18" charset="0"/>
                <a:ea typeface="楷体_GB2312" pitchFamily="49" charset="-122"/>
              </a:rPr>
              <a:t>都是回路。</a:t>
            </a:r>
          </a:p>
          <a:p>
            <a:pPr marL="357188" indent="-357188">
              <a:tabLst>
                <a:tab pos="669925" algn="l"/>
              </a:tabLst>
            </a:pPr>
            <a:endParaRPr kumimoji="0" lang="en-US" altLang="zh-CN" sz="3200">
              <a:latin typeface="Times New Roman" panose="02020603050405020304" pitchFamily="18" charset="0"/>
              <a:ea typeface="楷体_GB2312" pitchFamily="49" charset="-122"/>
            </a:endParaRPr>
          </a:p>
        </p:txBody>
      </p:sp>
      <p:grpSp>
        <p:nvGrpSpPr>
          <p:cNvPr id="54276" name="Group 17">
            <a:extLst>
              <a:ext uri="{FF2B5EF4-FFF2-40B4-BE49-F238E27FC236}">
                <a16:creationId xmlns:a16="http://schemas.microsoft.com/office/drawing/2014/main" id="{DB1969F0-8303-DF43-A956-E00108332DFD}"/>
              </a:ext>
            </a:extLst>
          </p:cNvPr>
          <p:cNvGrpSpPr>
            <a:grpSpLocks/>
          </p:cNvGrpSpPr>
          <p:nvPr/>
        </p:nvGrpSpPr>
        <p:grpSpPr bwMode="auto">
          <a:xfrm>
            <a:off x="152400" y="1524000"/>
            <a:ext cx="3282950" cy="3951288"/>
            <a:chOff x="96" y="960"/>
            <a:chExt cx="2068" cy="2489"/>
          </a:xfrm>
        </p:grpSpPr>
        <p:sp>
          <p:nvSpPr>
            <p:cNvPr id="31750" name="Rectangle 6">
              <a:extLst>
                <a:ext uri="{FF2B5EF4-FFF2-40B4-BE49-F238E27FC236}">
                  <a16:creationId xmlns:a16="http://schemas.microsoft.com/office/drawing/2014/main" id="{202A142B-DB9E-A24D-AEF8-E10D7ADF6E52}"/>
                </a:ext>
              </a:extLst>
            </p:cNvPr>
            <p:cNvSpPr>
              <a:spLocks noChangeArrowheads="1"/>
            </p:cNvSpPr>
            <p:nvPr/>
          </p:nvSpPr>
          <p:spPr bwMode="auto">
            <a:xfrm>
              <a:off x="336" y="1365"/>
              <a:ext cx="1632" cy="1776"/>
            </a:xfrm>
            <a:prstGeom prst="rect">
              <a:avLst/>
            </a:prstGeom>
            <a:noFill/>
            <a:ln w="38100">
              <a:solidFill>
                <a:schemeClr val="tx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1751" name="Line 7">
              <a:extLst>
                <a:ext uri="{FF2B5EF4-FFF2-40B4-BE49-F238E27FC236}">
                  <a16:creationId xmlns:a16="http://schemas.microsoft.com/office/drawing/2014/main" id="{456918BA-7C31-FD4A-805B-36688023F18E}"/>
                </a:ext>
              </a:extLst>
            </p:cNvPr>
            <p:cNvSpPr>
              <a:spLocks noChangeShapeType="1"/>
            </p:cNvSpPr>
            <p:nvPr/>
          </p:nvSpPr>
          <p:spPr bwMode="auto">
            <a:xfrm>
              <a:off x="336" y="1365"/>
              <a:ext cx="1632" cy="1776"/>
            </a:xfrm>
            <a:prstGeom prst="line">
              <a:avLst/>
            </a:prstGeom>
            <a:noFill/>
            <a:ln w="38100">
              <a:solidFill>
                <a:schemeClr val="tx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1752" name="Oval 8">
              <a:extLst>
                <a:ext uri="{FF2B5EF4-FFF2-40B4-BE49-F238E27FC236}">
                  <a16:creationId xmlns:a16="http://schemas.microsoft.com/office/drawing/2014/main" id="{3C50342A-B27E-6B4E-8FF3-DDBFB3E332FC}"/>
                </a:ext>
              </a:extLst>
            </p:cNvPr>
            <p:cNvSpPr>
              <a:spLocks noChangeArrowheads="1"/>
            </p:cNvSpPr>
            <p:nvPr/>
          </p:nvSpPr>
          <p:spPr bwMode="auto">
            <a:xfrm>
              <a:off x="288" y="1317"/>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1753" name="Oval 9">
              <a:extLst>
                <a:ext uri="{FF2B5EF4-FFF2-40B4-BE49-F238E27FC236}">
                  <a16:creationId xmlns:a16="http://schemas.microsoft.com/office/drawing/2014/main" id="{F381AB4F-4061-F345-9BD3-D3F24457F3C1}"/>
                </a:ext>
              </a:extLst>
            </p:cNvPr>
            <p:cNvSpPr>
              <a:spLocks noChangeArrowheads="1"/>
            </p:cNvSpPr>
            <p:nvPr/>
          </p:nvSpPr>
          <p:spPr bwMode="auto">
            <a:xfrm>
              <a:off x="288" y="3093"/>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1754" name="Oval 10">
              <a:extLst>
                <a:ext uri="{FF2B5EF4-FFF2-40B4-BE49-F238E27FC236}">
                  <a16:creationId xmlns:a16="http://schemas.microsoft.com/office/drawing/2014/main" id="{8626A871-7AF0-D447-8B20-71E290AC52E8}"/>
                </a:ext>
              </a:extLst>
            </p:cNvPr>
            <p:cNvSpPr>
              <a:spLocks noChangeArrowheads="1"/>
            </p:cNvSpPr>
            <p:nvPr/>
          </p:nvSpPr>
          <p:spPr bwMode="auto">
            <a:xfrm>
              <a:off x="1920" y="1317"/>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1755" name="Oval 11">
              <a:extLst>
                <a:ext uri="{FF2B5EF4-FFF2-40B4-BE49-F238E27FC236}">
                  <a16:creationId xmlns:a16="http://schemas.microsoft.com/office/drawing/2014/main" id="{24331B52-3E42-BB40-A4DC-CD73E428945E}"/>
                </a:ext>
              </a:extLst>
            </p:cNvPr>
            <p:cNvSpPr>
              <a:spLocks noChangeArrowheads="1"/>
            </p:cNvSpPr>
            <p:nvPr/>
          </p:nvSpPr>
          <p:spPr bwMode="auto">
            <a:xfrm>
              <a:off x="1920" y="3093"/>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65548" name="Text Box 12">
              <a:extLst>
                <a:ext uri="{FF2B5EF4-FFF2-40B4-BE49-F238E27FC236}">
                  <a16:creationId xmlns:a16="http://schemas.microsoft.com/office/drawing/2014/main" id="{9D306123-9F17-E549-B9A7-AB0F70DD79A7}"/>
                </a:ext>
              </a:extLst>
            </p:cNvPr>
            <p:cNvSpPr txBox="1">
              <a:spLocks noChangeArrowheads="1"/>
            </p:cNvSpPr>
            <p:nvPr/>
          </p:nvSpPr>
          <p:spPr bwMode="auto">
            <a:xfrm>
              <a:off x="220" y="961"/>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a</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65549" name="Text Box 13">
              <a:extLst>
                <a:ext uri="{FF2B5EF4-FFF2-40B4-BE49-F238E27FC236}">
                  <a16:creationId xmlns:a16="http://schemas.microsoft.com/office/drawing/2014/main" id="{241A4F8B-FC76-0349-A571-A27D8A298A2E}"/>
                </a:ext>
              </a:extLst>
            </p:cNvPr>
            <p:cNvSpPr txBox="1">
              <a:spLocks noChangeArrowheads="1"/>
            </p:cNvSpPr>
            <p:nvPr/>
          </p:nvSpPr>
          <p:spPr bwMode="auto">
            <a:xfrm>
              <a:off x="1840" y="960"/>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b</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65550" name="Text Box 14">
              <a:extLst>
                <a:ext uri="{FF2B5EF4-FFF2-40B4-BE49-F238E27FC236}">
                  <a16:creationId xmlns:a16="http://schemas.microsoft.com/office/drawing/2014/main" id="{F74B8FE8-398E-ED42-96D5-B4F79D69DBC0}"/>
                </a:ext>
              </a:extLst>
            </p:cNvPr>
            <p:cNvSpPr txBox="1">
              <a:spLocks noChangeArrowheads="1"/>
            </p:cNvSpPr>
            <p:nvPr/>
          </p:nvSpPr>
          <p:spPr bwMode="auto">
            <a:xfrm>
              <a:off x="1920" y="3045"/>
              <a:ext cx="2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c</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65551" name="Text Box 15">
              <a:extLst>
                <a:ext uri="{FF2B5EF4-FFF2-40B4-BE49-F238E27FC236}">
                  <a16:creationId xmlns:a16="http://schemas.microsoft.com/office/drawing/2014/main" id="{BDB34452-AA86-624C-8CB0-09918F13DD94}"/>
                </a:ext>
              </a:extLst>
            </p:cNvPr>
            <p:cNvSpPr txBox="1">
              <a:spLocks noChangeArrowheads="1"/>
            </p:cNvSpPr>
            <p:nvPr/>
          </p:nvSpPr>
          <p:spPr bwMode="auto">
            <a:xfrm>
              <a:off x="96" y="3045"/>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d</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wipe(up)">
                                      <p:cBhvr>
                                        <p:cTn id="7" dur="500"/>
                                        <p:tgtEl>
                                          <p:spTgt spid="65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wipe(up)">
                                      <p:cBhvr>
                                        <p:cTn id="12" dur="500"/>
                                        <p:tgtEl>
                                          <p:spTgt spid="65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5539">
                                            <p:txEl>
                                              <p:pRg st="2" end="2"/>
                                            </p:txEl>
                                          </p:spTgt>
                                        </p:tgtEl>
                                        <p:attrNameLst>
                                          <p:attrName>style.visibility</p:attrName>
                                        </p:attrNameLst>
                                      </p:cBhvr>
                                      <p:to>
                                        <p:strVal val="visible"/>
                                      </p:to>
                                    </p:set>
                                    <p:animEffect transition="in" filter="wipe(up)">
                                      <p:cBhvr>
                                        <p:cTn id="17" dur="500"/>
                                        <p:tgtEl>
                                          <p:spTgt spid="655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7" name="Slide Number Placeholder 5">
            <a:extLst>
              <a:ext uri="{FF2B5EF4-FFF2-40B4-BE49-F238E27FC236}">
                <a16:creationId xmlns:a16="http://schemas.microsoft.com/office/drawing/2014/main" id="{D9CFF2E7-1EDB-6741-8171-48FDA39B4793}"/>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266FB1C9-13D0-5B4B-8CFA-001157F6FEDD}" type="slidenum">
              <a:rPr kumimoji="0" lang="zh-CN" altLang="en-US" sz="1200"/>
              <a:pPr/>
              <a:t>30</a:t>
            </a:fld>
            <a:endParaRPr kumimoji="0" lang="en-US" altLang="zh-CN" sz="1200"/>
          </a:p>
        </p:txBody>
      </p:sp>
      <p:sp>
        <p:nvSpPr>
          <p:cNvPr id="68610" name="Rectangle 2">
            <a:extLst>
              <a:ext uri="{FF2B5EF4-FFF2-40B4-BE49-F238E27FC236}">
                <a16:creationId xmlns:a16="http://schemas.microsoft.com/office/drawing/2014/main" id="{EB2BFB29-3F86-CD45-B9BB-491D7035C9A8}"/>
              </a:ext>
            </a:extLst>
          </p:cNvPr>
          <p:cNvSpPr>
            <a:spLocks noGrp="1" noChangeArrowheads="1"/>
          </p:cNvSpPr>
          <p:nvPr>
            <p:ph type="title"/>
          </p:nvPr>
        </p:nvSpPr>
        <p:spPr>
          <a:xfrm>
            <a:off x="152400" y="304800"/>
            <a:ext cx="7772400" cy="762000"/>
          </a:xfrm>
        </p:spPr>
        <p:txBody>
          <a:bodyPr/>
          <a:lstStyle/>
          <a:p>
            <a:pPr marL="320040" indent="-320040" algn="l" fontAlgn="auto">
              <a:spcAft>
                <a:spcPts val="0"/>
              </a:spcAft>
              <a:buClr>
                <a:schemeClr val="accent6">
                  <a:lumMod val="75000"/>
                </a:schemeClr>
              </a:buClr>
              <a:defRPr/>
            </a:pPr>
            <a:r>
              <a:rPr lang="zh-CN" altLang="en-US" dirty="0">
                <a:latin typeface="楷体_GB2312" charset="0"/>
                <a:ea typeface="楷体_GB2312" charset="0"/>
                <a:cs typeface="+mj-cs"/>
              </a:rPr>
              <a:t>定义 </a:t>
            </a:r>
          </a:p>
        </p:txBody>
      </p:sp>
      <p:sp>
        <p:nvSpPr>
          <p:cNvPr id="68611" name="Rectangle 3">
            <a:extLst>
              <a:ext uri="{FF2B5EF4-FFF2-40B4-BE49-F238E27FC236}">
                <a16:creationId xmlns:a16="http://schemas.microsoft.com/office/drawing/2014/main" id="{D2A162B3-D4E9-E84A-B79F-50240E92A59F}"/>
              </a:ext>
            </a:extLst>
          </p:cNvPr>
          <p:cNvSpPr>
            <a:spLocks noGrp="1" noChangeArrowheads="1"/>
          </p:cNvSpPr>
          <p:nvPr>
            <p:ph sz="quarter" idx="13"/>
          </p:nvPr>
        </p:nvSpPr>
        <p:spPr>
          <a:xfrm>
            <a:off x="76200" y="1219200"/>
            <a:ext cx="8763000" cy="5334000"/>
          </a:xfrm>
        </p:spPr>
        <p:txBody>
          <a:bodyPr/>
          <a:lstStyle/>
          <a:p>
            <a:pPr marL="271463" indent="-271463">
              <a:tabLst>
                <a:tab pos="271463" algn="l"/>
              </a:tabLst>
            </a:pPr>
            <a:r>
              <a:rPr kumimoji="0" lang="zh-CN" altLang="en-US" sz="3200">
                <a:latin typeface="Times New Roman" panose="02020603050405020304" pitchFamily="18" charset="0"/>
                <a:ea typeface="楷体_GB2312" pitchFamily="49" charset="-122"/>
              </a:rPr>
              <a:t>设</a:t>
            </a:r>
            <a:r>
              <a:rPr kumimoji="0" lang="en-US" altLang="zh-CN" sz="3200">
                <a:latin typeface="Times New Roman" panose="02020603050405020304" pitchFamily="18" charset="0"/>
                <a:ea typeface="楷体_GB2312" pitchFamily="49" charset="-122"/>
              </a:rPr>
              <a:t>G＝(P，L)</a:t>
            </a:r>
            <a:r>
              <a:rPr kumimoji="0" lang="zh-CN" altLang="en-US" sz="3200">
                <a:latin typeface="Times New Roman" panose="02020603050405020304" pitchFamily="18" charset="0"/>
                <a:ea typeface="楷体_GB2312" pitchFamily="49" charset="-122"/>
              </a:rPr>
              <a:t>是图，</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中两点</a:t>
            </a:r>
            <a:r>
              <a:rPr kumimoji="0" lang="en-US" altLang="zh-CN" sz="3200">
                <a:latin typeface="Times New Roman" panose="02020603050405020304" pitchFamily="18" charset="0"/>
                <a:ea typeface="楷体_GB2312" pitchFamily="49" charset="-122"/>
              </a:rPr>
              <a:t>u,v，</a:t>
            </a:r>
            <a:r>
              <a:rPr kumimoji="0" lang="zh-CN" altLang="en-US" sz="3200">
                <a:latin typeface="Times New Roman" panose="02020603050405020304" pitchFamily="18" charset="0"/>
                <a:ea typeface="楷体_GB2312" pitchFamily="49" charset="-122"/>
              </a:rPr>
              <a:t>如果从</a:t>
            </a:r>
            <a:r>
              <a:rPr kumimoji="0" lang="en-US" altLang="zh-CN" sz="3200">
                <a:latin typeface="Times New Roman" panose="02020603050405020304" pitchFamily="18" charset="0"/>
                <a:ea typeface="楷体_GB2312" pitchFamily="49" charset="-122"/>
              </a:rPr>
              <a:t>u</a:t>
            </a:r>
            <a:r>
              <a:rPr kumimoji="0" lang="zh-CN" altLang="en-US" sz="3200">
                <a:latin typeface="Times New Roman" panose="02020603050405020304" pitchFamily="18" charset="0"/>
                <a:ea typeface="楷体_GB2312" pitchFamily="49" charset="-122"/>
              </a:rPr>
              <a:t>到</a:t>
            </a:r>
            <a:r>
              <a:rPr kumimoji="0" lang="en-US" altLang="zh-CN" sz="3200">
                <a:latin typeface="Times New Roman" panose="02020603050405020304" pitchFamily="18" charset="0"/>
                <a:ea typeface="楷体_GB2312" pitchFamily="49" charset="-122"/>
              </a:rPr>
              <a:t>v</a:t>
            </a:r>
            <a:r>
              <a:rPr kumimoji="0" lang="zh-CN" altLang="en-US" sz="3200">
                <a:latin typeface="Times New Roman" panose="02020603050405020304" pitchFamily="18" charset="0"/>
                <a:ea typeface="楷体_GB2312" pitchFamily="49" charset="-122"/>
              </a:rPr>
              <a:t>有一条路，则称</a:t>
            </a:r>
            <a:r>
              <a:rPr kumimoji="0" lang="en-US" altLang="zh-CN" sz="3200">
                <a:latin typeface="Times New Roman" panose="02020603050405020304" pitchFamily="18" charset="0"/>
                <a:ea typeface="楷体_GB2312" pitchFamily="49" charset="-122"/>
              </a:rPr>
              <a:t>u</a:t>
            </a:r>
            <a:r>
              <a:rPr kumimoji="0" lang="zh-CN" altLang="en-US" sz="3200">
                <a:latin typeface="Times New Roman" panose="02020603050405020304" pitchFamily="18" charset="0"/>
                <a:ea typeface="楷体_GB2312" pitchFamily="49" charset="-122"/>
              </a:rPr>
              <a:t>与</a:t>
            </a:r>
            <a:r>
              <a:rPr kumimoji="0" lang="en-US" altLang="zh-CN" sz="3200">
                <a:latin typeface="Times New Roman" panose="02020603050405020304" pitchFamily="18" charset="0"/>
                <a:ea typeface="楷体_GB2312" pitchFamily="49" charset="-122"/>
              </a:rPr>
              <a:t>v</a:t>
            </a:r>
            <a:r>
              <a:rPr kumimoji="0" lang="zh-CN" altLang="en-US" sz="3200">
                <a:latin typeface="Times New Roman" panose="02020603050405020304" pitchFamily="18" charset="0"/>
                <a:ea typeface="楷体_GB2312" pitchFamily="49" charset="-122"/>
              </a:rPr>
              <a:t>是</a:t>
            </a:r>
            <a:r>
              <a:rPr kumimoji="0" lang="zh-CN" altLang="en-US" sz="3200">
                <a:solidFill>
                  <a:srgbClr val="4E67C8"/>
                </a:solidFill>
                <a:latin typeface="Times New Roman" panose="02020603050405020304" pitchFamily="18" charset="0"/>
                <a:ea typeface="楷体_GB2312" pitchFamily="49" charset="-122"/>
              </a:rPr>
              <a:t>相连的</a:t>
            </a:r>
            <a:r>
              <a:rPr kumimoji="0" lang="zh-CN" altLang="en-US" sz="3200">
                <a:latin typeface="Times New Roman" panose="02020603050405020304" pitchFamily="18" charset="0"/>
                <a:ea typeface="楷体_GB2312" pitchFamily="49" charset="-122"/>
              </a:rPr>
              <a:t>。</a:t>
            </a:r>
          </a:p>
          <a:p>
            <a:pPr marL="271463" indent="-271463">
              <a:tabLst>
                <a:tab pos="271463" algn="l"/>
              </a:tabLst>
            </a:pPr>
            <a:r>
              <a:rPr kumimoji="0" lang="zh-CN" altLang="en-US" sz="3200">
                <a:latin typeface="Times New Roman" panose="02020603050405020304" pitchFamily="18" charset="0"/>
                <a:ea typeface="楷体_GB2312" pitchFamily="49" charset="-122"/>
              </a:rPr>
              <a:t>我们认为点</a:t>
            </a:r>
            <a:r>
              <a:rPr kumimoji="0" lang="en-US" altLang="zh-CN" sz="3200">
                <a:latin typeface="Times New Roman" panose="02020603050405020304" pitchFamily="18" charset="0"/>
                <a:ea typeface="楷体_GB2312" pitchFamily="49" charset="-122"/>
              </a:rPr>
              <a:t>v</a:t>
            </a:r>
            <a:r>
              <a:rPr kumimoji="0" lang="zh-CN" altLang="en-US" sz="3200">
                <a:latin typeface="Times New Roman" panose="02020603050405020304" pitchFamily="18" charset="0"/>
                <a:ea typeface="楷体_GB2312" pitchFamily="49" charset="-122"/>
              </a:rPr>
              <a:t>与自身是相连的，则显然</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中两点之间的相连关系是一个等价关系。在此等价关系下，集合</a:t>
            </a:r>
            <a:r>
              <a:rPr kumimoji="0" lang="en-US" altLang="zh-CN" sz="3200">
                <a:latin typeface="Times New Roman" panose="02020603050405020304" pitchFamily="18" charset="0"/>
                <a:ea typeface="楷体_GB2312" pitchFamily="49" charset="-122"/>
              </a:rPr>
              <a:t>P(G)</a:t>
            </a:r>
            <a:r>
              <a:rPr kumimoji="0" lang="zh-CN" altLang="en-US" sz="3200">
                <a:latin typeface="Times New Roman" panose="02020603050405020304" pitchFamily="18" charset="0"/>
                <a:ea typeface="楷体_GB2312" pitchFamily="49" charset="-122"/>
              </a:rPr>
              <a:t>必分成一些等价类，不妨设为</a:t>
            </a:r>
            <a:r>
              <a:rPr kumimoji="0" lang="en-US" altLang="zh-CN" sz="3200">
                <a:latin typeface="Times New Roman" panose="02020603050405020304" pitchFamily="18" charset="0"/>
                <a:ea typeface="楷体_GB2312" pitchFamily="49" charset="-122"/>
              </a:rPr>
              <a:t>S</a:t>
            </a:r>
            <a:r>
              <a:rPr kumimoji="0" lang="en-US" altLang="zh-CN" sz="3200" baseline="-30000">
                <a:latin typeface="Times New Roman" panose="02020603050405020304" pitchFamily="18" charset="0"/>
                <a:ea typeface="楷体_GB2312" pitchFamily="49" charset="-122"/>
              </a:rPr>
              <a:t>1</a:t>
            </a:r>
            <a:r>
              <a:rPr kumimoji="0" lang="en-US" altLang="zh-CN" sz="3200">
                <a:latin typeface="Times New Roman" panose="02020603050405020304" pitchFamily="18" charset="0"/>
                <a:ea typeface="楷体_GB2312" pitchFamily="49" charset="-122"/>
              </a:rPr>
              <a:t>,</a:t>
            </a:r>
            <a:r>
              <a:rPr kumimoji="0" lang="en-US" altLang="zh-CN" sz="3200">
                <a:latin typeface="Arial" panose="020B0604020202020204" pitchFamily="34" charset="0"/>
                <a:ea typeface="楷体_GB2312" pitchFamily="49" charset="-122"/>
              </a:rPr>
              <a:t>…</a:t>
            </a:r>
            <a:r>
              <a:rPr kumimoji="0" lang="en-US" altLang="zh-CN" sz="3200">
                <a:latin typeface="Times New Roman" panose="02020603050405020304" pitchFamily="18" charset="0"/>
                <a:ea typeface="楷体_GB2312" pitchFamily="49" charset="-122"/>
              </a:rPr>
              <a:t>,S</a:t>
            </a:r>
            <a:r>
              <a:rPr kumimoji="0" lang="en-US" altLang="zh-CN" sz="3200" baseline="-30000">
                <a:latin typeface="Times New Roman" panose="02020603050405020304" pitchFamily="18" charset="0"/>
                <a:ea typeface="楷体_GB2312" pitchFamily="49" charset="-122"/>
              </a:rPr>
              <a:t>n</a:t>
            </a:r>
            <a:r>
              <a:rPr kumimoji="0" lang="en-US" altLang="zh-CN" sz="3200">
                <a:latin typeface="Times New Roman" panose="02020603050405020304" pitchFamily="18" charset="0"/>
                <a:ea typeface="楷体_GB2312" pitchFamily="49" charset="-122"/>
              </a:rPr>
              <a:t>,</a:t>
            </a:r>
            <a:r>
              <a:rPr kumimoji="0" lang="en-US" altLang="zh-CN" sz="3200">
                <a:latin typeface="Arial" panose="020B0604020202020204" pitchFamily="34" charset="0"/>
                <a:ea typeface="楷体_GB2312" pitchFamily="49" charset="-122"/>
              </a:rPr>
              <a:t>…</a:t>
            </a:r>
            <a:r>
              <a:rPr kumimoji="0" lang="en-US" altLang="zh-CN" sz="3200">
                <a:latin typeface="Times New Roman" panose="02020603050405020304" pitchFamily="18" charset="0"/>
                <a:ea typeface="楷体_GB2312" pitchFamily="49" charset="-122"/>
              </a:rPr>
              <a:t>。</a:t>
            </a:r>
            <a:r>
              <a:rPr kumimoji="0" lang="zh-CN" altLang="en-US" sz="3200">
                <a:latin typeface="Times New Roman" panose="02020603050405020304" pitchFamily="18" charset="0"/>
                <a:ea typeface="楷体_GB2312" pitchFamily="49" charset="-122"/>
              </a:rPr>
              <a:t>显然，每一个</a:t>
            </a:r>
            <a:r>
              <a:rPr kumimoji="0" lang="en-US" altLang="zh-CN" sz="3200">
                <a:latin typeface="Times New Roman" panose="02020603050405020304" pitchFamily="18" charset="0"/>
                <a:ea typeface="楷体_GB2312" pitchFamily="49" charset="-122"/>
              </a:rPr>
              <a:t>S</a:t>
            </a:r>
            <a:r>
              <a:rPr kumimoji="0" lang="en-US" altLang="zh-CN" sz="3200" baseline="-30000">
                <a:latin typeface="Times New Roman" panose="02020603050405020304" pitchFamily="18" charset="0"/>
                <a:ea typeface="楷体_GB2312" pitchFamily="49" charset="-122"/>
              </a:rPr>
              <a:t>i</a:t>
            </a:r>
            <a:r>
              <a:rPr kumimoji="0" lang="zh-CN" altLang="en-US" sz="3200">
                <a:latin typeface="Times New Roman" panose="02020603050405020304" pitchFamily="18" charset="0"/>
                <a:ea typeface="楷体_GB2312" pitchFamily="49" charset="-122"/>
              </a:rPr>
              <a:t>和</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中所有以</a:t>
            </a:r>
            <a:r>
              <a:rPr kumimoji="0" lang="en-US" altLang="zh-CN" sz="3200">
                <a:latin typeface="Times New Roman" panose="02020603050405020304" pitchFamily="18" charset="0"/>
                <a:ea typeface="楷体_GB2312" pitchFamily="49" charset="-122"/>
              </a:rPr>
              <a:t>S</a:t>
            </a:r>
            <a:r>
              <a:rPr kumimoji="0" lang="en-US" altLang="zh-CN" sz="3200" baseline="-30000">
                <a:latin typeface="Times New Roman" panose="02020603050405020304" pitchFamily="18" charset="0"/>
                <a:ea typeface="楷体_GB2312" pitchFamily="49" charset="-122"/>
              </a:rPr>
              <a:t>i</a:t>
            </a:r>
            <a:r>
              <a:rPr kumimoji="0" lang="zh-CN" altLang="en-US" sz="3200">
                <a:latin typeface="Times New Roman" panose="02020603050405020304" pitchFamily="18" charset="0"/>
                <a:ea typeface="楷体_GB2312" pitchFamily="49" charset="-122"/>
              </a:rPr>
              <a:t>中的点为端点的边一起，组成</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的一个子图</a:t>
            </a:r>
            <a:r>
              <a:rPr kumimoji="0" lang="en-US" altLang="zh-CN" sz="3200">
                <a:latin typeface="Times New Roman" panose="02020603050405020304" pitchFamily="18" charset="0"/>
                <a:ea typeface="楷体_GB2312" pitchFamily="49" charset="-122"/>
              </a:rPr>
              <a:t>G</a:t>
            </a:r>
            <a:r>
              <a:rPr kumimoji="0" lang="en-US" altLang="zh-CN" sz="3200" baseline="-30000">
                <a:latin typeface="Times New Roman" panose="02020603050405020304" pitchFamily="18" charset="0"/>
                <a:ea typeface="楷体_GB2312" pitchFamily="49" charset="-122"/>
              </a:rPr>
              <a:t>i</a:t>
            </a:r>
            <a:r>
              <a:rPr kumimoji="0" lang="en-US" altLang="zh-CN" sz="3200">
                <a:latin typeface="Times New Roman" panose="02020603050405020304" pitchFamily="18" charset="0"/>
                <a:ea typeface="楷体_GB2312" pitchFamily="49" charset="-122"/>
              </a:rPr>
              <a:t>。</a:t>
            </a:r>
            <a:r>
              <a:rPr kumimoji="0" lang="zh-CN" altLang="en-US" sz="3200">
                <a:latin typeface="Times New Roman" panose="02020603050405020304" pitchFamily="18" charset="0"/>
                <a:ea typeface="楷体_GB2312" pitchFamily="49" charset="-122"/>
              </a:rPr>
              <a:t>每个</a:t>
            </a:r>
            <a:r>
              <a:rPr kumimoji="0" lang="en-US" altLang="zh-CN" sz="3200">
                <a:latin typeface="Times New Roman" panose="02020603050405020304" pitchFamily="18" charset="0"/>
                <a:ea typeface="楷体_GB2312" pitchFamily="49" charset="-122"/>
              </a:rPr>
              <a:t>G</a:t>
            </a:r>
            <a:r>
              <a:rPr kumimoji="0" lang="en-US" altLang="zh-CN" sz="3200" baseline="-30000">
                <a:latin typeface="Times New Roman" panose="02020603050405020304" pitchFamily="18" charset="0"/>
                <a:ea typeface="楷体_GB2312" pitchFamily="49" charset="-122"/>
              </a:rPr>
              <a:t>i</a:t>
            </a:r>
            <a:r>
              <a:rPr kumimoji="0" lang="zh-CN" altLang="en-US" sz="3200">
                <a:latin typeface="Times New Roman" panose="02020603050405020304" pitchFamily="18" charset="0"/>
                <a:ea typeface="楷体_GB2312" pitchFamily="49" charset="-122"/>
              </a:rPr>
              <a:t>称为</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的一个</a:t>
            </a:r>
            <a:r>
              <a:rPr kumimoji="0" lang="zh-CN" altLang="en-US" sz="3200">
                <a:solidFill>
                  <a:srgbClr val="4E67C8"/>
                </a:solidFill>
                <a:latin typeface="Times New Roman" panose="02020603050405020304" pitchFamily="18" charset="0"/>
                <a:ea typeface="楷体_GB2312" pitchFamily="49" charset="-122"/>
              </a:rPr>
              <a:t>连通分支</a:t>
            </a:r>
            <a:r>
              <a:rPr kumimoji="0" lang="zh-CN" altLang="en-US" sz="3200">
                <a:latin typeface="Times New Roman" panose="02020603050405020304" pitchFamily="18" charset="0"/>
                <a:ea typeface="楷体_GB2312" pitchFamily="49" charset="-122"/>
              </a:rPr>
              <a:t>。</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611">
                                            <p:txEl>
                                              <p:pRg st="1" end="1"/>
                                            </p:txEl>
                                          </p:spTgt>
                                        </p:tgtEl>
                                        <p:attrNameLst>
                                          <p:attrName>style.visibility</p:attrName>
                                        </p:attrNameLst>
                                      </p:cBhvr>
                                      <p:to>
                                        <p:strVal val="visible"/>
                                      </p:to>
                                    </p:set>
                                    <p:animEffect transition="in" filter="wipe(up)">
                                      <p:cBhvr>
                                        <p:cTn id="7" dur="500"/>
                                        <p:tgtEl>
                                          <p:spTgt spid="686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Number Placeholder 5">
            <a:extLst>
              <a:ext uri="{FF2B5EF4-FFF2-40B4-BE49-F238E27FC236}">
                <a16:creationId xmlns:a16="http://schemas.microsoft.com/office/drawing/2014/main" id="{C7185116-DCBE-F747-946E-B3BA99C89FB4}"/>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7C3E8E1E-8423-2549-81B1-91377F947E63}" type="slidenum">
              <a:rPr kumimoji="0" lang="zh-CN" altLang="en-US" sz="1200"/>
              <a:pPr/>
              <a:t>31</a:t>
            </a:fld>
            <a:endParaRPr kumimoji="0" lang="en-US" altLang="zh-CN" sz="1200"/>
          </a:p>
        </p:txBody>
      </p:sp>
      <p:sp>
        <p:nvSpPr>
          <p:cNvPr id="69635" name="Rectangle 3">
            <a:extLst>
              <a:ext uri="{FF2B5EF4-FFF2-40B4-BE49-F238E27FC236}">
                <a16:creationId xmlns:a16="http://schemas.microsoft.com/office/drawing/2014/main" id="{624106C7-7D06-0A47-809F-FA853D70E0AF}"/>
              </a:ext>
            </a:extLst>
          </p:cNvPr>
          <p:cNvSpPr>
            <a:spLocks noGrp="1" noChangeArrowheads="1"/>
          </p:cNvSpPr>
          <p:nvPr>
            <p:ph sz="quarter" idx="13"/>
          </p:nvPr>
        </p:nvSpPr>
        <p:spPr>
          <a:xfrm>
            <a:off x="76200" y="381000"/>
            <a:ext cx="8763000" cy="2590800"/>
          </a:xfrm>
        </p:spPr>
        <p:txBody>
          <a:bodyPr/>
          <a:lstStyle/>
          <a:p>
            <a:r>
              <a:rPr kumimoji="0" lang="zh-CN" altLang="en-US" sz="3200">
                <a:latin typeface="Times New Roman" panose="02020603050405020304" pitchFamily="18" charset="0"/>
                <a:ea typeface="楷体_GB2312" pitchFamily="49" charset="-122"/>
              </a:rPr>
              <a:t>如果图</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仅有一个分支，则称图</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是</a:t>
            </a:r>
            <a:r>
              <a:rPr kumimoji="0" lang="zh-CN" altLang="en-US" sz="3200">
                <a:solidFill>
                  <a:srgbClr val="4E67C8"/>
                </a:solidFill>
                <a:latin typeface="Times New Roman" panose="02020603050405020304" pitchFamily="18" charset="0"/>
                <a:ea typeface="楷体_GB2312" pitchFamily="49" charset="-122"/>
              </a:rPr>
              <a:t>连通的</a:t>
            </a:r>
            <a:r>
              <a:rPr kumimoji="0" lang="zh-CN" altLang="en-US" sz="3200">
                <a:latin typeface="Times New Roman" panose="02020603050405020304" pitchFamily="18" charset="0"/>
                <a:ea typeface="楷体_GB2312" pitchFamily="49" charset="-122"/>
              </a:rPr>
              <a:t>。</a:t>
            </a:r>
          </a:p>
          <a:p>
            <a:r>
              <a:rPr kumimoji="0" lang="zh-CN" altLang="en-US" sz="3200">
                <a:latin typeface="Times New Roman" panose="02020603050405020304" pitchFamily="18" charset="0"/>
                <a:ea typeface="楷体_GB2312" pitchFamily="49" charset="-122"/>
              </a:rPr>
              <a:t>对于图</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我们用</a:t>
            </a:r>
            <a:r>
              <a:rPr kumimoji="0" lang="en-US" altLang="zh-CN" sz="3200">
                <a:latin typeface="Times New Roman" panose="02020603050405020304" pitchFamily="18" charset="0"/>
                <a:ea typeface="楷体_GB2312" pitchFamily="49" charset="-122"/>
              </a:rPr>
              <a:t>W(G)</a:t>
            </a:r>
            <a:r>
              <a:rPr kumimoji="0" lang="zh-CN" altLang="en-US" sz="3200">
                <a:latin typeface="Times New Roman" panose="02020603050405020304" pitchFamily="18" charset="0"/>
                <a:ea typeface="楷体_GB2312" pitchFamily="49" charset="-122"/>
              </a:rPr>
              <a:t>记其</a:t>
            </a:r>
            <a:r>
              <a:rPr kumimoji="0" lang="zh-CN" altLang="en-US" sz="3200">
                <a:solidFill>
                  <a:srgbClr val="4E67C8"/>
                </a:solidFill>
                <a:latin typeface="Times New Roman" panose="02020603050405020304" pitchFamily="18" charset="0"/>
                <a:ea typeface="楷体_GB2312" pitchFamily="49" charset="-122"/>
              </a:rPr>
              <a:t>连通分支数</a:t>
            </a:r>
            <a:r>
              <a:rPr kumimoji="0" lang="zh-CN" altLang="en-US" sz="3200">
                <a:latin typeface="Times New Roman" panose="02020603050405020304" pitchFamily="18" charset="0"/>
                <a:ea typeface="楷体_GB2312" pitchFamily="49" charset="-122"/>
              </a:rPr>
              <a:t>。</a:t>
            </a:r>
          </a:p>
          <a:p>
            <a:r>
              <a:rPr kumimoji="0" lang="zh-CN" altLang="en-US" sz="3200">
                <a:latin typeface="Times New Roman" panose="02020603050405020304" pitchFamily="18" charset="0"/>
                <a:ea typeface="楷体_GB2312" pitchFamily="49" charset="-122"/>
              </a:rPr>
              <a:t>显然，一个图</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是连通的，当且仅当</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中任意两点都是相连的。 </a:t>
            </a:r>
          </a:p>
        </p:txBody>
      </p:sp>
      <p:grpSp>
        <p:nvGrpSpPr>
          <p:cNvPr id="69684" name="Group 52">
            <a:extLst>
              <a:ext uri="{FF2B5EF4-FFF2-40B4-BE49-F238E27FC236}">
                <a16:creationId xmlns:a16="http://schemas.microsoft.com/office/drawing/2014/main" id="{03E12B4A-8A61-C940-8A37-E1DF10EB4267}"/>
              </a:ext>
            </a:extLst>
          </p:cNvPr>
          <p:cNvGrpSpPr>
            <a:grpSpLocks/>
          </p:cNvGrpSpPr>
          <p:nvPr/>
        </p:nvGrpSpPr>
        <p:grpSpPr bwMode="auto">
          <a:xfrm>
            <a:off x="762000" y="2819400"/>
            <a:ext cx="3505200" cy="3352800"/>
            <a:chOff x="528" y="2208"/>
            <a:chExt cx="2208" cy="2112"/>
          </a:xfrm>
        </p:grpSpPr>
        <p:grpSp>
          <p:nvGrpSpPr>
            <p:cNvPr id="57368" name="Group 49">
              <a:extLst>
                <a:ext uri="{FF2B5EF4-FFF2-40B4-BE49-F238E27FC236}">
                  <a16:creationId xmlns:a16="http://schemas.microsoft.com/office/drawing/2014/main" id="{537E3C09-C087-7548-B6F6-FF789CDF71A3}"/>
                </a:ext>
              </a:extLst>
            </p:cNvPr>
            <p:cNvGrpSpPr>
              <a:grpSpLocks/>
            </p:cNvGrpSpPr>
            <p:nvPr/>
          </p:nvGrpSpPr>
          <p:grpSpPr bwMode="auto">
            <a:xfrm>
              <a:off x="528" y="2208"/>
              <a:ext cx="2208" cy="1895"/>
              <a:chOff x="528" y="2208"/>
              <a:chExt cx="2208" cy="1895"/>
            </a:xfrm>
          </p:grpSpPr>
          <p:sp>
            <p:nvSpPr>
              <p:cNvPr id="33819" name="Line 6">
                <a:extLst>
                  <a:ext uri="{FF2B5EF4-FFF2-40B4-BE49-F238E27FC236}">
                    <a16:creationId xmlns:a16="http://schemas.microsoft.com/office/drawing/2014/main" id="{2FB23317-2198-CE46-9ECA-D7D9CF45D207}"/>
                  </a:ext>
                </a:extLst>
              </p:cNvPr>
              <p:cNvSpPr>
                <a:spLocks noChangeShapeType="1"/>
              </p:cNvSpPr>
              <p:nvPr/>
            </p:nvSpPr>
            <p:spPr bwMode="auto">
              <a:xfrm>
                <a:off x="816" y="2448"/>
                <a:ext cx="1632" cy="932"/>
              </a:xfrm>
              <a:prstGeom prst="line">
                <a:avLst/>
              </a:prstGeom>
              <a:noFill/>
              <a:ln w="38100">
                <a:solidFill>
                  <a:schemeClr val="tx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3820" name="Oval 7">
                <a:extLst>
                  <a:ext uri="{FF2B5EF4-FFF2-40B4-BE49-F238E27FC236}">
                    <a16:creationId xmlns:a16="http://schemas.microsoft.com/office/drawing/2014/main" id="{C7EF6BA5-E7F8-0441-8D1D-282B0C05AAE3}"/>
                  </a:ext>
                </a:extLst>
              </p:cNvPr>
              <p:cNvSpPr>
                <a:spLocks noChangeArrowheads="1"/>
              </p:cNvSpPr>
              <p:nvPr/>
            </p:nvSpPr>
            <p:spPr bwMode="auto">
              <a:xfrm>
                <a:off x="768" y="240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3821" name="Oval 8">
                <a:extLst>
                  <a:ext uri="{FF2B5EF4-FFF2-40B4-BE49-F238E27FC236}">
                    <a16:creationId xmlns:a16="http://schemas.microsoft.com/office/drawing/2014/main" id="{C1EC4644-BDD3-C642-8601-FD151D15B2FB}"/>
                  </a:ext>
                </a:extLst>
              </p:cNvPr>
              <p:cNvSpPr>
                <a:spLocks noChangeArrowheads="1"/>
              </p:cNvSpPr>
              <p:nvPr/>
            </p:nvSpPr>
            <p:spPr bwMode="auto">
              <a:xfrm>
                <a:off x="768" y="333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3822" name="Oval 9">
                <a:extLst>
                  <a:ext uri="{FF2B5EF4-FFF2-40B4-BE49-F238E27FC236}">
                    <a16:creationId xmlns:a16="http://schemas.microsoft.com/office/drawing/2014/main" id="{65BE8E1E-D841-914D-B7C1-FE41AA99280E}"/>
                  </a:ext>
                </a:extLst>
              </p:cNvPr>
              <p:cNvSpPr>
                <a:spLocks noChangeArrowheads="1"/>
              </p:cNvSpPr>
              <p:nvPr/>
            </p:nvSpPr>
            <p:spPr bwMode="auto">
              <a:xfrm>
                <a:off x="2400" y="240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3823" name="Oval 10">
                <a:extLst>
                  <a:ext uri="{FF2B5EF4-FFF2-40B4-BE49-F238E27FC236}">
                    <a16:creationId xmlns:a16="http://schemas.microsoft.com/office/drawing/2014/main" id="{480AC41C-3413-D74C-8A64-C4C84F3D0DD4}"/>
                  </a:ext>
                </a:extLst>
              </p:cNvPr>
              <p:cNvSpPr>
                <a:spLocks noChangeArrowheads="1"/>
              </p:cNvSpPr>
              <p:nvPr/>
            </p:nvSpPr>
            <p:spPr bwMode="auto">
              <a:xfrm>
                <a:off x="2400" y="333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69643" name="Text Box 11">
                <a:extLst>
                  <a:ext uri="{FF2B5EF4-FFF2-40B4-BE49-F238E27FC236}">
                    <a16:creationId xmlns:a16="http://schemas.microsoft.com/office/drawing/2014/main" id="{D6277CB5-718D-FC47-9478-35BC554A1F6B}"/>
                  </a:ext>
                </a:extLst>
              </p:cNvPr>
              <p:cNvSpPr txBox="1">
                <a:spLocks noChangeArrowheads="1"/>
              </p:cNvSpPr>
              <p:nvPr/>
            </p:nvSpPr>
            <p:spPr bwMode="auto">
              <a:xfrm>
                <a:off x="528" y="2208"/>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a</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69644" name="Text Box 12">
                <a:extLst>
                  <a:ext uri="{FF2B5EF4-FFF2-40B4-BE49-F238E27FC236}">
                    <a16:creationId xmlns:a16="http://schemas.microsoft.com/office/drawing/2014/main" id="{78B69D32-A8EC-294E-90C9-F2DAA77E9610}"/>
                  </a:ext>
                </a:extLst>
              </p:cNvPr>
              <p:cNvSpPr txBox="1">
                <a:spLocks noChangeArrowheads="1"/>
              </p:cNvSpPr>
              <p:nvPr/>
            </p:nvSpPr>
            <p:spPr bwMode="auto">
              <a:xfrm>
                <a:off x="2460" y="2208"/>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b</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69645" name="Text Box 13">
                <a:extLst>
                  <a:ext uri="{FF2B5EF4-FFF2-40B4-BE49-F238E27FC236}">
                    <a16:creationId xmlns:a16="http://schemas.microsoft.com/office/drawing/2014/main" id="{527CFF60-BDD3-024C-A9E0-AC292A6A16E9}"/>
                  </a:ext>
                </a:extLst>
              </p:cNvPr>
              <p:cNvSpPr txBox="1">
                <a:spLocks noChangeArrowheads="1"/>
              </p:cNvSpPr>
              <p:nvPr/>
            </p:nvSpPr>
            <p:spPr bwMode="auto">
              <a:xfrm>
                <a:off x="1676" y="2668"/>
                <a:ext cx="2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c</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69646" name="Text Box 14">
                <a:extLst>
                  <a:ext uri="{FF2B5EF4-FFF2-40B4-BE49-F238E27FC236}">
                    <a16:creationId xmlns:a16="http://schemas.microsoft.com/office/drawing/2014/main" id="{710CA811-D5CA-8B4A-8FC7-98B8781E63FF}"/>
                  </a:ext>
                </a:extLst>
              </p:cNvPr>
              <p:cNvSpPr txBox="1">
                <a:spLocks noChangeArrowheads="1"/>
              </p:cNvSpPr>
              <p:nvPr/>
            </p:nvSpPr>
            <p:spPr bwMode="auto">
              <a:xfrm>
                <a:off x="2460" y="3120"/>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d</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33828" name="Oval 15">
                <a:extLst>
                  <a:ext uri="{FF2B5EF4-FFF2-40B4-BE49-F238E27FC236}">
                    <a16:creationId xmlns:a16="http://schemas.microsoft.com/office/drawing/2014/main" id="{FBBB3F09-DE80-5B43-89BB-572D84B98EDF}"/>
                  </a:ext>
                </a:extLst>
              </p:cNvPr>
              <p:cNvSpPr>
                <a:spLocks noChangeArrowheads="1"/>
              </p:cNvSpPr>
              <p:nvPr/>
            </p:nvSpPr>
            <p:spPr bwMode="auto">
              <a:xfrm>
                <a:off x="1584" y="28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3829" name="Oval 16">
                <a:extLst>
                  <a:ext uri="{FF2B5EF4-FFF2-40B4-BE49-F238E27FC236}">
                    <a16:creationId xmlns:a16="http://schemas.microsoft.com/office/drawing/2014/main" id="{D2ADE095-4205-9B49-9211-3D5873A49DF8}"/>
                  </a:ext>
                </a:extLst>
              </p:cNvPr>
              <p:cNvSpPr>
                <a:spLocks noChangeArrowheads="1"/>
              </p:cNvSpPr>
              <p:nvPr/>
            </p:nvSpPr>
            <p:spPr bwMode="auto">
              <a:xfrm>
                <a:off x="768" y="38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3830" name="Line 17">
                <a:extLst>
                  <a:ext uri="{FF2B5EF4-FFF2-40B4-BE49-F238E27FC236}">
                    <a16:creationId xmlns:a16="http://schemas.microsoft.com/office/drawing/2014/main" id="{8568D76F-7C2F-2749-8489-784C8A40484F}"/>
                  </a:ext>
                </a:extLst>
              </p:cNvPr>
              <p:cNvSpPr>
                <a:spLocks noChangeShapeType="1"/>
              </p:cNvSpPr>
              <p:nvPr/>
            </p:nvSpPr>
            <p:spPr bwMode="auto">
              <a:xfrm flipV="1">
                <a:off x="816" y="2420"/>
                <a:ext cx="1632" cy="96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3831" name="Line 18">
                <a:extLst>
                  <a:ext uri="{FF2B5EF4-FFF2-40B4-BE49-F238E27FC236}">
                    <a16:creationId xmlns:a16="http://schemas.microsoft.com/office/drawing/2014/main" id="{C5CB3371-D86B-2D4B-A012-0645BA0C7825}"/>
                  </a:ext>
                </a:extLst>
              </p:cNvPr>
              <p:cNvSpPr>
                <a:spLocks noChangeShapeType="1"/>
              </p:cNvSpPr>
              <p:nvPr/>
            </p:nvSpPr>
            <p:spPr bwMode="auto">
              <a:xfrm>
                <a:off x="816" y="2448"/>
                <a:ext cx="163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3832" name="Line 19">
                <a:extLst>
                  <a:ext uri="{FF2B5EF4-FFF2-40B4-BE49-F238E27FC236}">
                    <a16:creationId xmlns:a16="http://schemas.microsoft.com/office/drawing/2014/main" id="{F376E8CC-7E88-3D4E-93A1-C9E563037B73}"/>
                  </a:ext>
                </a:extLst>
              </p:cNvPr>
              <p:cNvSpPr>
                <a:spLocks noChangeShapeType="1"/>
              </p:cNvSpPr>
              <p:nvPr/>
            </p:nvSpPr>
            <p:spPr bwMode="auto">
              <a:xfrm>
                <a:off x="816" y="3360"/>
                <a:ext cx="163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3833" name="Oval 20">
                <a:extLst>
                  <a:ext uri="{FF2B5EF4-FFF2-40B4-BE49-F238E27FC236}">
                    <a16:creationId xmlns:a16="http://schemas.microsoft.com/office/drawing/2014/main" id="{73CC79D3-6520-E147-8965-F9E59372ACA7}"/>
                  </a:ext>
                </a:extLst>
              </p:cNvPr>
              <p:cNvSpPr>
                <a:spLocks noChangeArrowheads="1"/>
              </p:cNvSpPr>
              <p:nvPr/>
            </p:nvSpPr>
            <p:spPr bwMode="auto">
              <a:xfrm>
                <a:off x="2400" y="38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3834" name="Line 21">
                <a:extLst>
                  <a:ext uri="{FF2B5EF4-FFF2-40B4-BE49-F238E27FC236}">
                    <a16:creationId xmlns:a16="http://schemas.microsoft.com/office/drawing/2014/main" id="{727477E5-6FC3-C84D-B73E-440EC0292B77}"/>
                  </a:ext>
                </a:extLst>
              </p:cNvPr>
              <p:cNvSpPr>
                <a:spLocks noChangeShapeType="1"/>
              </p:cNvSpPr>
              <p:nvPr/>
            </p:nvSpPr>
            <p:spPr bwMode="auto">
              <a:xfrm>
                <a:off x="816" y="3360"/>
                <a:ext cx="0" cy="57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3835" name="Line 22">
                <a:extLst>
                  <a:ext uri="{FF2B5EF4-FFF2-40B4-BE49-F238E27FC236}">
                    <a16:creationId xmlns:a16="http://schemas.microsoft.com/office/drawing/2014/main" id="{35F88890-6180-5141-BD1B-879A0210D112}"/>
                  </a:ext>
                </a:extLst>
              </p:cNvPr>
              <p:cNvSpPr>
                <a:spLocks noChangeShapeType="1"/>
              </p:cNvSpPr>
              <p:nvPr/>
            </p:nvSpPr>
            <p:spPr bwMode="auto">
              <a:xfrm>
                <a:off x="2448" y="3360"/>
                <a:ext cx="0" cy="57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69655" name="Text Box 23">
                <a:extLst>
                  <a:ext uri="{FF2B5EF4-FFF2-40B4-BE49-F238E27FC236}">
                    <a16:creationId xmlns:a16="http://schemas.microsoft.com/office/drawing/2014/main" id="{A94161CE-3868-0F47-8369-51D5112A561B}"/>
                  </a:ext>
                </a:extLst>
              </p:cNvPr>
              <p:cNvSpPr txBox="1">
                <a:spLocks noChangeArrowheads="1"/>
              </p:cNvSpPr>
              <p:nvPr/>
            </p:nvSpPr>
            <p:spPr bwMode="auto">
              <a:xfrm>
                <a:off x="2492" y="3696"/>
                <a:ext cx="2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e</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69656" name="Text Box 24">
                <a:extLst>
                  <a:ext uri="{FF2B5EF4-FFF2-40B4-BE49-F238E27FC236}">
                    <a16:creationId xmlns:a16="http://schemas.microsoft.com/office/drawing/2014/main" id="{C5164947-0BC6-C748-B3FC-6D7580C917B9}"/>
                  </a:ext>
                </a:extLst>
              </p:cNvPr>
              <p:cNvSpPr txBox="1">
                <a:spLocks noChangeArrowheads="1"/>
              </p:cNvSpPr>
              <p:nvPr/>
            </p:nvSpPr>
            <p:spPr bwMode="auto">
              <a:xfrm>
                <a:off x="528" y="3120"/>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g</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69659" name="Text Box 27">
                <a:extLst>
                  <a:ext uri="{FF2B5EF4-FFF2-40B4-BE49-F238E27FC236}">
                    <a16:creationId xmlns:a16="http://schemas.microsoft.com/office/drawing/2014/main" id="{D6365B29-FEF3-6D44-AFC0-E03007DF52EA}"/>
                  </a:ext>
                </a:extLst>
              </p:cNvPr>
              <p:cNvSpPr txBox="1">
                <a:spLocks noChangeArrowheads="1"/>
              </p:cNvSpPr>
              <p:nvPr/>
            </p:nvSpPr>
            <p:spPr bwMode="auto">
              <a:xfrm>
                <a:off x="576" y="3696"/>
                <a:ext cx="23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f</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grpSp>
        <p:sp>
          <p:nvSpPr>
            <p:cNvPr id="69682" name="Text Box 50">
              <a:extLst>
                <a:ext uri="{FF2B5EF4-FFF2-40B4-BE49-F238E27FC236}">
                  <a16:creationId xmlns:a16="http://schemas.microsoft.com/office/drawing/2014/main" id="{93C61CCA-7FD8-5649-A3C4-09C1565F0E43}"/>
                </a:ext>
              </a:extLst>
            </p:cNvPr>
            <p:cNvSpPr txBox="1">
              <a:spLocks noChangeArrowheads="1"/>
            </p:cNvSpPr>
            <p:nvPr/>
          </p:nvSpPr>
          <p:spPr bwMode="auto">
            <a:xfrm>
              <a:off x="1488" y="3955"/>
              <a:ext cx="31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kumimoji="0" lang="en-US" altLang="zh-CN" sz="3200" b="1">
                  <a:solidFill>
                    <a:srgbClr val="4E67C8"/>
                  </a:solidFill>
                  <a:effectLst>
                    <a:outerShdw blurRad="38100" dist="38100" dir="2700000" algn="tl">
                      <a:srgbClr val="C0C0C0"/>
                    </a:outerShdw>
                  </a:effectLst>
                </a:rPr>
                <a:t>G</a:t>
              </a:r>
            </a:p>
          </p:txBody>
        </p:sp>
      </p:grpSp>
      <p:grpSp>
        <p:nvGrpSpPr>
          <p:cNvPr id="69685" name="Group 53">
            <a:extLst>
              <a:ext uri="{FF2B5EF4-FFF2-40B4-BE49-F238E27FC236}">
                <a16:creationId xmlns:a16="http://schemas.microsoft.com/office/drawing/2014/main" id="{1203EED5-25C4-6D43-8B74-CAC0ECEBBF85}"/>
              </a:ext>
            </a:extLst>
          </p:cNvPr>
          <p:cNvGrpSpPr>
            <a:grpSpLocks/>
          </p:cNvGrpSpPr>
          <p:nvPr/>
        </p:nvGrpSpPr>
        <p:grpSpPr bwMode="auto">
          <a:xfrm>
            <a:off x="4800600" y="3276600"/>
            <a:ext cx="3505200" cy="2865438"/>
            <a:chOff x="2880" y="2208"/>
            <a:chExt cx="2208" cy="1805"/>
          </a:xfrm>
        </p:grpSpPr>
        <p:grpSp>
          <p:nvGrpSpPr>
            <p:cNvPr id="57349" name="Group 48">
              <a:extLst>
                <a:ext uri="{FF2B5EF4-FFF2-40B4-BE49-F238E27FC236}">
                  <a16:creationId xmlns:a16="http://schemas.microsoft.com/office/drawing/2014/main" id="{0FC2F6B9-4858-8744-B0B2-865CD76A8221}"/>
                </a:ext>
              </a:extLst>
            </p:cNvPr>
            <p:cNvGrpSpPr>
              <a:grpSpLocks/>
            </p:cNvGrpSpPr>
            <p:nvPr/>
          </p:nvGrpSpPr>
          <p:grpSpPr bwMode="auto">
            <a:xfrm>
              <a:off x="2880" y="2208"/>
              <a:ext cx="2208" cy="1395"/>
              <a:chOff x="2880" y="2208"/>
              <a:chExt cx="2208" cy="1395"/>
            </a:xfrm>
          </p:grpSpPr>
          <p:sp>
            <p:nvSpPr>
              <p:cNvPr id="33800" name="Line 28">
                <a:extLst>
                  <a:ext uri="{FF2B5EF4-FFF2-40B4-BE49-F238E27FC236}">
                    <a16:creationId xmlns:a16="http://schemas.microsoft.com/office/drawing/2014/main" id="{3B208CD6-C872-9241-88C3-D68DC177954D}"/>
                  </a:ext>
                </a:extLst>
              </p:cNvPr>
              <p:cNvSpPr>
                <a:spLocks noChangeShapeType="1"/>
              </p:cNvSpPr>
              <p:nvPr/>
            </p:nvSpPr>
            <p:spPr bwMode="auto">
              <a:xfrm>
                <a:off x="3168" y="2448"/>
                <a:ext cx="0" cy="480"/>
              </a:xfrm>
              <a:prstGeom prst="line">
                <a:avLst/>
              </a:prstGeom>
              <a:noFill/>
              <a:ln w="38100">
                <a:solidFill>
                  <a:schemeClr val="tx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3801" name="Oval 29">
                <a:extLst>
                  <a:ext uri="{FF2B5EF4-FFF2-40B4-BE49-F238E27FC236}">
                    <a16:creationId xmlns:a16="http://schemas.microsoft.com/office/drawing/2014/main" id="{97D37465-2BFE-F64D-AACE-3854509FB627}"/>
                  </a:ext>
                </a:extLst>
              </p:cNvPr>
              <p:cNvSpPr>
                <a:spLocks noChangeArrowheads="1"/>
              </p:cNvSpPr>
              <p:nvPr/>
            </p:nvSpPr>
            <p:spPr bwMode="auto">
              <a:xfrm>
                <a:off x="3120" y="240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3802" name="Oval 31">
                <a:extLst>
                  <a:ext uri="{FF2B5EF4-FFF2-40B4-BE49-F238E27FC236}">
                    <a16:creationId xmlns:a16="http://schemas.microsoft.com/office/drawing/2014/main" id="{5D71B1E0-34D3-3344-8857-155A1BBE6195}"/>
                  </a:ext>
                </a:extLst>
              </p:cNvPr>
              <p:cNvSpPr>
                <a:spLocks noChangeArrowheads="1"/>
              </p:cNvSpPr>
              <p:nvPr/>
            </p:nvSpPr>
            <p:spPr bwMode="auto">
              <a:xfrm>
                <a:off x="4752" y="240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3803" name="Oval 32">
                <a:extLst>
                  <a:ext uri="{FF2B5EF4-FFF2-40B4-BE49-F238E27FC236}">
                    <a16:creationId xmlns:a16="http://schemas.microsoft.com/office/drawing/2014/main" id="{2689A3A2-E0B3-E94A-A09B-82E67DCE3AEC}"/>
                  </a:ext>
                </a:extLst>
              </p:cNvPr>
              <p:cNvSpPr>
                <a:spLocks noChangeArrowheads="1"/>
              </p:cNvSpPr>
              <p:nvPr/>
            </p:nvSpPr>
            <p:spPr bwMode="auto">
              <a:xfrm>
                <a:off x="4752" y="283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69665" name="Text Box 33">
                <a:extLst>
                  <a:ext uri="{FF2B5EF4-FFF2-40B4-BE49-F238E27FC236}">
                    <a16:creationId xmlns:a16="http://schemas.microsoft.com/office/drawing/2014/main" id="{26FF8B6E-DC51-414C-A382-E4FC735CD06F}"/>
                  </a:ext>
                </a:extLst>
              </p:cNvPr>
              <p:cNvSpPr txBox="1">
                <a:spLocks noChangeArrowheads="1"/>
              </p:cNvSpPr>
              <p:nvPr/>
            </p:nvSpPr>
            <p:spPr bwMode="auto">
              <a:xfrm>
                <a:off x="2880" y="2208"/>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a</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69666" name="Text Box 34">
                <a:extLst>
                  <a:ext uri="{FF2B5EF4-FFF2-40B4-BE49-F238E27FC236}">
                    <a16:creationId xmlns:a16="http://schemas.microsoft.com/office/drawing/2014/main" id="{1682FF57-27E9-4443-B52F-239E33F160C8}"/>
                  </a:ext>
                </a:extLst>
              </p:cNvPr>
              <p:cNvSpPr txBox="1">
                <a:spLocks noChangeArrowheads="1"/>
              </p:cNvSpPr>
              <p:nvPr/>
            </p:nvSpPr>
            <p:spPr bwMode="auto">
              <a:xfrm>
                <a:off x="4812" y="2208"/>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b</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69667" name="Text Box 35">
                <a:extLst>
                  <a:ext uri="{FF2B5EF4-FFF2-40B4-BE49-F238E27FC236}">
                    <a16:creationId xmlns:a16="http://schemas.microsoft.com/office/drawing/2014/main" id="{C017C76A-586B-CD43-8449-826620E9D3F0}"/>
                  </a:ext>
                </a:extLst>
              </p:cNvPr>
              <p:cNvSpPr txBox="1">
                <a:spLocks noChangeArrowheads="1"/>
              </p:cNvSpPr>
              <p:nvPr/>
            </p:nvSpPr>
            <p:spPr bwMode="auto">
              <a:xfrm>
                <a:off x="2880" y="2668"/>
                <a:ext cx="2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c</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69668" name="Text Box 36">
                <a:extLst>
                  <a:ext uri="{FF2B5EF4-FFF2-40B4-BE49-F238E27FC236}">
                    <a16:creationId xmlns:a16="http://schemas.microsoft.com/office/drawing/2014/main" id="{C3798B98-E883-BB4C-B673-DA0EF9A724DE}"/>
                  </a:ext>
                </a:extLst>
              </p:cNvPr>
              <p:cNvSpPr txBox="1">
                <a:spLocks noChangeArrowheads="1"/>
              </p:cNvSpPr>
              <p:nvPr/>
            </p:nvSpPr>
            <p:spPr bwMode="auto">
              <a:xfrm>
                <a:off x="2880" y="3196"/>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d</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33808" name="Oval 37">
                <a:extLst>
                  <a:ext uri="{FF2B5EF4-FFF2-40B4-BE49-F238E27FC236}">
                    <a16:creationId xmlns:a16="http://schemas.microsoft.com/office/drawing/2014/main" id="{279583FA-FCEF-7944-BC7F-ABCFCA377802}"/>
                  </a:ext>
                </a:extLst>
              </p:cNvPr>
              <p:cNvSpPr>
                <a:spLocks noChangeArrowheads="1"/>
              </p:cNvSpPr>
              <p:nvPr/>
            </p:nvSpPr>
            <p:spPr bwMode="auto">
              <a:xfrm>
                <a:off x="3120" y="28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3809" name="Oval 38">
                <a:extLst>
                  <a:ext uri="{FF2B5EF4-FFF2-40B4-BE49-F238E27FC236}">
                    <a16:creationId xmlns:a16="http://schemas.microsoft.com/office/drawing/2014/main" id="{1F20C3AE-EE08-7046-8C24-D9C4E74C8F1F}"/>
                  </a:ext>
                </a:extLst>
              </p:cNvPr>
              <p:cNvSpPr>
                <a:spLocks noChangeArrowheads="1"/>
              </p:cNvSpPr>
              <p:nvPr/>
            </p:nvSpPr>
            <p:spPr bwMode="auto">
              <a:xfrm>
                <a:off x="3120" y="33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3810" name="Line 39">
                <a:extLst>
                  <a:ext uri="{FF2B5EF4-FFF2-40B4-BE49-F238E27FC236}">
                    <a16:creationId xmlns:a16="http://schemas.microsoft.com/office/drawing/2014/main" id="{3CB58E36-F0A2-9C4D-9F12-97542275CA0B}"/>
                  </a:ext>
                </a:extLst>
              </p:cNvPr>
              <p:cNvSpPr>
                <a:spLocks noChangeShapeType="1"/>
              </p:cNvSpPr>
              <p:nvPr/>
            </p:nvSpPr>
            <p:spPr bwMode="auto">
              <a:xfrm flipV="1">
                <a:off x="3168" y="2860"/>
                <a:ext cx="1632" cy="57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3811" name="Line 40">
                <a:extLst>
                  <a:ext uri="{FF2B5EF4-FFF2-40B4-BE49-F238E27FC236}">
                    <a16:creationId xmlns:a16="http://schemas.microsoft.com/office/drawing/2014/main" id="{005DF90B-BD41-654B-A8CE-57F9762424EB}"/>
                  </a:ext>
                </a:extLst>
              </p:cNvPr>
              <p:cNvSpPr>
                <a:spLocks noChangeShapeType="1"/>
              </p:cNvSpPr>
              <p:nvPr/>
            </p:nvSpPr>
            <p:spPr bwMode="auto">
              <a:xfrm>
                <a:off x="3168" y="2448"/>
                <a:ext cx="163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3812" name="Line 41">
                <a:extLst>
                  <a:ext uri="{FF2B5EF4-FFF2-40B4-BE49-F238E27FC236}">
                    <a16:creationId xmlns:a16="http://schemas.microsoft.com/office/drawing/2014/main" id="{6EE09F8B-EF9B-F948-B616-791805AF4F43}"/>
                  </a:ext>
                </a:extLst>
              </p:cNvPr>
              <p:cNvSpPr>
                <a:spLocks noChangeShapeType="1"/>
              </p:cNvSpPr>
              <p:nvPr/>
            </p:nvSpPr>
            <p:spPr bwMode="auto">
              <a:xfrm>
                <a:off x="3168" y="3436"/>
                <a:ext cx="163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3813" name="Oval 42">
                <a:extLst>
                  <a:ext uri="{FF2B5EF4-FFF2-40B4-BE49-F238E27FC236}">
                    <a16:creationId xmlns:a16="http://schemas.microsoft.com/office/drawing/2014/main" id="{32E20176-5ACF-7A43-8B1C-FBB8D94DBAB3}"/>
                  </a:ext>
                </a:extLst>
              </p:cNvPr>
              <p:cNvSpPr>
                <a:spLocks noChangeArrowheads="1"/>
              </p:cNvSpPr>
              <p:nvPr/>
            </p:nvSpPr>
            <p:spPr bwMode="auto">
              <a:xfrm>
                <a:off x="4752" y="33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3814" name="Line 44">
                <a:extLst>
                  <a:ext uri="{FF2B5EF4-FFF2-40B4-BE49-F238E27FC236}">
                    <a16:creationId xmlns:a16="http://schemas.microsoft.com/office/drawing/2014/main" id="{03FB9155-7728-ED4D-A766-31EDA137D7B7}"/>
                  </a:ext>
                </a:extLst>
              </p:cNvPr>
              <p:cNvSpPr>
                <a:spLocks noChangeShapeType="1"/>
              </p:cNvSpPr>
              <p:nvPr/>
            </p:nvSpPr>
            <p:spPr bwMode="auto">
              <a:xfrm>
                <a:off x="4800" y="2860"/>
                <a:ext cx="0" cy="57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69677" name="Text Box 45">
                <a:extLst>
                  <a:ext uri="{FF2B5EF4-FFF2-40B4-BE49-F238E27FC236}">
                    <a16:creationId xmlns:a16="http://schemas.microsoft.com/office/drawing/2014/main" id="{34167C1F-C5CE-A44E-8DB9-2ED16954A05C}"/>
                  </a:ext>
                </a:extLst>
              </p:cNvPr>
              <p:cNvSpPr txBox="1">
                <a:spLocks noChangeArrowheads="1"/>
              </p:cNvSpPr>
              <p:nvPr/>
            </p:nvSpPr>
            <p:spPr bwMode="auto">
              <a:xfrm>
                <a:off x="4844" y="2600"/>
                <a:ext cx="2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e</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69679" name="Text Box 47">
                <a:extLst>
                  <a:ext uri="{FF2B5EF4-FFF2-40B4-BE49-F238E27FC236}">
                    <a16:creationId xmlns:a16="http://schemas.microsoft.com/office/drawing/2014/main" id="{EDB0EE25-3D77-8540-BCCD-A2742924DD60}"/>
                  </a:ext>
                </a:extLst>
              </p:cNvPr>
              <p:cNvSpPr txBox="1">
                <a:spLocks noChangeArrowheads="1"/>
              </p:cNvSpPr>
              <p:nvPr/>
            </p:nvSpPr>
            <p:spPr bwMode="auto">
              <a:xfrm>
                <a:off x="4828" y="3196"/>
                <a:ext cx="23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f</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grpSp>
        <p:sp>
          <p:nvSpPr>
            <p:cNvPr id="69683" name="Text Box 51">
              <a:extLst>
                <a:ext uri="{FF2B5EF4-FFF2-40B4-BE49-F238E27FC236}">
                  <a16:creationId xmlns:a16="http://schemas.microsoft.com/office/drawing/2014/main" id="{652A3833-3800-F549-AF86-2BB9649C2425}"/>
                </a:ext>
              </a:extLst>
            </p:cNvPr>
            <p:cNvSpPr txBox="1">
              <a:spLocks noChangeArrowheads="1"/>
            </p:cNvSpPr>
            <p:nvPr/>
          </p:nvSpPr>
          <p:spPr bwMode="auto">
            <a:xfrm>
              <a:off x="3888" y="3648"/>
              <a:ext cx="3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kumimoji="0" lang="en-US" altLang="zh-CN" sz="3200" b="1">
                  <a:solidFill>
                    <a:srgbClr val="4E67C8"/>
                  </a:solidFill>
                  <a:effectLst>
                    <a:outerShdw blurRad="38100" dist="38100" dir="2700000" algn="tl">
                      <a:srgbClr val="C0C0C0"/>
                    </a:outerShdw>
                  </a:effectLst>
                </a:rPr>
                <a:t>H</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animEffect transition="in" filter="wipe(left)">
                                      <p:cBhvr>
                                        <p:cTn id="7" dur="500"/>
                                        <p:tgtEl>
                                          <p:spTgt spid="696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9635">
                                            <p:txEl>
                                              <p:pRg st="2" end="2"/>
                                            </p:txEl>
                                          </p:spTgt>
                                        </p:tgtEl>
                                        <p:attrNameLst>
                                          <p:attrName>style.visibility</p:attrName>
                                        </p:attrNameLst>
                                      </p:cBhvr>
                                      <p:to>
                                        <p:strVal val="visible"/>
                                      </p:to>
                                    </p:set>
                                    <p:animEffect transition="in" filter="wipe(left)">
                                      <p:cBhvr>
                                        <p:cTn id="12" dur="500"/>
                                        <p:tgtEl>
                                          <p:spTgt spid="6963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1" presetClass="entr" presetSubtype="0" fill="hold" nodeType="clickEffect">
                                  <p:stCondLst>
                                    <p:cond delay="0"/>
                                  </p:stCondLst>
                                  <p:iterate type="lt">
                                    <p:tmPct val="5000"/>
                                  </p:iterate>
                                  <p:childTnLst>
                                    <p:set>
                                      <p:cBhvr>
                                        <p:cTn id="16" dur="1" fill="hold">
                                          <p:stCondLst>
                                            <p:cond delay="0"/>
                                          </p:stCondLst>
                                        </p:cTn>
                                        <p:tgtEl>
                                          <p:spTgt spid="69684"/>
                                        </p:tgtEl>
                                        <p:attrNameLst>
                                          <p:attrName>style.visibility</p:attrName>
                                        </p:attrNameLst>
                                      </p:cBhvr>
                                      <p:to>
                                        <p:strVal val="visible"/>
                                      </p:to>
                                    </p:set>
                                    <p:anim calcmode="lin" valueType="num">
                                      <p:cBhvr>
                                        <p:cTn id="17" dur="1000" fill="hold"/>
                                        <p:tgtEl>
                                          <p:spTgt spid="69684"/>
                                        </p:tgtEl>
                                        <p:attrNameLst>
                                          <p:attrName>ppt_w</p:attrName>
                                        </p:attrNameLst>
                                      </p:cBhvr>
                                      <p:tavLst>
                                        <p:tav tm="0">
                                          <p:val>
                                            <p:fltVal val="0"/>
                                          </p:val>
                                        </p:tav>
                                        <p:tav tm="100000">
                                          <p:val>
                                            <p:strVal val="#ppt_w"/>
                                          </p:val>
                                        </p:tav>
                                      </p:tavLst>
                                    </p:anim>
                                    <p:anim calcmode="lin" valueType="num">
                                      <p:cBhvr>
                                        <p:cTn id="18" dur="1000" fill="hold"/>
                                        <p:tgtEl>
                                          <p:spTgt spid="69684"/>
                                        </p:tgtEl>
                                        <p:attrNameLst>
                                          <p:attrName>ppt_h</p:attrName>
                                        </p:attrNameLst>
                                      </p:cBhvr>
                                      <p:tavLst>
                                        <p:tav tm="0">
                                          <p:val>
                                            <p:fltVal val="0"/>
                                          </p:val>
                                        </p:tav>
                                        <p:tav tm="100000">
                                          <p:val>
                                            <p:strVal val="#ppt_h"/>
                                          </p:val>
                                        </p:tav>
                                      </p:tavLst>
                                    </p:anim>
                                    <p:anim calcmode="lin" valueType="num">
                                      <p:cBhvr>
                                        <p:cTn id="19" dur="1000" fill="hold"/>
                                        <p:tgtEl>
                                          <p:spTgt spid="69684"/>
                                        </p:tgtEl>
                                        <p:attrNameLst>
                                          <p:attrName>style.rotation</p:attrName>
                                        </p:attrNameLst>
                                      </p:cBhvr>
                                      <p:tavLst>
                                        <p:tav tm="0">
                                          <p:val>
                                            <p:fltVal val="90"/>
                                          </p:val>
                                        </p:tav>
                                        <p:tav tm="100000">
                                          <p:val>
                                            <p:fltVal val="0"/>
                                          </p:val>
                                        </p:tav>
                                      </p:tavLst>
                                    </p:anim>
                                    <p:animEffect transition="in" filter="fade">
                                      <p:cBhvr>
                                        <p:cTn id="20" dur="1000"/>
                                        <p:tgtEl>
                                          <p:spTgt spid="6968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1" presetClass="entr" presetSubtype="0" fill="hold" nodeType="clickEffect">
                                  <p:stCondLst>
                                    <p:cond delay="0"/>
                                  </p:stCondLst>
                                  <p:iterate type="lt">
                                    <p:tmPct val="5000"/>
                                  </p:iterate>
                                  <p:childTnLst>
                                    <p:set>
                                      <p:cBhvr>
                                        <p:cTn id="24" dur="1" fill="hold">
                                          <p:stCondLst>
                                            <p:cond delay="0"/>
                                          </p:stCondLst>
                                        </p:cTn>
                                        <p:tgtEl>
                                          <p:spTgt spid="69685"/>
                                        </p:tgtEl>
                                        <p:attrNameLst>
                                          <p:attrName>style.visibility</p:attrName>
                                        </p:attrNameLst>
                                      </p:cBhvr>
                                      <p:to>
                                        <p:strVal val="visible"/>
                                      </p:to>
                                    </p:set>
                                    <p:anim calcmode="lin" valueType="num">
                                      <p:cBhvr>
                                        <p:cTn id="25" dur="1000" fill="hold"/>
                                        <p:tgtEl>
                                          <p:spTgt spid="69685"/>
                                        </p:tgtEl>
                                        <p:attrNameLst>
                                          <p:attrName>ppt_w</p:attrName>
                                        </p:attrNameLst>
                                      </p:cBhvr>
                                      <p:tavLst>
                                        <p:tav tm="0">
                                          <p:val>
                                            <p:fltVal val="0"/>
                                          </p:val>
                                        </p:tav>
                                        <p:tav tm="100000">
                                          <p:val>
                                            <p:strVal val="#ppt_w"/>
                                          </p:val>
                                        </p:tav>
                                      </p:tavLst>
                                    </p:anim>
                                    <p:anim calcmode="lin" valueType="num">
                                      <p:cBhvr>
                                        <p:cTn id="26" dur="1000" fill="hold"/>
                                        <p:tgtEl>
                                          <p:spTgt spid="69685"/>
                                        </p:tgtEl>
                                        <p:attrNameLst>
                                          <p:attrName>ppt_h</p:attrName>
                                        </p:attrNameLst>
                                      </p:cBhvr>
                                      <p:tavLst>
                                        <p:tav tm="0">
                                          <p:val>
                                            <p:fltVal val="0"/>
                                          </p:val>
                                        </p:tav>
                                        <p:tav tm="100000">
                                          <p:val>
                                            <p:strVal val="#ppt_h"/>
                                          </p:val>
                                        </p:tav>
                                      </p:tavLst>
                                    </p:anim>
                                    <p:anim calcmode="lin" valueType="num">
                                      <p:cBhvr>
                                        <p:cTn id="27" dur="1000" fill="hold"/>
                                        <p:tgtEl>
                                          <p:spTgt spid="69685"/>
                                        </p:tgtEl>
                                        <p:attrNameLst>
                                          <p:attrName>style.rotation</p:attrName>
                                        </p:attrNameLst>
                                      </p:cBhvr>
                                      <p:tavLst>
                                        <p:tav tm="0">
                                          <p:val>
                                            <p:fltVal val="90"/>
                                          </p:val>
                                        </p:tav>
                                        <p:tav tm="100000">
                                          <p:val>
                                            <p:fltVal val="0"/>
                                          </p:val>
                                        </p:tav>
                                      </p:tavLst>
                                    </p:anim>
                                    <p:animEffect transition="in" filter="fade">
                                      <p:cBhvr>
                                        <p:cTn id="28" dur="1000"/>
                                        <p:tgtEl>
                                          <p:spTgt spid="69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3" name="Slide Number Placeholder 5">
            <a:extLst>
              <a:ext uri="{FF2B5EF4-FFF2-40B4-BE49-F238E27FC236}">
                <a16:creationId xmlns:a16="http://schemas.microsoft.com/office/drawing/2014/main" id="{434BFF31-FB04-E54C-91BA-1B111464952B}"/>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941E97E3-AF23-F04D-9DC7-BA31F0C5AE8C}" type="slidenum">
              <a:rPr kumimoji="0" lang="zh-CN" altLang="en-US" sz="1200"/>
              <a:pPr/>
              <a:t>32</a:t>
            </a:fld>
            <a:endParaRPr kumimoji="0" lang="en-US" altLang="zh-CN" sz="1200"/>
          </a:p>
        </p:txBody>
      </p:sp>
      <p:sp>
        <p:nvSpPr>
          <p:cNvPr id="70658" name="Rectangle 2">
            <a:extLst>
              <a:ext uri="{FF2B5EF4-FFF2-40B4-BE49-F238E27FC236}">
                <a16:creationId xmlns:a16="http://schemas.microsoft.com/office/drawing/2014/main" id="{78A9661E-6D4A-3F4D-9E5E-C959B7DC2562}"/>
              </a:ext>
            </a:extLst>
          </p:cNvPr>
          <p:cNvSpPr>
            <a:spLocks noGrp="1" noChangeArrowheads="1"/>
          </p:cNvSpPr>
          <p:nvPr>
            <p:ph type="title"/>
          </p:nvPr>
        </p:nvSpPr>
        <p:spPr>
          <a:xfrm>
            <a:off x="76200" y="533400"/>
            <a:ext cx="8153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§4.1.2  权图  </a:t>
            </a:r>
            <a:r>
              <a:rPr lang="en-US" altLang="zh-CN" dirty="0" err="1">
                <a:latin typeface="Times New Roman" charset="0"/>
                <a:ea typeface="楷体_GB2312" charset="0"/>
                <a:cs typeface="+mj-cs"/>
              </a:rPr>
              <a:t>Dijkstra</a:t>
            </a:r>
            <a:r>
              <a:rPr lang="zh-CN" altLang="en-US" dirty="0">
                <a:latin typeface="Times New Roman" charset="0"/>
                <a:ea typeface="楷体_GB2312" charset="0"/>
                <a:cs typeface="+mj-cs"/>
              </a:rPr>
              <a:t>算法 </a:t>
            </a:r>
          </a:p>
        </p:txBody>
      </p:sp>
      <p:sp>
        <p:nvSpPr>
          <p:cNvPr id="70659" name="Rectangle 3">
            <a:extLst>
              <a:ext uri="{FF2B5EF4-FFF2-40B4-BE49-F238E27FC236}">
                <a16:creationId xmlns:a16="http://schemas.microsoft.com/office/drawing/2014/main" id="{022A899D-283E-0546-856C-488BE05BBF62}"/>
              </a:ext>
            </a:extLst>
          </p:cNvPr>
          <p:cNvSpPr>
            <a:spLocks noGrp="1" noChangeArrowheads="1"/>
          </p:cNvSpPr>
          <p:nvPr>
            <p:ph sz="quarter" idx="13"/>
          </p:nvPr>
        </p:nvSpPr>
        <p:spPr>
          <a:xfrm>
            <a:off x="76200" y="1600200"/>
            <a:ext cx="8763000" cy="4419600"/>
          </a:xfrm>
        </p:spPr>
        <p:txBody>
          <a:bodyPr/>
          <a:lstStyle/>
          <a:p>
            <a:pPr>
              <a:lnSpc>
                <a:spcPct val="120000"/>
              </a:lnSpc>
            </a:pPr>
            <a:r>
              <a:rPr kumimoji="0" lang="zh-CN" altLang="en-US" sz="3200">
                <a:solidFill>
                  <a:srgbClr val="4E67C8"/>
                </a:solidFill>
                <a:latin typeface="Times New Roman" panose="02020603050405020304" pitchFamily="18" charset="0"/>
                <a:ea typeface="楷体_GB2312" pitchFamily="49" charset="-122"/>
              </a:rPr>
              <a:t>定义4.1.7  </a:t>
            </a:r>
            <a:r>
              <a:rPr kumimoji="0" lang="zh-CN" altLang="en-US" sz="3200">
                <a:latin typeface="Times New Roman" panose="02020603050405020304" pitchFamily="18" charset="0"/>
                <a:ea typeface="楷体_GB2312" pitchFamily="49" charset="-122"/>
              </a:rPr>
              <a:t>设</a:t>
            </a:r>
            <a:r>
              <a:rPr kumimoji="0" lang="en-US" altLang="zh-CN" sz="3200">
                <a:latin typeface="Times New Roman" panose="02020603050405020304" pitchFamily="18" charset="0"/>
                <a:ea typeface="楷体_GB2312" pitchFamily="49" charset="-122"/>
              </a:rPr>
              <a:t>G＝(P, L)</a:t>
            </a:r>
            <a:r>
              <a:rPr kumimoji="0" lang="zh-CN" altLang="en-US" sz="3200">
                <a:latin typeface="Times New Roman" panose="02020603050405020304" pitchFamily="18" charset="0"/>
                <a:ea typeface="楷体_GB2312" pitchFamily="49" charset="-122"/>
              </a:rPr>
              <a:t>是有限图，如果对</a:t>
            </a:r>
            <a:r>
              <a:rPr kumimoji="0" lang="en-US" altLang="zh-CN" sz="3200">
                <a:latin typeface="Times New Roman" panose="02020603050405020304" pitchFamily="18" charset="0"/>
                <a:ea typeface="楷体_GB2312" pitchFamily="49" charset="-122"/>
              </a:rPr>
              <a:t>L(G)</a:t>
            </a:r>
            <a:r>
              <a:rPr kumimoji="0" lang="zh-CN" altLang="en-US" sz="3200">
                <a:latin typeface="Times New Roman" panose="02020603050405020304" pitchFamily="18" charset="0"/>
                <a:ea typeface="楷体_GB2312" pitchFamily="49" charset="-122"/>
              </a:rPr>
              <a:t>中任一条边</a:t>
            </a:r>
            <a:r>
              <a:rPr kumimoji="0" lang="en-US" altLang="zh-CN" sz="3200">
                <a:latin typeface="Times New Roman" panose="02020603050405020304" pitchFamily="18" charset="0"/>
                <a:ea typeface="楷体_GB2312" pitchFamily="49" charset="-122"/>
              </a:rPr>
              <a:t>l，</a:t>
            </a:r>
            <a:r>
              <a:rPr kumimoji="0" lang="zh-CN" altLang="en-US" sz="3200">
                <a:latin typeface="Times New Roman" panose="02020603050405020304" pitchFamily="18" charset="0"/>
                <a:ea typeface="楷体_GB2312" pitchFamily="49" charset="-122"/>
              </a:rPr>
              <a:t>都规定一个实数</a:t>
            </a:r>
            <a:r>
              <a:rPr kumimoji="0" lang="en-US" altLang="zh-CN" sz="3200">
                <a:latin typeface="Times New Roman" panose="02020603050405020304" pitchFamily="18" charset="0"/>
                <a:ea typeface="楷体_GB2312" pitchFamily="49" charset="-122"/>
              </a:rPr>
              <a:t>w(l)</a:t>
            </a:r>
            <a:r>
              <a:rPr kumimoji="0" lang="zh-CN" altLang="en-US" sz="3200">
                <a:latin typeface="Times New Roman" panose="02020603050405020304" pitchFamily="18" charset="0"/>
                <a:ea typeface="楷体_GB2312" pitchFamily="49" charset="-122"/>
              </a:rPr>
              <a:t>附在其上，则称</a:t>
            </a:r>
            <a:r>
              <a:rPr kumimoji="0" lang="en-US" altLang="zh-CN" sz="3200">
                <a:latin typeface="Times New Roman" panose="02020603050405020304" pitchFamily="18" charset="0"/>
                <a:ea typeface="楷体_GB2312" pitchFamily="49" charset="-122"/>
              </a:rPr>
              <a:t>G</a:t>
            </a:r>
            <a:r>
              <a:rPr kumimoji="0" lang="zh-CN" altLang="en-US" sz="3200">
                <a:latin typeface="Times New Roman" panose="02020603050405020304" pitchFamily="18" charset="0"/>
                <a:ea typeface="楷体_GB2312" pitchFamily="49" charset="-122"/>
              </a:rPr>
              <a:t>为</a:t>
            </a:r>
            <a:r>
              <a:rPr kumimoji="0" lang="zh-CN" altLang="en-US" sz="3200">
                <a:solidFill>
                  <a:srgbClr val="4E67C8"/>
                </a:solidFill>
                <a:latin typeface="Times New Roman" panose="02020603050405020304" pitchFamily="18" charset="0"/>
                <a:ea typeface="楷体_GB2312" pitchFamily="49" charset="-122"/>
              </a:rPr>
              <a:t>有限权图</a:t>
            </a:r>
            <a:r>
              <a:rPr kumimoji="0" lang="zh-CN" altLang="en-US" sz="3200">
                <a:latin typeface="Times New Roman" panose="02020603050405020304" pitchFamily="18" charset="0"/>
                <a:ea typeface="楷体_GB2312" pitchFamily="49" charset="-122"/>
              </a:rPr>
              <a:t>(网络)，称</a:t>
            </a:r>
            <a:r>
              <a:rPr kumimoji="0" lang="en-US" altLang="zh-CN" sz="3200">
                <a:latin typeface="Times New Roman" panose="02020603050405020304" pitchFamily="18" charset="0"/>
                <a:ea typeface="楷体_GB2312" pitchFamily="49" charset="-122"/>
              </a:rPr>
              <a:t>w(l)</a:t>
            </a:r>
            <a:r>
              <a:rPr kumimoji="0" lang="zh-CN" altLang="en-US" sz="3200">
                <a:latin typeface="Times New Roman" panose="02020603050405020304" pitchFamily="18" charset="0"/>
                <a:ea typeface="楷体_GB2312" pitchFamily="49" charset="-122"/>
              </a:rPr>
              <a:t>为边</a:t>
            </a:r>
            <a:r>
              <a:rPr kumimoji="0" lang="en-US" altLang="zh-CN" sz="3200">
                <a:latin typeface="Times New Roman" panose="02020603050405020304" pitchFamily="18" charset="0"/>
                <a:ea typeface="楷体_GB2312" pitchFamily="49" charset="-122"/>
              </a:rPr>
              <a:t>l</a:t>
            </a:r>
            <a:r>
              <a:rPr kumimoji="0" lang="zh-CN" altLang="en-US" sz="3200">
                <a:latin typeface="Times New Roman" panose="02020603050405020304" pitchFamily="18" charset="0"/>
                <a:ea typeface="楷体_GB2312" pitchFamily="49" charset="-122"/>
              </a:rPr>
              <a:t>的</a:t>
            </a:r>
            <a:r>
              <a:rPr kumimoji="0" lang="zh-CN" altLang="en-US" sz="3200">
                <a:solidFill>
                  <a:srgbClr val="4E67C8"/>
                </a:solidFill>
                <a:latin typeface="Times New Roman" panose="02020603050405020304" pitchFamily="18" charset="0"/>
                <a:ea typeface="楷体_GB2312" pitchFamily="49" charset="-122"/>
              </a:rPr>
              <a:t>权</a:t>
            </a:r>
            <a:r>
              <a:rPr kumimoji="0" lang="zh-CN" altLang="en-US" sz="3200">
                <a:latin typeface="Times New Roman" panose="02020603050405020304" pitchFamily="18" charset="0"/>
                <a:ea typeface="楷体_GB2312" pitchFamily="49" charset="-122"/>
              </a:rPr>
              <a:t>。规定</a:t>
            </a:r>
            <a:r>
              <a:rPr kumimoji="0" lang="en-US" altLang="zh-CN" sz="3200">
                <a:latin typeface="Times New Roman" panose="02020603050405020304" pitchFamily="18" charset="0"/>
                <a:ea typeface="楷体_GB2312" pitchFamily="49" charset="-122"/>
              </a:rPr>
              <a:t>w(uu)=0</a:t>
            </a:r>
            <a:r>
              <a:rPr kumimoji="0" lang="en-US" altLang="zh-CN" sz="3200">
                <a:latin typeface="宋体" panose="02010600030101010101" pitchFamily="2" charset="-122"/>
                <a:ea typeface="楷体_GB2312" pitchFamily="49" charset="-122"/>
              </a:rPr>
              <a:t>(</a:t>
            </a:r>
            <a:r>
              <a:rPr kumimoji="0" lang="zh-CN" altLang="en-US" sz="3200">
                <a:latin typeface="Times New Roman" panose="02020603050405020304" pitchFamily="18" charset="0"/>
                <a:ea typeface="楷体_GB2312" pitchFamily="49" charset="-122"/>
              </a:rPr>
              <a:t>其中</a:t>
            </a:r>
            <a:r>
              <a:rPr kumimoji="0" lang="en-US" altLang="zh-CN" sz="3200">
                <a:latin typeface="Times New Roman" panose="02020603050405020304" pitchFamily="18" charset="0"/>
                <a:ea typeface="楷体_GB2312" pitchFamily="49" charset="-122"/>
              </a:rPr>
              <a:t>u</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rPr>
              <a:t>P(G)</a:t>
            </a:r>
            <a:r>
              <a:rPr kumimoji="0" lang="en-US" altLang="zh-CN"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 w(uv)＝∞</a:t>
            </a:r>
            <a:r>
              <a:rPr kumimoji="0" lang="en-US" altLang="zh-CN" sz="3200">
                <a:latin typeface="宋体" panose="02010600030101010101" pitchFamily="2" charset="-122"/>
                <a:ea typeface="楷体_GB2312" pitchFamily="49" charset="-122"/>
              </a:rPr>
              <a:t>(</a:t>
            </a:r>
            <a:r>
              <a:rPr kumimoji="0" lang="zh-CN" altLang="en-US" sz="3200">
                <a:latin typeface="Times New Roman" panose="02020603050405020304" pitchFamily="18" charset="0"/>
                <a:ea typeface="楷体_GB2312" pitchFamily="49" charset="-122"/>
              </a:rPr>
              <a:t>其中</a:t>
            </a:r>
            <a:r>
              <a:rPr kumimoji="0" lang="en-US" altLang="zh-CN" sz="3200">
                <a:latin typeface="Times New Roman" panose="02020603050405020304" pitchFamily="18" charset="0"/>
                <a:ea typeface="楷体_GB2312" pitchFamily="49" charset="-122"/>
              </a:rPr>
              <a:t>uv</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rPr>
              <a:t>L(G)</a:t>
            </a:r>
            <a:r>
              <a:rPr kumimoji="0" lang="en-US" altLang="zh-CN"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 </a:t>
            </a:r>
            <a:endParaRPr kumimoji="0" lang="zh-CN" altLang="en-US" sz="3200">
              <a:latin typeface="Times New Roman" panose="02020603050405020304" pitchFamily="18" charset="0"/>
              <a:ea typeface="楷体_GB2312" pitchFamily="49"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Effect transition="in" filter="wipe(left)">
                                      <p:cBhvr>
                                        <p:cTn id="7" dur="500"/>
                                        <p:tgtEl>
                                          <p:spTgt spid="706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7" name="Slide Number Placeholder 5">
            <a:extLst>
              <a:ext uri="{FF2B5EF4-FFF2-40B4-BE49-F238E27FC236}">
                <a16:creationId xmlns:a16="http://schemas.microsoft.com/office/drawing/2014/main" id="{BB9857D1-3BAF-1E42-BFA0-504C2D974CF6}"/>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5D482830-1EAC-3E4C-A329-0DD9452F666B}" type="slidenum">
              <a:rPr kumimoji="0" lang="zh-CN" altLang="en-US" sz="1200"/>
              <a:pPr/>
              <a:t>33</a:t>
            </a:fld>
            <a:endParaRPr kumimoji="0" lang="en-US" altLang="zh-CN" sz="1200"/>
          </a:p>
        </p:txBody>
      </p:sp>
      <p:sp>
        <p:nvSpPr>
          <p:cNvPr id="71682" name="Rectangle 2">
            <a:extLst>
              <a:ext uri="{FF2B5EF4-FFF2-40B4-BE49-F238E27FC236}">
                <a16:creationId xmlns:a16="http://schemas.microsoft.com/office/drawing/2014/main" id="{5B8C35C1-68B0-6E4E-A59D-A9063BE3C850}"/>
              </a:ext>
            </a:extLst>
          </p:cNvPr>
          <p:cNvSpPr>
            <a:spLocks noGrp="1" noChangeArrowheads="1"/>
          </p:cNvSpPr>
          <p:nvPr>
            <p:ph type="title"/>
          </p:nvPr>
        </p:nvSpPr>
        <p:spPr>
          <a:xfrm>
            <a:off x="76200" y="533400"/>
            <a:ext cx="8153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例: 权图</a:t>
            </a:r>
            <a:r>
              <a:rPr lang="zh-CN" altLang="en-US" dirty="0">
                <a:latin typeface="Times New Roman" charset="0"/>
              </a:rPr>
              <a:t> </a:t>
            </a:r>
          </a:p>
        </p:txBody>
      </p:sp>
      <p:sp>
        <p:nvSpPr>
          <p:cNvPr id="71683" name="Rectangle 3">
            <a:extLst>
              <a:ext uri="{FF2B5EF4-FFF2-40B4-BE49-F238E27FC236}">
                <a16:creationId xmlns:a16="http://schemas.microsoft.com/office/drawing/2014/main" id="{684AF943-0DD9-E840-8633-B761E7F03842}"/>
              </a:ext>
            </a:extLst>
          </p:cNvPr>
          <p:cNvSpPr>
            <a:spLocks noGrp="1" noChangeArrowheads="1"/>
          </p:cNvSpPr>
          <p:nvPr>
            <p:ph sz="quarter" idx="13"/>
          </p:nvPr>
        </p:nvSpPr>
        <p:spPr>
          <a:xfrm>
            <a:off x="4572000" y="1905000"/>
            <a:ext cx="2895600" cy="4038600"/>
          </a:xfrm>
        </p:spPr>
        <p:txBody>
          <a:bodyPr/>
          <a:lstStyle/>
          <a:p>
            <a:pPr marL="0" indent="0">
              <a:buFont typeface="Wingdings" pitchFamily="2" charset="2"/>
              <a:buNone/>
            </a:pPr>
            <a:r>
              <a:rPr kumimoji="0" lang="en-US" altLang="zh-CN" sz="3200">
                <a:latin typeface="Times New Roman" panose="02020603050405020304" pitchFamily="18" charset="0"/>
                <a:ea typeface="楷体_GB2312" pitchFamily="49" charset="-122"/>
              </a:rPr>
              <a:t>w(ab)=5</a:t>
            </a:r>
            <a:r>
              <a:rPr kumimoji="0" lang="en-US" altLang="zh-CN" sz="3200">
                <a:latin typeface="宋体" panose="02010600030101010101" pitchFamily="2" charset="-122"/>
                <a:ea typeface="楷体_GB2312" pitchFamily="49" charset="-122"/>
              </a:rPr>
              <a:t>，</a:t>
            </a:r>
          </a:p>
          <a:p>
            <a:pPr marL="0" indent="0">
              <a:buFont typeface="Wingdings" pitchFamily="2" charset="2"/>
              <a:buNone/>
            </a:pPr>
            <a:r>
              <a:rPr kumimoji="0" lang="en-US" altLang="zh-CN" sz="3200">
                <a:latin typeface="Times New Roman" panose="02020603050405020304" pitchFamily="18" charset="0"/>
                <a:ea typeface="楷体_GB2312" pitchFamily="49" charset="-122"/>
              </a:rPr>
              <a:t>w(aa)=0</a:t>
            </a:r>
            <a:r>
              <a:rPr kumimoji="0" lang="en-US" altLang="zh-CN" sz="3200">
                <a:latin typeface="宋体" panose="02010600030101010101" pitchFamily="2" charset="-122"/>
                <a:ea typeface="楷体_GB2312" pitchFamily="49" charset="-122"/>
              </a:rPr>
              <a:t>，</a:t>
            </a:r>
          </a:p>
          <a:p>
            <a:pPr marL="0" indent="0">
              <a:buFont typeface="Wingdings" pitchFamily="2" charset="2"/>
              <a:buNone/>
            </a:pPr>
            <a:r>
              <a:rPr kumimoji="0" lang="en-US" altLang="zh-CN" sz="3200">
                <a:latin typeface="Times New Roman" panose="02020603050405020304" pitchFamily="18" charset="0"/>
                <a:ea typeface="楷体_GB2312" pitchFamily="49" charset="-122"/>
              </a:rPr>
              <a:t>w(bd)=</a:t>
            </a:r>
            <a:r>
              <a:rPr kumimoji="0" lang="en-US" altLang="zh-CN" sz="3200">
                <a:latin typeface="宋体" panose="02010600030101010101" pitchFamily="2" charset="-122"/>
                <a:ea typeface="楷体_GB2312" pitchFamily="49" charset="-122"/>
              </a:rPr>
              <a:t>∞，</a:t>
            </a:r>
          </a:p>
          <a:p>
            <a:pPr marL="0" indent="0">
              <a:buFont typeface="Wingdings" pitchFamily="2" charset="2"/>
              <a:buNone/>
            </a:pPr>
            <a:r>
              <a:rPr kumimoji="0" lang="en-US" altLang="zh-CN" sz="3200">
                <a:latin typeface="Times New Roman" panose="02020603050405020304" pitchFamily="18" charset="0"/>
                <a:ea typeface="楷体_GB2312" pitchFamily="49" charset="-122"/>
              </a:rPr>
              <a:t>w(ad)=8 </a:t>
            </a:r>
            <a:endParaRPr kumimoji="0" lang="zh-CN" altLang="en-US" sz="3200">
              <a:latin typeface="Times New Roman" panose="02020603050405020304" pitchFamily="18" charset="0"/>
              <a:ea typeface="楷体_GB2312" pitchFamily="49" charset="-122"/>
            </a:endParaRPr>
          </a:p>
        </p:txBody>
      </p:sp>
      <p:grpSp>
        <p:nvGrpSpPr>
          <p:cNvPr id="60420" name="Group 20">
            <a:extLst>
              <a:ext uri="{FF2B5EF4-FFF2-40B4-BE49-F238E27FC236}">
                <a16:creationId xmlns:a16="http://schemas.microsoft.com/office/drawing/2014/main" id="{B595EAC5-333F-EF4A-A708-4E6B585C7436}"/>
              </a:ext>
            </a:extLst>
          </p:cNvPr>
          <p:cNvGrpSpPr>
            <a:grpSpLocks/>
          </p:cNvGrpSpPr>
          <p:nvPr/>
        </p:nvGrpSpPr>
        <p:grpSpPr bwMode="auto">
          <a:xfrm>
            <a:off x="381000" y="1839913"/>
            <a:ext cx="3359150" cy="3951287"/>
            <a:chOff x="288" y="1255"/>
            <a:chExt cx="2116" cy="2489"/>
          </a:xfrm>
        </p:grpSpPr>
        <p:sp>
          <p:nvSpPr>
            <p:cNvPr id="35846" name="Rectangle 5">
              <a:extLst>
                <a:ext uri="{FF2B5EF4-FFF2-40B4-BE49-F238E27FC236}">
                  <a16:creationId xmlns:a16="http://schemas.microsoft.com/office/drawing/2014/main" id="{9BCB9328-0433-994F-9E7F-A9C34E2FBEF2}"/>
                </a:ext>
              </a:extLst>
            </p:cNvPr>
            <p:cNvSpPr>
              <a:spLocks noChangeArrowheads="1"/>
            </p:cNvSpPr>
            <p:nvPr/>
          </p:nvSpPr>
          <p:spPr bwMode="auto">
            <a:xfrm>
              <a:off x="528" y="1660"/>
              <a:ext cx="1632" cy="1776"/>
            </a:xfrm>
            <a:prstGeom prst="rect">
              <a:avLst/>
            </a:prstGeom>
            <a:noFill/>
            <a:ln w="381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5847" name="Line 6">
              <a:extLst>
                <a:ext uri="{FF2B5EF4-FFF2-40B4-BE49-F238E27FC236}">
                  <a16:creationId xmlns:a16="http://schemas.microsoft.com/office/drawing/2014/main" id="{9BECC669-B5CD-2141-B64F-098AA1996684}"/>
                </a:ext>
              </a:extLst>
            </p:cNvPr>
            <p:cNvSpPr>
              <a:spLocks noChangeShapeType="1"/>
            </p:cNvSpPr>
            <p:nvPr/>
          </p:nvSpPr>
          <p:spPr bwMode="auto">
            <a:xfrm>
              <a:off x="528" y="1660"/>
              <a:ext cx="1632" cy="177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5848" name="Oval 7">
              <a:extLst>
                <a:ext uri="{FF2B5EF4-FFF2-40B4-BE49-F238E27FC236}">
                  <a16:creationId xmlns:a16="http://schemas.microsoft.com/office/drawing/2014/main" id="{575D15F5-DB0F-0D48-8D83-0E4409157CD8}"/>
                </a:ext>
              </a:extLst>
            </p:cNvPr>
            <p:cNvSpPr>
              <a:spLocks noChangeArrowheads="1"/>
            </p:cNvSpPr>
            <p:nvPr/>
          </p:nvSpPr>
          <p:spPr bwMode="auto">
            <a:xfrm>
              <a:off x="480" y="161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5849" name="Oval 8">
              <a:extLst>
                <a:ext uri="{FF2B5EF4-FFF2-40B4-BE49-F238E27FC236}">
                  <a16:creationId xmlns:a16="http://schemas.microsoft.com/office/drawing/2014/main" id="{2FEF3F2E-B036-1A40-B576-E6BCDB87ABF3}"/>
                </a:ext>
              </a:extLst>
            </p:cNvPr>
            <p:cNvSpPr>
              <a:spLocks noChangeArrowheads="1"/>
            </p:cNvSpPr>
            <p:nvPr/>
          </p:nvSpPr>
          <p:spPr bwMode="auto">
            <a:xfrm>
              <a:off x="480" y="33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5850" name="Oval 9">
              <a:extLst>
                <a:ext uri="{FF2B5EF4-FFF2-40B4-BE49-F238E27FC236}">
                  <a16:creationId xmlns:a16="http://schemas.microsoft.com/office/drawing/2014/main" id="{66A050C9-B876-4941-9F36-DC81F3AF44EB}"/>
                </a:ext>
              </a:extLst>
            </p:cNvPr>
            <p:cNvSpPr>
              <a:spLocks noChangeArrowheads="1"/>
            </p:cNvSpPr>
            <p:nvPr/>
          </p:nvSpPr>
          <p:spPr bwMode="auto">
            <a:xfrm>
              <a:off x="2112" y="161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5851" name="Oval 10">
              <a:extLst>
                <a:ext uri="{FF2B5EF4-FFF2-40B4-BE49-F238E27FC236}">
                  <a16:creationId xmlns:a16="http://schemas.microsoft.com/office/drawing/2014/main" id="{F1CA38AD-98A2-7345-8F26-30A5DB55FEA6}"/>
                </a:ext>
              </a:extLst>
            </p:cNvPr>
            <p:cNvSpPr>
              <a:spLocks noChangeArrowheads="1"/>
            </p:cNvSpPr>
            <p:nvPr/>
          </p:nvSpPr>
          <p:spPr bwMode="auto">
            <a:xfrm>
              <a:off x="2112" y="33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71691" name="Text Box 11">
              <a:extLst>
                <a:ext uri="{FF2B5EF4-FFF2-40B4-BE49-F238E27FC236}">
                  <a16:creationId xmlns:a16="http://schemas.microsoft.com/office/drawing/2014/main" id="{1B221BD4-3EC1-534B-9BB2-02DA28F16B0D}"/>
                </a:ext>
              </a:extLst>
            </p:cNvPr>
            <p:cNvSpPr txBox="1">
              <a:spLocks noChangeArrowheads="1"/>
            </p:cNvSpPr>
            <p:nvPr/>
          </p:nvSpPr>
          <p:spPr bwMode="auto">
            <a:xfrm>
              <a:off x="412" y="1256"/>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a</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1692" name="Text Box 12">
              <a:extLst>
                <a:ext uri="{FF2B5EF4-FFF2-40B4-BE49-F238E27FC236}">
                  <a16:creationId xmlns:a16="http://schemas.microsoft.com/office/drawing/2014/main" id="{C126C784-15D1-1443-AC5A-0C386919F5F3}"/>
                </a:ext>
              </a:extLst>
            </p:cNvPr>
            <p:cNvSpPr txBox="1">
              <a:spLocks noChangeArrowheads="1"/>
            </p:cNvSpPr>
            <p:nvPr/>
          </p:nvSpPr>
          <p:spPr bwMode="auto">
            <a:xfrm>
              <a:off x="2032" y="1255"/>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b</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1693" name="Text Box 13">
              <a:extLst>
                <a:ext uri="{FF2B5EF4-FFF2-40B4-BE49-F238E27FC236}">
                  <a16:creationId xmlns:a16="http://schemas.microsoft.com/office/drawing/2014/main" id="{041566C7-E4B3-784C-8A83-97DDB0BD4337}"/>
                </a:ext>
              </a:extLst>
            </p:cNvPr>
            <p:cNvSpPr txBox="1">
              <a:spLocks noChangeArrowheads="1"/>
            </p:cNvSpPr>
            <p:nvPr/>
          </p:nvSpPr>
          <p:spPr bwMode="auto">
            <a:xfrm>
              <a:off x="2112" y="3340"/>
              <a:ext cx="2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c</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1694" name="Text Box 14">
              <a:extLst>
                <a:ext uri="{FF2B5EF4-FFF2-40B4-BE49-F238E27FC236}">
                  <a16:creationId xmlns:a16="http://schemas.microsoft.com/office/drawing/2014/main" id="{FDC4DFF3-C002-6045-8103-2E730994D2AF}"/>
                </a:ext>
              </a:extLst>
            </p:cNvPr>
            <p:cNvSpPr txBox="1">
              <a:spLocks noChangeArrowheads="1"/>
            </p:cNvSpPr>
            <p:nvPr/>
          </p:nvSpPr>
          <p:spPr bwMode="auto">
            <a:xfrm>
              <a:off x="288" y="3340"/>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d</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1695" name="Text Box 15">
              <a:extLst>
                <a:ext uri="{FF2B5EF4-FFF2-40B4-BE49-F238E27FC236}">
                  <a16:creationId xmlns:a16="http://schemas.microsoft.com/office/drawing/2014/main" id="{338341F1-C7DD-5341-B962-FFC127781176}"/>
                </a:ext>
              </a:extLst>
            </p:cNvPr>
            <p:cNvSpPr txBox="1">
              <a:spLocks noChangeArrowheads="1"/>
            </p:cNvSpPr>
            <p:nvPr/>
          </p:nvSpPr>
          <p:spPr bwMode="auto">
            <a:xfrm>
              <a:off x="1200" y="1356"/>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5</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1696" name="Text Box 16">
              <a:extLst>
                <a:ext uri="{FF2B5EF4-FFF2-40B4-BE49-F238E27FC236}">
                  <a16:creationId xmlns:a16="http://schemas.microsoft.com/office/drawing/2014/main" id="{8665E2E6-3A6C-554E-9D9F-009EA8526D43}"/>
                </a:ext>
              </a:extLst>
            </p:cNvPr>
            <p:cNvSpPr txBox="1">
              <a:spLocks noChangeArrowheads="1"/>
            </p:cNvSpPr>
            <p:nvPr/>
          </p:nvSpPr>
          <p:spPr bwMode="auto">
            <a:xfrm>
              <a:off x="1344" y="2256"/>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12</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1697" name="Text Box 17">
              <a:extLst>
                <a:ext uri="{FF2B5EF4-FFF2-40B4-BE49-F238E27FC236}">
                  <a16:creationId xmlns:a16="http://schemas.microsoft.com/office/drawing/2014/main" id="{C1C28C97-B135-9443-A5DB-387BEA6117E1}"/>
                </a:ext>
              </a:extLst>
            </p:cNvPr>
            <p:cNvSpPr txBox="1">
              <a:spLocks noChangeArrowheads="1"/>
            </p:cNvSpPr>
            <p:nvPr/>
          </p:nvSpPr>
          <p:spPr bwMode="auto">
            <a:xfrm>
              <a:off x="2160" y="2208"/>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4</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1698" name="Text Box 18">
              <a:extLst>
                <a:ext uri="{FF2B5EF4-FFF2-40B4-BE49-F238E27FC236}">
                  <a16:creationId xmlns:a16="http://schemas.microsoft.com/office/drawing/2014/main" id="{E5AEC3D2-3C55-594C-8BFD-59ED27A270DF}"/>
                </a:ext>
              </a:extLst>
            </p:cNvPr>
            <p:cNvSpPr txBox="1">
              <a:spLocks noChangeArrowheads="1"/>
            </p:cNvSpPr>
            <p:nvPr/>
          </p:nvSpPr>
          <p:spPr bwMode="auto">
            <a:xfrm>
              <a:off x="528" y="2256"/>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8</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1699" name="Text Box 19">
              <a:extLst>
                <a:ext uri="{FF2B5EF4-FFF2-40B4-BE49-F238E27FC236}">
                  <a16:creationId xmlns:a16="http://schemas.microsoft.com/office/drawing/2014/main" id="{D1F511D8-8471-F446-B66A-F4BB8A2FBF99}"/>
                </a:ext>
              </a:extLst>
            </p:cNvPr>
            <p:cNvSpPr txBox="1">
              <a:spLocks noChangeArrowheads="1"/>
            </p:cNvSpPr>
            <p:nvPr/>
          </p:nvSpPr>
          <p:spPr bwMode="auto">
            <a:xfrm>
              <a:off x="1200" y="3072"/>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20</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Effect transition="in" filter="wipe(left)">
                                      <p:cBhvr>
                                        <p:cTn id="7" dur="500"/>
                                        <p:tgtEl>
                                          <p:spTgt spid="716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683">
                                            <p:txEl>
                                              <p:pRg st="1" end="1"/>
                                            </p:txEl>
                                          </p:spTgt>
                                        </p:tgtEl>
                                        <p:attrNameLst>
                                          <p:attrName>style.visibility</p:attrName>
                                        </p:attrNameLst>
                                      </p:cBhvr>
                                      <p:to>
                                        <p:strVal val="visible"/>
                                      </p:to>
                                    </p:set>
                                    <p:animEffect transition="in" filter="wipe(left)">
                                      <p:cBhvr>
                                        <p:cTn id="12" dur="500"/>
                                        <p:tgtEl>
                                          <p:spTgt spid="716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683">
                                            <p:txEl>
                                              <p:pRg st="2" end="2"/>
                                            </p:txEl>
                                          </p:spTgt>
                                        </p:tgtEl>
                                        <p:attrNameLst>
                                          <p:attrName>style.visibility</p:attrName>
                                        </p:attrNameLst>
                                      </p:cBhvr>
                                      <p:to>
                                        <p:strVal val="visible"/>
                                      </p:to>
                                    </p:set>
                                    <p:animEffect transition="in" filter="wipe(left)">
                                      <p:cBhvr>
                                        <p:cTn id="17" dur="500"/>
                                        <p:tgtEl>
                                          <p:spTgt spid="716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1683">
                                            <p:txEl>
                                              <p:pRg st="3" end="3"/>
                                            </p:txEl>
                                          </p:spTgt>
                                        </p:tgtEl>
                                        <p:attrNameLst>
                                          <p:attrName>style.visibility</p:attrName>
                                        </p:attrNameLst>
                                      </p:cBhvr>
                                      <p:to>
                                        <p:strVal val="visible"/>
                                      </p:to>
                                    </p:set>
                                    <p:animEffect transition="in" filter="wipe(left)">
                                      <p:cBhvr>
                                        <p:cTn id="22" dur="500"/>
                                        <p:tgtEl>
                                          <p:spTgt spid="716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1" name="Slide Number Placeholder 5">
            <a:extLst>
              <a:ext uri="{FF2B5EF4-FFF2-40B4-BE49-F238E27FC236}">
                <a16:creationId xmlns:a16="http://schemas.microsoft.com/office/drawing/2014/main" id="{C9CB8158-9332-8E47-B502-E6A67535AFD2}"/>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07958114-78FD-B849-939A-DB5D45399E06}" type="slidenum">
              <a:rPr kumimoji="0" lang="zh-CN" altLang="en-US" sz="1200"/>
              <a:pPr/>
              <a:t>34</a:t>
            </a:fld>
            <a:endParaRPr kumimoji="0" lang="en-US" altLang="zh-CN" sz="1200"/>
          </a:p>
        </p:txBody>
      </p:sp>
      <p:sp>
        <p:nvSpPr>
          <p:cNvPr id="72706" name="Rectangle 2">
            <a:extLst>
              <a:ext uri="{FF2B5EF4-FFF2-40B4-BE49-F238E27FC236}">
                <a16:creationId xmlns:a16="http://schemas.microsoft.com/office/drawing/2014/main" id="{9C475083-EEA9-7A47-B300-2C99999307AA}"/>
              </a:ext>
            </a:extLst>
          </p:cNvPr>
          <p:cNvSpPr>
            <a:spLocks noGrp="1" noChangeArrowheads="1"/>
          </p:cNvSpPr>
          <p:nvPr>
            <p:ph type="title"/>
          </p:nvPr>
        </p:nvSpPr>
        <p:spPr>
          <a:xfrm>
            <a:off x="76200" y="228600"/>
            <a:ext cx="8153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定义</a:t>
            </a:r>
            <a:endParaRPr lang="zh-CN" altLang="en-US" dirty="0">
              <a:latin typeface="Times New Roman" charset="0"/>
            </a:endParaRPr>
          </a:p>
        </p:txBody>
      </p:sp>
      <p:sp>
        <p:nvSpPr>
          <p:cNvPr id="72707" name="Rectangle 3">
            <a:extLst>
              <a:ext uri="{FF2B5EF4-FFF2-40B4-BE49-F238E27FC236}">
                <a16:creationId xmlns:a16="http://schemas.microsoft.com/office/drawing/2014/main" id="{3E924581-87D4-CF40-8059-E61B26E29DEF}"/>
              </a:ext>
            </a:extLst>
          </p:cNvPr>
          <p:cNvSpPr>
            <a:spLocks noGrp="1" noChangeArrowheads="1"/>
          </p:cNvSpPr>
          <p:nvPr>
            <p:ph sz="quarter" idx="13"/>
          </p:nvPr>
        </p:nvSpPr>
        <p:spPr>
          <a:xfrm>
            <a:off x="76200" y="1143000"/>
            <a:ext cx="8839200" cy="5029200"/>
          </a:xfrm>
        </p:spPr>
        <p:txBody>
          <a:bodyPr rtlCol="0">
            <a:normAutofit/>
          </a:bodyPr>
          <a:lstStyle/>
          <a:p>
            <a:pPr indent="-182880" fontAlgn="auto">
              <a:buClr>
                <a:schemeClr val="accent6">
                  <a:lumMod val="75000"/>
                </a:schemeClr>
              </a:buClr>
              <a:defRPr/>
            </a:pPr>
            <a:r>
              <a:rPr kumimoji="0" lang="zh-CN" altLang="en-US" sz="3200" dirty="0">
                <a:solidFill>
                  <a:schemeClr val="tx1">
                    <a:lumMod val="75000"/>
                    <a:lumOff val="25000"/>
                  </a:schemeClr>
                </a:solidFill>
                <a:latin typeface="宋体" charset="0"/>
                <a:ea typeface="楷体_GB2312" charset="0"/>
                <a:cs typeface="+mn-cs"/>
              </a:rPr>
              <a:t>在一个权图</a:t>
            </a:r>
            <a:r>
              <a:rPr kumimoji="0" lang="en-US" altLang="zh-CN" sz="3200" dirty="0">
                <a:solidFill>
                  <a:schemeClr val="tx1">
                    <a:lumMod val="75000"/>
                    <a:lumOff val="25000"/>
                  </a:schemeClr>
                </a:solidFill>
                <a:latin typeface="Times New Roman" charset="0"/>
                <a:ea typeface="楷体_GB2312" charset="0"/>
                <a:cs typeface="+mn-cs"/>
              </a:rPr>
              <a:t>G</a:t>
            </a:r>
            <a:r>
              <a:rPr kumimoji="0" lang="zh-CN" altLang="en-US" sz="3200" dirty="0">
                <a:solidFill>
                  <a:schemeClr val="tx1">
                    <a:lumMod val="75000"/>
                    <a:lumOff val="25000"/>
                  </a:schemeClr>
                </a:solidFill>
                <a:latin typeface="宋体" charset="0"/>
                <a:ea typeface="楷体_GB2312" charset="0"/>
                <a:cs typeface="+mn-cs"/>
              </a:rPr>
              <a:t>中，任给两点</a:t>
            </a:r>
            <a:r>
              <a:rPr kumimoji="0" lang="en-US" altLang="zh-CN" sz="3200" dirty="0" err="1">
                <a:solidFill>
                  <a:schemeClr val="tx1">
                    <a:lumMod val="75000"/>
                    <a:lumOff val="25000"/>
                  </a:schemeClr>
                </a:solidFill>
                <a:latin typeface="Times New Roman" charset="0"/>
                <a:ea typeface="楷体_GB2312" charset="0"/>
                <a:cs typeface="+mn-cs"/>
              </a:rPr>
              <a:t>u</a:t>
            </a:r>
            <a:r>
              <a:rPr kumimoji="0" lang="en-US" altLang="zh-CN" sz="3200" dirty="0" err="1">
                <a:solidFill>
                  <a:schemeClr val="tx1">
                    <a:lumMod val="75000"/>
                    <a:lumOff val="25000"/>
                  </a:schemeClr>
                </a:solidFill>
                <a:latin typeface="宋体" charset="0"/>
                <a:ea typeface="楷体_GB2312" charset="0"/>
                <a:cs typeface="+mn-cs"/>
              </a:rPr>
              <a:t>，</a:t>
            </a:r>
            <a:r>
              <a:rPr kumimoji="0" lang="en-US" altLang="zh-CN" sz="3200" dirty="0" err="1">
                <a:solidFill>
                  <a:schemeClr val="tx1">
                    <a:lumMod val="75000"/>
                    <a:lumOff val="25000"/>
                  </a:schemeClr>
                </a:solidFill>
                <a:latin typeface="Times New Roman" charset="0"/>
                <a:ea typeface="楷体_GB2312" charset="0"/>
                <a:cs typeface="+mn-cs"/>
              </a:rPr>
              <a:t>v</a:t>
            </a:r>
            <a:r>
              <a:rPr kumimoji="0" lang="en-US" altLang="zh-CN" sz="3200" dirty="0">
                <a:solidFill>
                  <a:schemeClr val="tx1">
                    <a:lumMod val="75000"/>
                    <a:lumOff val="25000"/>
                  </a:schemeClr>
                </a:solidFill>
                <a:latin typeface="宋体" charset="0"/>
                <a:ea typeface="楷体_GB2312" charset="0"/>
                <a:cs typeface="+mn-cs"/>
              </a:rPr>
              <a:t>，</a:t>
            </a:r>
            <a:r>
              <a:rPr kumimoji="0" lang="zh-CN" altLang="en-US" sz="3200" dirty="0">
                <a:solidFill>
                  <a:schemeClr val="tx1">
                    <a:lumMod val="75000"/>
                    <a:lumOff val="25000"/>
                  </a:schemeClr>
                </a:solidFill>
                <a:latin typeface="宋体" charset="0"/>
                <a:ea typeface="楷体_GB2312" charset="0"/>
                <a:cs typeface="+mn-cs"/>
              </a:rPr>
              <a:t>从</a:t>
            </a:r>
            <a:r>
              <a:rPr kumimoji="0" lang="en-US" altLang="zh-CN" sz="3200" dirty="0">
                <a:solidFill>
                  <a:schemeClr val="tx1">
                    <a:lumMod val="75000"/>
                    <a:lumOff val="25000"/>
                  </a:schemeClr>
                </a:solidFill>
                <a:latin typeface="Times New Roman" charset="0"/>
                <a:ea typeface="楷体_GB2312" charset="0"/>
                <a:cs typeface="+mn-cs"/>
              </a:rPr>
              <a:t>u</a:t>
            </a:r>
            <a:r>
              <a:rPr kumimoji="0" lang="zh-CN" altLang="en-US" sz="3200" dirty="0">
                <a:solidFill>
                  <a:schemeClr val="tx1">
                    <a:lumMod val="75000"/>
                    <a:lumOff val="25000"/>
                  </a:schemeClr>
                </a:solidFill>
                <a:latin typeface="宋体" charset="0"/>
                <a:ea typeface="楷体_GB2312" charset="0"/>
                <a:cs typeface="+mn-cs"/>
              </a:rPr>
              <a:t>到</a:t>
            </a:r>
            <a:r>
              <a:rPr kumimoji="0" lang="en-US" altLang="zh-CN" sz="3200" dirty="0">
                <a:solidFill>
                  <a:schemeClr val="tx1">
                    <a:lumMod val="75000"/>
                    <a:lumOff val="25000"/>
                  </a:schemeClr>
                </a:solidFill>
                <a:latin typeface="Times New Roman" charset="0"/>
                <a:ea typeface="楷体_GB2312" charset="0"/>
                <a:cs typeface="+mn-cs"/>
              </a:rPr>
              <a:t>v</a:t>
            </a:r>
            <a:r>
              <a:rPr kumimoji="0" lang="zh-CN" altLang="en-US" sz="3200" dirty="0">
                <a:solidFill>
                  <a:schemeClr val="tx1">
                    <a:lumMod val="75000"/>
                    <a:lumOff val="25000"/>
                  </a:schemeClr>
                </a:solidFill>
                <a:latin typeface="宋体" charset="0"/>
                <a:ea typeface="楷体_GB2312" charset="0"/>
                <a:cs typeface="+mn-cs"/>
              </a:rPr>
              <a:t>可能有多条路，在这些路中，所带的权和最小的那条路称为图中从</a:t>
            </a:r>
            <a:r>
              <a:rPr kumimoji="0" lang="en-US" altLang="zh-CN" sz="3200" dirty="0">
                <a:solidFill>
                  <a:schemeClr val="tx1">
                    <a:lumMod val="75000"/>
                    <a:lumOff val="25000"/>
                  </a:schemeClr>
                </a:solidFill>
                <a:latin typeface="Times New Roman" charset="0"/>
                <a:ea typeface="楷体_GB2312" charset="0"/>
                <a:cs typeface="+mn-cs"/>
              </a:rPr>
              <a:t>u</a:t>
            </a:r>
            <a:r>
              <a:rPr kumimoji="0" lang="zh-CN" altLang="en-US" sz="3200" dirty="0">
                <a:solidFill>
                  <a:schemeClr val="tx1">
                    <a:lumMod val="75000"/>
                    <a:lumOff val="25000"/>
                  </a:schemeClr>
                </a:solidFill>
                <a:latin typeface="宋体" charset="0"/>
                <a:ea typeface="楷体_GB2312" charset="0"/>
                <a:cs typeface="+mn-cs"/>
              </a:rPr>
              <a:t>到</a:t>
            </a:r>
            <a:r>
              <a:rPr kumimoji="0" lang="en-US" altLang="zh-CN" sz="3200" dirty="0">
                <a:solidFill>
                  <a:schemeClr val="tx1">
                    <a:lumMod val="75000"/>
                    <a:lumOff val="25000"/>
                  </a:schemeClr>
                </a:solidFill>
                <a:latin typeface="Times New Roman" charset="0"/>
                <a:ea typeface="楷体_GB2312" charset="0"/>
                <a:cs typeface="+mn-cs"/>
              </a:rPr>
              <a:t>v</a:t>
            </a:r>
            <a:r>
              <a:rPr kumimoji="0" lang="zh-CN" altLang="en-US" sz="3200" dirty="0">
                <a:solidFill>
                  <a:schemeClr val="tx1">
                    <a:lumMod val="75000"/>
                    <a:lumOff val="25000"/>
                  </a:schemeClr>
                </a:solidFill>
                <a:latin typeface="宋体" charset="0"/>
                <a:ea typeface="楷体_GB2312" charset="0"/>
                <a:cs typeface="+mn-cs"/>
              </a:rPr>
              <a:t>的</a:t>
            </a:r>
            <a:r>
              <a:rPr kumimoji="0" lang="zh-CN" altLang="en-US" sz="3200" dirty="0">
                <a:solidFill>
                  <a:srgbClr val="4E67C8"/>
                </a:solidFill>
                <a:latin typeface="宋体" charset="0"/>
                <a:ea typeface="楷体_GB2312" charset="0"/>
                <a:cs typeface="+mn-cs"/>
              </a:rPr>
              <a:t>最短路</a:t>
            </a:r>
            <a:r>
              <a:rPr kumimoji="0" lang="zh-CN" altLang="en-US" sz="3200" dirty="0">
                <a:solidFill>
                  <a:schemeClr val="tx1">
                    <a:lumMod val="75000"/>
                    <a:lumOff val="25000"/>
                  </a:schemeClr>
                </a:solidFill>
                <a:latin typeface="宋体" charset="0"/>
                <a:ea typeface="楷体_GB2312" charset="0"/>
                <a:cs typeface="+mn-cs"/>
              </a:rPr>
              <a:t>。这条最短路所带的权和称为</a:t>
            </a:r>
            <a:r>
              <a:rPr kumimoji="0" lang="en-US" altLang="zh-CN" sz="3200" dirty="0">
                <a:solidFill>
                  <a:schemeClr val="tx1">
                    <a:lumMod val="75000"/>
                    <a:lumOff val="25000"/>
                  </a:schemeClr>
                </a:solidFill>
                <a:latin typeface="Times New Roman" charset="0"/>
                <a:ea typeface="楷体_GB2312" charset="0"/>
                <a:cs typeface="+mn-cs"/>
              </a:rPr>
              <a:t>u</a:t>
            </a:r>
            <a:r>
              <a:rPr kumimoji="0" lang="zh-CN" altLang="en-US" sz="3200" dirty="0">
                <a:solidFill>
                  <a:schemeClr val="tx1">
                    <a:lumMod val="75000"/>
                    <a:lumOff val="25000"/>
                  </a:schemeClr>
                </a:solidFill>
                <a:latin typeface="宋体" charset="0"/>
                <a:ea typeface="楷体_GB2312" charset="0"/>
                <a:cs typeface="+mn-cs"/>
              </a:rPr>
              <a:t>到</a:t>
            </a:r>
            <a:r>
              <a:rPr kumimoji="0" lang="en-US" altLang="zh-CN" sz="3200" dirty="0">
                <a:solidFill>
                  <a:schemeClr val="tx1">
                    <a:lumMod val="75000"/>
                    <a:lumOff val="25000"/>
                  </a:schemeClr>
                </a:solidFill>
                <a:latin typeface="Times New Roman" charset="0"/>
                <a:ea typeface="楷体_GB2312" charset="0"/>
                <a:cs typeface="+mn-cs"/>
              </a:rPr>
              <a:t>v</a:t>
            </a:r>
            <a:r>
              <a:rPr kumimoji="0" lang="zh-CN" altLang="en-US" sz="3200" dirty="0">
                <a:solidFill>
                  <a:schemeClr val="tx1">
                    <a:lumMod val="75000"/>
                    <a:lumOff val="25000"/>
                  </a:schemeClr>
                </a:solidFill>
                <a:latin typeface="宋体" charset="0"/>
                <a:ea typeface="楷体_GB2312" charset="0"/>
                <a:cs typeface="+mn-cs"/>
              </a:rPr>
              <a:t>的</a:t>
            </a:r>
            <a:r>
              <a:rPr kumimoji="0" lang="zh-CN" altLang="en-US" sz="3200" dirty="0">
                <a:solidFill>
                  <a:srgbClr val="4E67C8"/>
                </a:solidFill>
                <a:latin typeface="宋体" charset="0"/>
                <a:ea typeface="楷体_GB2312" charset="0"/>
                <a:cs typeface="+mn-cs"/>
              </a:rPr>
              <a:t>距离</a:t>
            </a:r>
            <a:r>
              <a:rPr kumimoji="0" lang="zh-CN" altLang="en-US" sz="3200" dirty="0">
                <a:solidFill>
                  <a:schemeClr val="tx1">
                    <a:lumMod val="75000"/>
                    <a:lumOff val="25000"/>
                  </a:schemeClr>
                </a:solidFill>
                <a:latin typeface="宋体" charset="0"/>
                <a:ea typeface="楷体_GB2312" charset="0"/>
                <a:cs typeface="+mn-cs"/>
              </a:rPr>
              <a:t>，记为</a:t>
            </a:r>
            <a:r>
              <a:rPr kumimoji="0" lang="en-US" altLang="zh-CN" sz="3200" dirty="0">
                <a:solidFill>
                  <a:schemeClr val="tx1">
                    <a:lumMod val="75000"/>
                    <a:lumOff val="25000"/>
                  </a:schemeClr>
                </a:solidFill>
                <a:latin typeface="Times New Roman" charset="0"/>
                <a:ea typeface="楷体_GB2312" charset="0"/>
                <a:cs typeface="+mn-cs"/>
              </a:rPr>
              <a:t>d(</a:t>
            </a:r>
            <a:r>
              <a:rPr kumimoji="0" lang="en-US" altLang="zh-CN" sz="3200" dirty="0" err="1">
                <a:solidFill>
                  <a:schemeClr val="tx1">
                    <a:lumMod val="75000"/>
                    <a:lumOff val="25000"/>
                  </a:schemeClr>
                </a:solidFill>
                <a:latin typeface="Times New Roman" charset="0"/>
                <a:ea typeface="楷体_GB2312" charset="0"/>
                <a:cs typeface="+mn-cs"/>
              </a:rPr>
              <a:t>u,v</a:t>
            </a:r>
            <a:r>
              <a:rPr kumimoji="0" lang="en-US" altLang="zh-CN" sz="3200" dirty="0">
                <a:solidFill>
                  <a:schemeClr val="tx1">
                    <a:lumMod val="75000"/>
                    <a:lumOff val="25000"/>
                  </a:schemeClr>
                </a:solidFill>
                <a:latin typeface="Times New Roman" charset="0"/>
                <a:ea typeface="楷体_GB2312" charset="0"/>
                <a:cs typeface="+mn-cs"/>
              </a:rPr>
              <a:t>)</a:t>
            </a:r>
            <a:r>
              <a:rPr kumimoji="0" lang="en-US" altLang="zh-CN" sz="3200" dirty="0">
                <a:solidFill>
                  <a:schemeClr val="tx1">
                    <a:lumMod val="75000"/>
                    <a:lumOff val="25000"/>
                  </a:schemeClr>
                </a:solidFill>
                <a:latin typeface="宋体" charset="0"/>
                <a:ea typeface="楷体_GB2312" charset="0"/>
                <a:cs typeface="+mn-cs"/>
              </a:rPr>
              <a:t>。</a:t>
            </a:r>
            <a:r>
              <a:rPr kumimoji="0" lang="en-US" altLang="zh-CN" sz="3200" dirty="0">
                <a:solidFill>
                  <a:schemeClr val="tx1">
                    <a:lumMod val="75000"/>
                    <a:lumOff val="25000"/>
                  </a:schemeClr>
                </a:solidFill>
                <a:latin typeface="Times New Roman" charset="0"/>
                <a:ea typeface="楷体_GB2312" charset="0"/>
                <a:cs typeface="+mn-cs"/>
              </a:rPr>
              <a:t> </a:t>
            </a:r>
          </a:p>
          <a:p>
            <a:pPr indent="-182880" fontAlgn="auto">
              <a:buClr>
                <a:schemeClr val="accent6">
                  <a:lumMod val="75000"/>
                </a:schemeClr>
              </a:buClr>
              <a:defRPr/>
            </a:pPr>
            <a:endParaRPr kumimoji="0" lang="zh-CN" altLang="en-US" sz="3200" dirty="0">
              <a:solidFill>
                <a:schemeClr val="tx1">
                  <a:lumMod val="75000"/>
                  <a:lumOff val="25000"/>
                </a:schemeClr>
              </a:solidFill>
              <a:latin typeface="Times New Roman" charset="0"/>
              <a:ea typeface="楷体_GB2312" charset="0"/>
              <a:cs typeface="+mn-cs"/>
            </a:endParaRPr>
          </a:p>
          <a:p>
            <a:pPr indent="-182880" fontAlgn="auto">
              <a:buClr>
                <a:schemeClr val="accent6">
                  <a:lumMod val="75000"/>
                </a:schemeClr>
              </a:buClr>
              <a:defRPr/>
            </a:pPr>
            <a:r>
              <a:rPr kumimoji="0" lang="zh-CN" altLang="en-US" sz="3200" dirty="0">
                <a:solidFill>
                  <a:schemeClr val="tx1">
                    <a:lumMod val="75000"/>
                    <a:lumOff val="25000"/>
                  </a:schemeClr>
                </a:solidFill>
                <a:latin typeface="宋体" charset="0"/>
                <a:ea typeface="楷体_GB2312" charset="0"/>
                <a:cs typeface="+mn-cs"/>
              </a:rPr>
              <a:t>显然两点间的最短路一定是简单路（为什么？），所以在网络中找最短路只需在简单路中找。</a:t>
            </a:r>
            <a:r>
              <a:rPr kumimoji="0" lang="zh-CN" altLang="en-US" sz="3200" dirty="0">
                <a:solidFill>
                  <a:schemeClr val="tx1">
                    <a:lumMod val="75000"/>
                    <a:lumOff val="25000"/>
                  </a:schemeClr>
                </a:solidFill>
                <a:latin typeface="Times New Roman" charset="0"/>
                <a:ea typeface="楷体_GB2312" charset="0"/>
                <a:cs typeface="+mn-cs"/>
              </a:rPr>
              <a:t> </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707">
                                            <p:txEl>
                                              <p:pRg st="2" end="2"/>
                                            </p:txEl>
                                          </p:spTgt>
                                        </p:tgtEl>
                                        <p:attrNameLst>
                                          <p:attrName>style.visibility</p:attrName>
                                        </p:attrNameLst>
                                      </p:cBhvr>
                                      <p:to>
                                        <p:strVal val="visible"/>
                                      </p:to>
                                    </p:set>
                                    <p:animEffect transition="in" filter="wipe(left)">
                                      <p:cBhvr>
                                        <p:cTn id="7" dur="500"/>
                                        <p:tgtEl>
                                          <p:spTgt spid="727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5" name="Slide Number Placeholder 5">
            <a:extLst>
              <a:ext uri="{FF2B5EF4-FFF2-40B4-BE49-F238E27FC236}">
                <a16:creationId xmlns:a16="http://schemas.microsoft.com/office/drawing/2014/main" id="{C198BC1A-E355-7340-8377-E13D4E1F7655}"/>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BE986F95-A127-644B-8947-3D08575D2CEC}" type="slidenum">
              <a:rPr kumimoji="0" lang="zh-CN" altLang="en-US" sz="1200"/>
              <a:pPr/>
              <a:t>35</a:t>
            </a:fld>
            <a:endParaRPr kumimoji="0" lang="en-US" altLang="zh-CN" sz="1200"/>
          </a:p>
        </p:txBody>
      </p:sp>
      <p:sp>
        <p:nvSpPr>
          <p:cNvPr id="73730" name="Rectangle 2">
            <a:extLst>
              <a:ext uri="{FF2B5EF4-FFF2-40B4-BE49-F238E27FC236}">
                <a16:creationId xmlns:a16="http://schemas.microsoft.com/office/drawing/2014/main" id="{CE2FFD60-CB23-7240-9392-5AD1D04C7840}"/>
              </a:ext>
            </a:extLst>
          </p:cNvPr>
          <p:cNvSpPr>
            <a:spLocks noGrp="1" noChangeArrowheads="1"/>
          </p:cNvSpPr>
          <p:nvPr>
            <p:ph type="title"/>
          </p:nvPr>
        </p:nvSpPr>
        <p:spPr>
          <a:xfrm>
            <a:off x="76200" y="457200"/>
            <a:ext cx="8153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例: 最短路</a:t>
            </a:r>
            <a:r>
              <a:rPr lang="en-US" altLang="zh-CN" dirty="0">
                <a:latin typeface="Times New Roman" charset="0"/>
              </a:rPr>
              <a:t> </a:t>
            </a:r>
          </a:p>
        </p:txBody>
      </p:sp>
      <p:sp>
        <p:nvSpPr>
          <p:cNvPr id="73731" name="Rectangle 3">
            <a:extLst>
              <a:ext uri="{FF2B5EF4-FFF2-40B4-BE49-F238E27FC236}">
                <a16:creationId xmlns:a16="http://schemas.microsoft.com/office/drawing/2014/main" id="{F02C8136-F589-FC45-A073-AE9805A7F0A5}"/>
              </a:ext>
            </a:extLst>
          </p:cNvPr>
          <p:cNvSpPr>
            <a:spLocks noGrp="1" noChangeArrowheads="1"/>
          </p:cNvSpPr>
          <p:nvPr>
            <p:ph sz="quarter" idx="13"/>
          </p:nvPr>
        </p:nvSpPr>
        <p:spPr>
          <a:xfrm>
            <a:off x="4114800" y="1676400"/>
            <a:ext cx="4953000" cy="4191000"/>
          </a:xfrm>
        </p:spPr>
        <p:txBody>
          <a:bodyPr/>
          <a:lstStyle/>
          <a:p>
            <a:pPr marL="609600" indent="-609600">
              <a:buFont typeface="Wingdings" pitchFamily="2" charset="2"/>
              <a:buNone/>
            </a:pPr>
            <a:r>
              <a:rPr kumimoji="0" lang="en-US" altLang="zh-CN" sz="3200">
                <a:latin typeface="Times New Roman" panose="02020603050405020304" pitchFamily="18" charset="0"/>
                <a:ea typeface="楷体_GB2312" pitchFamily="49" charset="-122"/>
              </a:rPr>
              <a:t>a</a:t>
            </a:r>
            <a:r>
              <a:rPr kumimoji="0" lang="zh-CN" altLang="en-US" sz="3200">
                <a:latin typeface="Times New Roman" panose="02020603050405020304" pitchFamily="18" charset="0"/>
                <a:ea typeface="楷体_GB2312" pitchFamily="49" charset="-122"/>
              </a:rPr>
              <a:t>到</a:t>
            </a:r>
            <a:r>
              <a:rPr kumimoji="0" lang="en-US" altLang="zh-CN" sz="3200">
                <a:latin typeface="Times New Roman" panose="02020603050405020304" pitchFamily="18" charset="0"/>
                <a:ea typeface="楷体_GB2312" pitchFamily="49" charset="-122"/>
              </a:rPr>
              <a:t>c</a:t>
            </a:r>
            <a:r>
              <a:rPr kumimoji="0" lang="zh-CN" altLang="en-US" sz="3200">
                <a:latin typeface="Times New Roman" panose="02020603050405020304" pitchFamily="18" charset="0"/>
                <a:ea typeface="楷体_GB2312" pitchFamily="49" charset="-122"/>
              </a:rPr>
              <a:t>的路有：</a:t>
            </a:r>
          </a:p>
          <a:p>
            <a:pPr marL="609600" indent="-609600">
              <a:buFont typeface="Georgia" panose="02040502050405020303" pitchFamily="18" charset="0"/>
              <a:buNone/>
            </a:pPr>
            <a:r>
              <a:rPr kumimoji="0" lang="en-US" altLang="zh-CN" sz="3200">
                <a:latin typeface="Times New Roman" panose="02020603050405020304" pitchFamily="18" charset="0"/>
                <a:ea typeface="楷体_GB2312" pitchFamily="49" charset="-122"/>
              </a:rPr>
              <a:t>(1) </a:t>
            </a:r>
            <a:r>
              <a:rPr kumimoji="0" lang="zh-CN" altLang="en-US" sz="3200">
                <a:latin typeface="Times New Roman" panose="02020603050405020304" pitchFamily="18" charset="0"/>
                <a:ea typeface="楷体_GB2312" pitchFamily="49" charset="-122"/>
              </a:rPr>
              <a:t>(</a:t>
            </a:r>
            <a:r>
              <a:rPr kumimoji="0" lang="en-US" altLang="zh-CN" sz="3200">
                <a:latin typeface="Times New Roman" panose="02020603050405020304" pitchFamily="18" charset="0"/>
                <a:ea typeface="楷体_GB2312" pitchFamily="49" charset="-122"/>
              </a:rPr>
              <a:t>a,b,c)</a:t>
            </a:r>
            <a:r>
              <a:rPr kumimoji="0" lang="zh-CN" altLang="en-US" sz="3200">
                <a:latin typeface="Times New Roman" panose="02020603050405020304" pitchFamily="18" charset="0"/>
                <a:ea typeface="楷体_GB2312" pitchFamily="49" charset="-122"/>
              </a:rPr>
              <a:t>长度为5+4=9</a:t>
            </a:r>
          </a:p>
          <a:p>
            <a:pPr marL="609600" indent="-609600">
              <a:buFont typeface="Georgia" panose="02040502050405020303" pitchFamily="18" charset="0"/>
              <a:buNone/>
            </a:pPr>
            <a:r>
              <a:rPr kumimoji="0" lang="en-US" altLang="zh-CN" sz="3200">
                <a:latin typeface="Times New Roman" panose="02020603050405020304" pitchFamily="18" charset="0"/>
                <a:ea typeface="楷体_GB2312" pitchFamily="49" charset="-122"/>
              </a:rPr>
              <a:t>(2) </a:t>
            </a:r>
            <a:r>
              <a:rPr kumimoji="0" lang="zh-CN" altLang="en-US" sz="3200">
                <a:latin typeface="Times New Roman" panose="02020603050405020304" pitchFamily="18" charset="0"/>
                <a:ea typeface="楷体_GB2312" pitchFamily="49" charset="-122"/>
              </a:rPr>
              <a:t>(</a:t>
            </a:r>
            <a:r>
              <a:rPr kumimoji="0" lang="en-US" altLang="zh-CN" sz="3200">
                <a:latin typeface="Times New Roman" panose="02020603050405020304" pitchFamily="18" charset="0"/>
                <a:ea typeface="楷体_GB2312" pitchFamily="49" charset="-122"/>
              </a:rPr>
              <a:t>a,c)</a:t>
            </a:r>
            <a:r>
              <a:rPr kumimoji="0" lang="zh-CN" altLang="en-US" sz="3200">
                <a:latin typeface="Times New Roman" panose="02020603050405020304" pitchFamily="18" charset="0"/>
                <a:ea typeface="楷体_GB2312" pitchFamily="49" charset="-122"/>
              </a:rPr>
              <a:t>长度为12</a:t>
            </a:r>
          </a:p>
          <a:p>
            <a:pPr marL="609600" indent="-609600">
              <a:buFont typeface="Georgia" panose="02040502050405020303" pitchFamily="18" charset="0"/>
              <a:buNone/>
            </a:pPr>
            <a:r>
              <a:rPr kumimoji="0" lang="en-US" altLang="zh-CN" sz="3200">
                <a:latin typeface="Times New Roman" panose="02020603050405020304" pitchFamily="18" charset="0"/>
                <a:ea typeface="楷体_GB2312" pitchFamily="49" charset="-122"/>
              </a:rPr>
              <a:t>(3) </a:t>
            </a:r>
            <a:r>
              <a:rPr kumimoji="0" lang="zh-CN" altLang="en-US" sz="3200">
                <a:latin typeface="Times New Roman" panose="02020603050405020304" pitchFamily="18" charset="0"/>
                <a:ea typeface="楷体_GB2312" pitchFamily="49" charset="-122"/>
              </a:rPr>
              <a:t>(</a:t>
            </a:r>
            <a:r>
              <a:rPr kumimoji="0" lang="en-US" altLang="zh-CN" sz="3200">
                <a:latin typeface="Times New Roman" panose="02020603050405020304" pitchFamily="18" charset="0"/>
                <a:ea typeface="楷体_GB2312" pitchFamily="49" charset="-122"/>
              </a:rPr>
              <a:t>a,d,c)</a:t>
            </a:r>
            <a:r>
              <a:rPr kumimoji="0" lang="zh-CN" altLang="en-US" sz="3200">
                <a:latin typeface="Times New Roman" panose="02020603050405020304" pitchFamily="18" charset="0"/>
                <a:ea typeface="楷体_GB2312" pitchFamily="49" charset="-122"/>
              </a:rPr>
              <a:t>长度为8+20=28</a:t>
            </a:r>
          </a:p>
          <a:p>
            <a:pPr marL="609600" indent="-609600">
              <a:buFont typeface="Wingdings" pitchFamily="2" charset="2"/>
              <a:buNone/>
            </a:pPr>
            <a:r>
              <a:rPr kumimoji="0" lang="zh-CN" altLang="en-US" sz="3200">
                <a:latin typeface="Times New Roman" panose="02020603050405020304" pitchFamily="18" charset="0"/>
                <a:ea typeface="楷体_GB2312" pitchFamily="49" charset="-122"/>
              </a:rPr>
              <a:t>最短路为：</a:t>
            </a:r>
            <a:r>
              <a:rPr kumimoji="0" lang="en-US" altLang="zh-CN" sz="3200">
                <a:latin typeface="Times New Roman" panose="02020603050405020304" pitchFamily="18" charset="0"/>
                <a:ea typeface="楷体_GB2312" pitchFamily="49" charset="-122"/>
              </a:rPr>
              <a:t>(a,b,c), </a:t>
            </a:r>
          </a:p>
          <a:p>
            <a:pPr marL="609600" indent="-609600">
              <a:buFont typeface="Wingdings" pitchFamily="2" charset="2"/>
              <a:buNone/>
            </a:pPr>
            <a:r>
              <a:rPr kumimoji="0" lang="zh-CN" altLang="en-US" sz="3200">
                <a:latin typeface="Times New Roman" panose="02020603050405020304" pitchFamily="18" charset="0"/>
                <a:ea typeface="楷体_GB2312" pitchFamily="49" charset="-122"/>
              </a:rPr>
              <a:t>因此</a:t>
            </a:r>
            <a:r>
              <a:rPr kumimoji="0" lang="en-US" altLang="zh-CN" sz="3200">
                <a:latin typeface="Times New Roman" panose="02020603050405020304" pitchFamily="18" charset="0"/>
                <a:ea typeface="楷体_GB2312" pitchFamily="49" charset="-122"/>
              </a:rPr>
              <a:t>a</a:t>
            </a:r>
            <a:r>
              <a:rPr kumimoji="0" lang="zh-CN" altLang="en-US" sz="3200">
                <a:latin typeface="Times New Roman" panose="02020603050405020304" pitchFamily="18" charset="0"/>
                <a:ea typeface="楷体_GB2312" pitchFamily="49" charset="-122"/>
              </a:rPr>
              <a:t>到</a:t>
            </a:r>
            <a:r>
              <a:rPr kumimoji="0" lang="en-US" altLang="zh-CN" sz="3200">
                <a:latin typeface="Times New Roman" panose="02020603050405020304" pitchFamily="18" charset="0"/>
                <a:ea typeface="楷体_GB2312" pitchFamily="49" charset="-122"/>
              </a:rPr>
              <a:t>c</a:t>
            </a:r>
            <a:r>
              <a:rPr kumimoji="0" lang="zh-CN" altLang="en-US" sz="3200">
                <a:latin typeface="Times New Roman" panose="02020603050405020304" pitchFamily="18" charset="0"/>
                <a:ea typeface="楷体_GB2312" pitchFamily="49" charset="-122"/>
              </a:rPr>
              <a:t>的距离为9</a:t>
            </a:r>
            <a:endParaRPr kumimoji="0" lang="en-US" altLang="zh-CN" sz="3200">
              <a:latin typeface="Times New Roman" panose="02020603050405020304" pitchFamily="18" charset="0"/>
              <a:ea typeface="楷体_GB2312" pitchFamily="49" charset="-122"/>
            </a:endParaRPr>
          </a:p>
        </p:txBody>
      </p:sp>
      <p:grpSp>
        <p:nvGrpSpPr>
          <p:cNvPr id="62468" name="Group 4">
            <a:extLst>
              <a:ext uri="{FF2B5EF4-FFF2-40B4-BE49-F238E27FC236}">
                <a16:creationId xmlns:a16="http://schemas.microsoft.com/office/drawing/2014/main" id="{098413D5-55E3-2541-AF95-AD404FACA114}"/>
              </a:ext>
            </a:extLst>
          </p:cNvPr>
          <p:cNvGrpSpPr>
            <a:grpSpLocks/>
          </p:cNvGrpSpPr>
          <p:nvPr/>
        </p:nvGrpSpPr>
        <p:grpSpPr bwMode="auto">
          <a:xfrm>
            <a:off x="374650" y="1611313"/>
            <a:ext cx="3359150" cy="3951287"/>
            <a:chOff x="288" y="1255"/>
            <a:chExt cx="2116" cy="2489"/>
          </a:xfrm>
        </p:grpSpPr>
        <p:sp>
          <p:nvSpPr>
            <p:cNvPr id="37894" name="Rectangle 5">
              <a:extLst>
                <a:ext uri="{FF2B5EF4-FFF2-40B4-BE49-F238E27FC236}">
                  <a16:creationId xmlns:a16="http://schemas.microsoft.com/office/drawing/2014/main" id="{4C4F3321-9013-044E-8620-F5B4D489E3FD}"/>
                </a:ext>
              </a:extLst>
            </p:cNvPr>
            <p:cNvSpPr>
              <a:spLocks noChangeArrowheads="1"/>
            </p:cNvSpPr>
            <p:nvPr/>
          </p:nvSpPr>
          <p:spPr bwMode="auto">
            <a:xfrm>
              <a:off x="528" y="1660"/>
              <a:ext cx="1632" cy="1776"/>
            </a:xfrm>
            <a:prstGeom prst="rect">
              <a:avLst/>
            </a:prstGeom>
            <a:noFill/>
            <a:ln w="381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7895" name="Line 6">
              <a:extLst>
                <a:ext uri="{FF2B5EF4-FFF2-40B4-BE49-F238E27FC236}">
                  <a16:creationId xmlns:a16="http://schemas.microsoft.com/office/drawing/2014/main" id="{BEC4B877-F0ED-454F-9321-DAE592AE0329}"/>
                </a:ext>
              </a:extLst>
            </p:cNvPr>
            <p:cNvSpPr>
              <a:spLocks noChangeShapeType="1"/>
            </p:cNvSpPr>
            <p:nvPr/>
          </p:nvSpPr>
          <p:spPr bwMode="auto">
            <a:xfrm>
              <a:off x="528" y="1660"/>
              <a:ext cx="1632" cy="177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7896" name="Oval 7">
              <a:extLst>
                <a:ext uri="{FF2B5EF4-FFF2-40B4-BE49-F238E27FC236}">
                  <a16:creationId xmlns:a16="http://schemas.microsoft.com/office/drawing/2014/main" id="{0358E6E3-AA82-2145-A500-9D338D8D8CB0}"/>
                </a:ext>
              </a:extLst>
            </p:cNvPr>
            <p:cNvSpPr>
              <a:spLocks noChangeArrowheads="1"/>
            </p:cNvSpPr>
            <p:nvPr/>
          </p:nvSpPr>
          <p:spPr bwMode="auto">
            <a:xfrm>
              <a:off x="480" y="161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7897" name="Oval 8">
              <a:extLst>
                <a:ext uri="{FF2B5EF4-FFF2-40B4-BE49-F238E27FC236}">
                  <a16:creationId xmlns:a16="http://schemas.microsoft.com/office/drawing/2014/main" id="{62EF3F38-5F09-114C-9D8B-EF10360A7D0A}"/>
                </a:ext>
              </a:extLst>
            </p:cNvPr>
            <p:cNvSpPr>
              <a:spLocks noChangeArrowheads="1"/>
            </p:cNvSpPr>
            <p:nvPr/>
          </p:nvSpPr>
          <p:spPr bwMode="auto">
            <a:xfrm>
              <a:off x="480" y="33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7898" name="Oval 9">
              <a:extLst>
                <a:ext uri="{FF2B5EF4-FFF2-40B4-BE49-F238E27FC236}">
                  <a16:creationId xmlns:a16="http://schemas.microsoft.com/office/drawing/2014/main" id="{8E90F287-4381-FF46-8D50-32B1BE90B043}"/>
                </a:ext>
              </a:extLst>
            </p:cNvPr>
            <p:cNvSpPr>
              <a:spLocks noChangeArrowheads="1"/>
            </p:cNvSpPr>
            <p:nvPr/>
          </p:nvSpPr>
          <p:spPr bwMode="auto">
            <a:xfrm>
              <a:off x="2112" y="161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7899" name="Oval 10">
              <a:extLst>
                <a:ext uri="{FF2B5EF4-FFF2-40B4-BE49-F238E27FC236}">
                  <a16:creationId xmlns:a16="http://schemas.microsoft.com/office/drawing/2014/main" id="{0E31A3BB-CCF9-A54C-B194-0BD48A6E5A3D}"/>
                </a:ext>
              </a:extLst>
            </p:cNvPr>
            <p:cNvSpPr>
              <a:spLocks noChangeArrowheads="1"/>
            </p:cNvSpPr>
            <p:nvPr/>
          </p:nvSpPr>
          <p:spPr bwMode="auto">
            <a:xfrm>
              <a:off x="2112" y="33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73739" name="Text Box 11">
              <a:extLst>
                <a:ext uri="{FF2B5EF4-FFF2-40B4-BE49-F238E27FC236}">
                  <a16:creationId xmlns:a16="http://schemas.microsoft.com/office/drawing/2014/main" id="{BBDF3D3D-E894-1F4E-9C52-1219AF171C83}"/>
                </a:ext>
              </a:extLst>
            </p:cNvPr>
            <p:cNvSpPr txBox="1">
              <a:spLocks noChangeArrowheads="1"/>
            </p:cNvSpPr>
            <p:nvPr/>
          </p:nvSpPr>
          <p:spPr bwMode="auto">
            <a:xfrm>
              <a:off x="412" y="1256"/>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a</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3740" name="Text Box 12">
              <a:extLst>
                <a:ext uri="{FF2B5EF4-FFF2-40B4-BE49-F238E27FC236}">
                  <a16:creationId xmlns:a16="http://schemas.microsoft.com/office/drawing/2014/main" id="{0C13A272-5565-E544-A004-B19BDB4E2493}"/>
                </a:ext>
              </a:extLst>
            </p:cNvPr>
            <p:cNvSpPr txBox="1">
              <a:spLocks noChangeArrowheads="1"/>
            </p:cNvSpPr>
            <p:nvPr/>
          </p:nvSpPr>
          <p:spPr bwMode="auto">
            <a:xfrm>
              <a:off x="2032" y="1255"/>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b</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3741" name="Text Box 13">
              <a:extLst>
                <a:ext uri="{FF2B5EF4-FFF2-40B4-BE49-F238E27FC236}">
                  <a16:creationId xmlns:a16="http://schemas.microsoft.com/office/drawing/2014/main" id="{5058D23C-3973-E642-95D6-94E24F685621}"/>
                </a:ext>
              </a:extLst>
            </p:cNvPr>
            <p:cNvSpPr txBox="1">
              <a:spLocks noChangeArrowheads="1"/>
            </p:cNvSpPr>
            <p:nvPr/>
          </p:nvSpPr>
          <p:spPr bwMode="auto">
            <a:xfrm>
              <a:off x="2112" y="3340"/>
              <a:ext cx="2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c</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3742" name="Text Box 14">
              <a:extLst>
                <a:ext uri="{FF2B5EF4-FFF2-40B4-BE49-F238E27FC236}">
                  <a16:creationId xmlns:a16="http://schemas.microsoft.com/office/drawing/2014/main" id="{0ECEED63-9927-234F-88EC-4301D75A8A05}"/>
                </a:ext>
              </a:extLst>
            </p:cNvPr>
            <p:cNvSpPr txBox="1">
              <a:spLocks noChangeArrowheads="1"/>
            </p:cNvSpPr>
            <p:nvPr/>
          </p:nvSpPr>
          <p:spPr bwMode="auto">
            <a:xfrm>
              <a:off x="288" y="3340"/>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d</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3743" name="Text Box 15">
              <a:extLst>
                <a:ext uri="{FF2B5EF4-FFF2-40B4-BE49-F238E27FC236}">
                  <a16:creationId xmlns:a16="http://schemas.microsoft.com/office/drawing/2014/main" id="{0CBBCC10-55EA-184E-B157-2735D618B2AD}"/>
                </a:ext>
              </a:extLst>
            </p:cNvPr>
            <p:cNvSpPr txBox="1">
              <a:spLocks noChangeArrowheads="1"/>
            </p:cNvSpPr>
            <p:nvPr/>
          </p:nvSpPr>
          <p:spPr bwMode="auto">
            <a:xfrm>
              <a:off x="1200" y="1356"/>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5</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3744" name="Text Box 16">
              <a:extLst>
                <a:ext uri="{FF2B5EF4-FFF2-40B4-BE49-F238E27FC236}">
                  <a16:creationId xmlns:a16="http://schemas.microsoft.com/office/drawing/2014/main" id="{F9823362-FC42-614B-8266-47A0C912534D}"/>
                </a:ext>
              </a:extLst>
            </p:cNvPr>
            <p:cNvSpPr txBox="1">
              <a:spLocks noChangeArrowheads="1"/>
            </p:cNvSpPr>
            <p:nvPr/>
          </p:nvSpPr>
          <p:spPr bwMode="auto">
            <a:xfrm>
              <a:off x="1344" y="2256"/>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12</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3745" name="Text Box 17">
              <a:extLst>
                <a:ext uri="{FF2B5EF4-FFF2-40B4-BE49-F238E27FC236}">
                  <a16:creationId xmlns:a16="http://schemas.microsoft.com/office/drawing/2014/main" id="{8AE176C2-9BC4-3C4C-B444-CCD7A25A6D86}"/>
                </a:ext>
              </a:extLst>
            </p:cNvPr>
            <p:cNvSpPr txBox="1">
              <a:spLocks noChangeArrowheads="1"/>
            </p:cNvSpPr>
            <p:nvPr/>
          </p:nvSpPr>
          <p:spPr bwMode="auto">
            <a:xfrm>
              <a:off x="2160" y="2208"/>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4</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3746" name="Text Box 18">
              <a:extLst>
                <a:ext uri="{FF2B5EF4-FFF2-40B4-BE49-F238E27FC236}">
                  <a16:creationId xmlns:a16="http://schemas.microsoft.com/office/drawing/2014/main" id="{4945BB80-50E1-8042-83FB-35F2B4B6A712}"/>
                </a:ext>
              </a:extLst>
            </p:cNvPr>
            <p:cNvSpPr txBox="1">
              <a:spLocks noChangeArrowheads="1"/>
            </p:cNvSpPr>
            <p:nvPr/>
          </p:nvSpPr>
          <p:spPr bwMode="auto">
            <a:xfrm>
              <a:off x="528" y="2256"/>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8</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73747" name="Text Box 19">
              <a:extLst>
                <a:ext uri="{FF2B5EF4-FFF2-40B4-BE49-F238E27FC236}">
                  <a16:creationId xmlns:a16="http://schemas.microsoft.com/office/drawing/2014/main" id="{69DEC304-C20F-284E-AE89-E57275BDD36B}"/>
                </a:ext>
              </a:extLst>
            </p:cNvPr>
            <p:cNvSpPr txBox="1">
              <a:spLocks noChangeArrowheads="1"/>
            </p:cNvSpPr>
            <p:nvPr/>
          </p:nvSpPr>
          <p:spPr bwMode="auto">
            <a:xfrm>
              <a:off x="1200" y="3072"/>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20</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Effect transition="in" filter="wipe(left)">
                                      <p:cBhvr>
                                        <p:cTn id="7" dur="500"/>
                                        <p:tgtEl>
                                          <p:spTgt spid="737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731">
                                            <p:txEl>
                                              <p:pRg st="1" end="1"/>
                                            </p:txEl>
                                          </p:spTgt>
                                        </p:tgtEl>
                                        <p:attrNameLst>
                                          <p:attrName>style.visibility</p:attrName>
                                        </p:attrNameLst>
                                      </p:cBhvr>
                                      <p:to>
                                        <p:strVal val="visible"/>
                                      </p:to>
                                    </p:set>
                                    <p:animEffect transition="in" filter="wipe(left)">
                                      <p:cBhvr>
                                        <p:cTn id="12" dur="500"/>
                                        <p:tgtEl>
                                          <p:spTgt spid="737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3731">
                                            <p:txEl>
                                              <p:pRg st="2" end="2"/>
                                            </p:txEl>
                                          </p:spTgt>
                                        </p:tgtEl>
                                        <p:attrNameLst>
                                          <p:attrName>style.visibility</p:attrName>
                                        </p:attrNameLst>
                                      </p:cBhvr>
                                      <p:to>
                                        <p:strVal val="visible"/>
                                      </p:to>
                                    </p:set>
                                    <p:animEffect transition="in" filter="wipe(left)">
                                      <p:cBhvr>
                                        <p:cTn id="17" dur="500"/>
                                        <p:tgtEl>
                                          <p:spTgt spid="737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3731">
                                            <p:txEl>
                                              <p:pRg st="3" end="3"/>
                                            </p:txEl>
                                          </p:spTgt>
                                        </p:tgtEl>
                                        <p:attrNameLst>
                                          <p:attrName>style.visibility</p:attrName>
                                        </p:attrNameLst>
                                      </p:cBhvr>
                                      <p:to>
                                        <p:strVal val="visible"/>
                                      </p:to>
                                    </p:set>
                                    <p:animEffect transition="in" filter="wipe(left)">
                                      <p:cBhvr>
                                        <p:cTn id="22" dur="500"/>
                                        <p:tgtEl>
                                          <p:spTgt spid="7373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3731">
                                            <p:txEl>
                                              <p:pRg st="4" end="4"/>
                                            </p:txEl>
                                          </p:spTgt>
                                        </p:tgtEl>
                                        <p:attrNameLst>
                                          <p:attrName>style.visibility</p:attrName>
                                        </p:attrNameLst>
                                      </p:cBhvr>
                                      <p:to>
                                        <p:strVal val="visible"/>
                                      </p:to>
                                    </p:set>
                                    <p:animEffect transition="in" filter="wipe(left)">
                                      <p:cBhvr>
                                        <p:cTn id="27" dur="500"/>
                                        <p:tgtEl>
                                          <p:spTgt spid="7373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3731">
                                            <p:txEl>
                                              <p:pRg st="5" end="5"/>
                                            </p:txEl>
                                          </p:spTgt>
                                        </p:tgtEl>
                                        <p:attrNameLst>
                                          <p:attrName>style.visibility</p:attrName>
                                        </p:attrNameLst>
                                      </p:cBhvr>
                                      <p:to>
                                        <p:strVal val="visible"/>
                                      </p:to>
                                    </p:set>
                                    <p:animEffect transition="in" filter="wipe(left)">
                                      <p:cBhvr>
                                        <p:cTn id="32" dur="500"/>
                                        <p:tgtEl>
                                          <p:spTgt spid="737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89" name="Slide Number Placeholder 5">
            <a:extLst>
              <a:ext uri="{FF2B5EF4-FFF2-40B4-BE49-F238E27FC236}">
                <a16:creationId xmlns:a16="http://schemas.microsoft.com/office/drawing/2014/main" id="{48543880-1849-F742-8F34-6295A80C6D85}"/>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2680B103-B955-F24E-8DD4-CB51D5FF8193}" type="slidenum">
              <a:rPr kumimoji="0" lang="zh-CN" altLang="en-US" sz="1200"/>
              <a:pPr/>
              <a:t>36</a:t>
            </a:fld>
            <a:endParaRPr kumimoji="0" lang="en-US" altLang="zh-CN" sz="1200"/>
          </a:p>
        </p:txBody>
      </p:sp>
      <p:sp>
        <p:nvSpPr>
          <p:cNvPr id="74754" name="Rectangle 2">
            <a:extLst>
              <a:ext uri="{FF2B5EF4-FFF2-40B4-BE49-F238E27FC236}">
                <a16:creationId xmlns:a16="http://schemas.microsoft.com/office/drawing/2014/main" id="{A97383BE-ACDA-A54C-BB85-2F182F223C5F}"/>
              </a:ext>
            </a:extLst>
          </p:cNvPr>
          <p:cNvSpPr>
            <a:spLocks noGrp="1" noChangeArrowheads="1"/>
          </p:cNvSpPr>
          <p:nvPr>
            <p:ph type="title"/>
          </p:nvPr>
        </p:nvSpPr>
        <p:spPr>
          <a:xfrm>
            <a:off x="76200" y="381000"/>
            <a:ext cx="8153400" cy="762000"/>
          </a:xfrm>
        </p:spPr>
        <p:txBody>
          <a:bodyPr/>
          <a:lstStyle/>
          <a:p>
            <a:pPr marL="320040" indent="-320040" algn="l" fontAlgn="auto">
              <a:spcAft>
                <a:spcPts val="0"/>
              </a:spcAft>
              <a:buClr>
                <a:schemeClr val="accent6">
                  <a:lumMod val="75000"/>
                </a:schemeClr>
              </a:buClr>
              <a:defRPr/>
            </a:pPr>
            <a:r>
              <a:rPr lang="en-US" altLang="zh-CN" dirty="0" err="1">
                <a:latin typeface="Times New Roman" pitchFamily="18" charset="0"/>
                <a:ea typeface="+mj-ea"/>
                <a:cs typeface="+mj-cs"/>
              </a:rPr>
              <a:t>Dijkstra</a:t>
            </a:r>
            <a:r>
              <a:rPr lang="zh-CN" altLang="en-US" dirty="0">
                <a:latin typeface="Times New Roman" pitchFamily="18" charset="0"/>
                <a:ea typeface="+mj-ea"/>
                <a:cs typeface="+mj-cs"/>
              </a:rPr>
              <a:t>算法</a:t>
            </a:r>
          </a:p>
        </p:txBody>
      </p:sp>
      <p:sp>
        <p:nvSpPr>
          <p:cNvPr id="63491" name="Rectangle 3">
            <a:extLst>
              <a:ext uri="{FF2B5EF4-FFF2-40B4-BE49-F238E27FC236}">
                <a16:creationId xmlns:a16="http://schemas.microsoft.com/office/drawing/2014/main" id="{A2760BFA-9071-0F48-A24E-4FB05C5C4D69}"/>
              </a:ext>
            </a:extLst>
          </p:cNvPr>
          <p:cNvSpPr>
            <a:spLocks noGrp="1" noChangeArrowheads="1"/>
          </p:cNvSpPr>
          <p:nvPr>
            <p:ph sz="quarter" idx="13"/>
          </p:nvPr>
        </p:nvSpPr>
        <p:spPr>
          <a:xfrm>
            <a:off x="76200" y="1447800"/>
            <a:ext cx="8763000" cy="1066800"/>
          </a:xfrm>
        </p:spPr>
        <p:txBody>
          <a:bodyPr/>
          <a:lstStyle/>
          <a:p>
            <a:r>
              <a:rPr kumimoji="0" lang="zh-CN" altLang="en-US" sz="3200">
                <a:solidFill>
                  <a:srgbClr val="4E67C8"/>
                </a:solidFill>
                <a:latin typeface="宋体" panose="02010600030101010101" pitchFamily="2" charset="-122"/>
                <a:ea typeface="楷体_GB2312" pitchFamily="49" charset="-122"/>
              </a:rPr>
              <a:t>定义：</a:t>
            </a:r>
            <a:r>
              <a:rPr kumimoji="0" lang="zh-CN" altLang="en-US" sz="3200">
                <a:latin typeface="宋体" panose="02010600030101010101" pitchFamily="2" charset="-122"/>
                <a:ea typeface="楷体_GB2312" pitchFamily="49" charset="-122"/>
              </a:rPr>
              <a:t>设</a:t>
            </a:r>
            <a:r>
              <a:rPr kumimoji="0" lang="en-US" altLang="zh-CN" sz="3200">
                <a:latin typeface="Times New Roman" panose="02020603050405020304" pitchFamily="18" charset="0"/>
                <a:ea typeface="楷体_GB2312" pitchFamily="49" charset="-122"/>
              </a:rPr>
              <a:t>G</a:t>
            </a:r>
            <a:r>
              <a:rPr kumimoji="0" lang="zh-CN" altLang="en-US" sz="3200">
                <a:latin typeface="宋体" panose="02010600030101010101" pitchFamily="2" charset="-122"/>
                <a:ea typeface="楷体_GB2312" pitchFamily="49" charset="-122"/>
              </a:rPr>
              <a:t>是有限权图，</a:t>
            </a:r>
            <a:r>
              <a:rPr kumimoji="0" lang="en-US" altLang="zh-CN" sz="3200">
                <a:latin typeface="Times New Roman" panose="02020603050405020304" pitchFamily="18" charset="0"/>
                <a:ea typeface="楷体_GB2312" pitchFamily="49" charset="-122"/>
              </a:rPr>
              <a:t>S</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rPr>
              <a:t>P(G)</a:t>
            </a:r>
            <a:r>
              <a:rPr kumimoji="0" lang="en-US" altLang="zh-CN"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u</a:t>
            </a:r>
            <a:r>
              <a:rPr kumimoji="0" lang="en-US" altLang="zh-CN" sz="3200" baseline="-30000">
                <a:latin typeface="Times New Roman" panose="02020603050405020304" pitchFamily="18" charset="0"/>
                <a:ea typeface="楷体_GB2312" pitchFamily="49" charset="-122"/>
              </a:rPr>
              <a:t>0</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rPr>
              <a:t>S</a:t>
            </a:r>
            <a:r>
              <a:rPr kumimoji="0" lang="en-US" altLang="zh-CN" sz="3200">
                <a:latin typeface="宋体" panose="02010600030101010101" pitchFamily="2" charset="-122"/>
                <a:ea typeface="楷体_GB2312" pitchFamily="49" charset="-122"/>
              </a:rPr>
              <a:t>，</a:t>
            </a:r>
            <a:r>
              <a:rPr kumimoji="0" lang="en-US" altLang="zh-CN" sz="3200">
                <a:latin typeface="Times New Roman" panose="02020603050405020304" pitchFamily="18" charset="0"/>
                <a:ea typeface="楷体_GB2312" pitchFamily="49" charset="-122"/>
              </a:rPr>
              <a:t>S</a:t>
            </a:r>
            <a:r>
              <a:rPr kumimoji="0" lang="en-US" altLang="zh-CN" sz="3200">
                <a:latin typeface="Arial" panose="020B0604020202020204" pitchFamily="34" charset="0"/>
                <a:ea typeface="宋体" panose="02010600030101010101" pitchFamily="2" charset="-122"/>
              </a:rPr>
              <a:t>’</a:t>
            </a:r>
            <a:r>
              <a:rPr kumimoji="0" lang="en-US" altLang="zh-CN" sz="3200">
                <a:latin typeface="Times New Roman" panose="02020603050405020304" pitchFamily="18" charset="0"/>
                <a:ea typeface="楷体_GB2312" pitchFamily="49" charset="-122"/>
              </a:rPr>
              <a:t>=P-S</a:t>
            </a:r>
            <a:r>
              <a:rPr kumimoji="0" lang="en-US" altLang="zh-CN" sz="3200">
                <a:latin typeface="宋体" panose="02010600030101010101" pitchFamily="2" charset="-122"/>
                <a:ea typeface="楷体_GB2312" pitchFamily="49" charset="-122"/>
              </a:rPr>
              <a:t>，</a:t>
            </a:r>
            <a:r>
              <a:rPr kumimoji="0" lang="zh-CN" altLang="en-US" sz="3200">
                <a:latin typeface="宋体" panose="02010600030101010101" pitchFamily="2" charset="-122"/>
                <a:ea typeface="楷体_GB2312" pitchFamily="49" charset="-122"/>
              </a:rPr>
              <a:t>定义</a:t>
            </a:r>
            <a:r>
              <a:rPr kumimoji="0" lang="en-US" altLang="zh-CN" sz="3200">
                <a:solidFill>
                  <a:srgbClr val="4E67C8"/>
                </a:solidFill>
                <a:latin typeface="Times New Roman" panose="02020603050405020304" pitchFamily="18" charset="0"/>
                <a:ea typeface="楷体_GB2312" pitchFamily="49" charset="-122"/>
              </a:rPr>
              <a:t>u</a:t>
            </a:r>
            <a:r>
              <a:rPr kumimoji="0" lang="en-US" altLang="zh-CN" sz="3200" baseline="-30000">
                <a:solidFill>
                  <a:srgbClr val="4E67C8"/>
                </a:solidFill>
                <a:latin typeface="Times New Roman" panose="02020603050405020304" pitchFamily="18" charset="0"/>
                <a:ea typeface="楷体_GB2312" pitchFamily="49" charset="-122"/>
              </a:rPr>
              <a:t>0</a:t>
            </a:r>
            <a:r>
              <a:rPr kumimoji="0" lang="zh-CN" altLang="en-US" sz="3200">
                <a:solidFill>
                  <a:srgbClr val="4E67C8"/>
                </a:solidFill>
                <a:latin typeface="宋体" panose="02010600030101010101" pitchFamily="2" charset="-122"/>
                <a:ea typeface="楷体_GB2312" pitchFamily="49" charset="-122"/>
              </a:rPr>
              <a:t>到</a:t>
            </a:r>
            <a:r>
              <a:rPr kumimoji="0" lang="en-US" altLang="zh-CN" sz="3200">
                <a:solidFill>
                  <a:srgbClr val="4E67C8"/>
                </a:solidFill>
                <a:latin typeface="Times New Roman" panose="02020603050405020304" pitchFamily="18" charset="0"/>
                <a:ea typeface="楷体_GB2312" pitchFamily="49" charset="-122"/>
              </a:rPr>
              <a:t>S</a:t>
            </a:r>
            <a:r>
              <a:rPr kumimoji="0" lang="en-US" altLang="zh-CN" sz="3200">
                <a:solidFill>
                  <a:srgbClr val="4E67C8"/>
                </a:solidFill>
                <a:latin typeface="Arial" panose="020B0604020202020204" pitchFamily="34" charset="0"/>
                <a:ea typeface="宋体" panose="02010600030101010101" pitchFamily="2" charset="-122"/>
              </a:rPr>
              <a:t>’</a:t>
            </a:r>
            <a:r>
              <a:rPr kumimoji="0" lang="zh-CN" altLang="en-US" sz="3200">
                <a:solidFill>
                  <a:srgbClr val="4E67C8"/>
                </a:solidFill>
                <a:latin typeface="宋体" panose="02010600030101010101" pitchFamily="2" charset="-122"/>
                <a:ea typeface="楷体_GB2312" pitchFamily="49" charset="-122"/>
              </a:rPr>
              <a:t>的距离</a:t>
            </a:r>
            <a:r>
              <a:rPr kumimoji="0" lang="zh-CN" altLang="en-US" sz="3200">
                <a:latin typeface="宋体" panose="02010600030101010101" pitchFamily="2" charset="-122"/>
                <a:ea typeface="楷体_GB2312" pitchFamily="49" charset="-122"/>
              </a:rPr>
              <a:t>为</a:t>
            </a:r>
            <a:r>
              <a:rPr kumimoji="0" lang="zh-CN" altLang="en-US" sz="3200">
                <a:latin typeface="Times New Roman" panose="02020603050405020304" pitchFamily="18" charset="0"/>
                <a:ea typeface="楷体_GB2312" pitchFamily="49" charset="-122"/>
              </a:rPr>
              <a:t> </a:t>
            </a:r>
            <a:endParaRPr kumimoji="0" lang="en-US" altLang="zh-CN" sz="3200">
              <a:latin typeface="Times New Roman" panose="02020603050405020304" pitchFamily="18" charset="0"/>
              <a:ea typeface="楷体_GB2312" pitchFamily="49" charset="-122"/>
            </a:endParaRPr>
          </a:p>
        </p:txBody>
      </p:sp>
      <p:graphicFrame>
        <p:nvGraphicFramePr>
          <p:cNvPr id="74757" name="Object 5">
            <a:extLst>
              <a:ext uri="{FF2B5EF4-FFF2-40B4-BE49-F238E27FC236}">
                <a16:creationId xmlns:a16="http://schemas.microsoft.com/office/drawing/2014/main" id="{0B2FD55A-F91E-D74B-824F-FEFE371EB9BD}"/>
              </a:ext>
            </a:extLst>
          </p:cNvPr>
          <p:cNvGraphicFramePr>
            <a:graphicFrameLocks noChangeAspect="1"/>
          </p:cNvGraphicFramePr>
          <p:nvPr/>
        </p:nvGraphicFramePr>
        <p:xfrm>
          <a:off x="2678113" y="2808288"/>
          <a:ext cx="3494087" cy="690562"/>
        </p:xfrm>
        <a:graphic>
          <a:graphicData uri="http://schemas.openxmlformats.org/presentationml/2006/ole">
            <mc:AlternateContent xmlns:mc="http://schemas.openxmlformats.org/markup-compatibility/2006">
              <mc:Choice xmlns:v="urn:schemas-microsoft-com:vml" Requires="v">
                <p:oleObj spid="_x0000_s63507" name="公式" r:id="rId3" imgW="1460500" imgH="266700" progId="Equation.3">
                  <p:embed/>
                </p:oleObj>
              </mc:Choice>
              <mc:Fallback>
                <p:oleObj name="公式" r:id="rId3" imgW="1460500" imgH="2667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8113" y="2808288"/>
                        <a:ext cx="3494087"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56" name="Rectangle 4">
            <a:extLst>
              <a:ext uri="{FF2B5EF4-FFF2-40B4-BE49-F238E27FC236}">
                <a16:creationId xmlns:a16="http://schemas.microsoft.com/office/drawing/2014/main" id="{6C1DA6B7-D113-FF4A-A097-336E2E3DB9A0}"/>
              </a:ext>
            </a:extLst>
          </p:cNvPr>
          <p:cNvSpPr>
            <a:spLocks noChangeArrowheads="1"/>
          </p:cNvSpPr>
          <p:nvPr/>
        </p:nvSpPr>
        <p:spPr bwMode="auto">
          <a:xfrm>
            <a:off x="228600" y="3657600"/>
            <a:ext cx="8763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2"/>
              </a:buClr>
              <a:buFont typeface="Wingdings" pitchFamily="2" charset="2"/>
              <a:buNone/>
            </a:pPr>
            <a:r>
              <a:rPr lang="zh-CN" altLang="en-US" sz="3200">
                <a:latin typeface="Times New Roman" panose="02020603050405020304" pitchFamily="18" charset="0"/>
                <a:ea typeface="楷体_GB2312" pitchFamily="49" charset="-122"/>
              </a:rPr>
              <a:t>实现上述距离的路称为</a:t>
            </a:r>
            <a:r>
              <a:rPr lang="en-US" altLang="zh-CN" sz="3200">
                <a:solidFill>
                  <a:srgbClr val="4E67C8"/>
                </a:solidFill>
                <a:latin typeface="Times New Roman" panose="02020603050405020304" pitchFamily="18" charset="0"/>
                <a:ea typeface="楷体_GB2312" pitchFamily="49" charset="-122"/>
              </a:rPr>
              <a:t>u</a:t>
            </a:r>
            <a:r>
              <a:rPr lang="en-US" altLang="zh-CN" sz="3200" baseline="-30000">
                <a:solidFill>
                  <a:srgbClr val="4E67C8"/>
                </a:solidFill>
                <a:latin typeface="Times New Roman" panose="02020603050405020304" pitchFamily="18" charset="0"/>
                <a:ea typeface="楷体_GB2312" pitchFamily="49" charset="-122"/>
              </a:rPr>
              <a:t>0</a:t>
            </a:r>
            <a:r>
              <a:rPr lang="zh-CN" altLang="en-US" sz="3200">
                <a:solidFill>
                  <a:srgbClr val="4E67C8"/>
                </a:solidFill>
                <a:latin typeface="Times New Roman" panose="02020603050405020304" pitchFamily="18" charset="0"/>
                <a:ea typeface="楷体_GB2312" pitchFamily="49" charset="-122"/>
              </a:rPr>
              <a:t>到</a:t>
            </a:r>
            <a:r>
              <a:rPr lang="en-US" altLang="zh-CN" sz="3200">
                <a:solidFill>
                  <a:srgbClr val="4E67C8"/>
                </a:solidFill>
                <a:latin typeface="Times New Roman" panose="02020603050405020304" pitchFamily="18" charset="0"/>
                <a:ea typeface="楷体_GB2312" pitchFamily="49" charset="-122"/>
              </a:rPr>
              <a:t>S’</a:t>
            </a:r>
            <a:r>
              <a:rPr lang="zh-CN" altLang="en-US" sz="3200">
                <a:solidFill>
                  <a:srgbClr val="4E67C8"/>
                </a:solidFill>
                <a:latin typeface="Times New Roman" panose="02020603050405020304" pitchFamily="18" charset="0"/>
                <a:ea typeface="楷体_GB2312" pitchFamily="49" charset="-122"/>
              </a:rPr>
              <a:t>的最短路</a:t>
            </a:r>
            <a:r>
              <a:rPr lang="zh-CN" altLang="en-US" sz="3200">
                <a:latin typeface="Times New Roman" panose="02020603050405020304" pitchFamily="18" charset="0"/>
                <a:ea typeface="楷体_GB2312" pitchFamily="49" charset="-122"/>
              </a:rPr>
              <a:t>。</a:t>
            </a:r>
          </a:p>
          <a:p>
            <a:pPr>
              <a:spcBef>
                <a:spcPct val="20000"/>
              </a:spcBef>
              <a:buClr>
                <a:schemeClr val="tx2"/>
              </a:buClr>
              <a:buFont typeface="Wingdings" pitchFamily="2" charset="2"/>
              <a:buNone/>
            </a:pPr>
            <a:r>
              <a:rPr lang="zh-CN" altLang="en-US" sz="3200">
                <a:latin typeface="Times New Roman" panose="02020603050405020304" pitchFamily="18" charset="0"/>
                <a:ea typeface="楷体_GB2312" pitchFamily="49" charset="-122"/>
              </a:rPr>
              <a:t>上述点到点集距离的定义等价于 </a:t>
            </a:r>
            <a:endParaRPr lang="en-US" altLang="zh-CN" sz="3200">
              <a:latin typeface="Times New Roman" panose="02020603050405020304" pitchFamily="18" charset="0"/>
              <a:ea typeface="楷体_GB2312" pitchFamily="49" charset="-122"/>
            </a:endParaRPr>
          </a:p>
        </p:txBody>
      </p:sp>
      <p:graphicFrame>
        <p:nvGraphicFramePr>
          <p:cNvPr id="74759" name="Object 7">
            <a:extLst>
              <a:ext uri="{FF2B5EF4-FFF2-40B4-BE49-F238E27FC236}">
                <a16:creationId xmlns:a16="http://schemas.microsoft.com/office/drawing/2014/main" id="{DA27DEEA-02B6-4F4E-A8B1-03B43FE5EDC9}"/>
              </a:ext>
            </a:extLst>
          </p:cNvPr>
          <p:cNvGraphicFramePr>
            <a:graphicFrameLocks noChangeAspect="1"/>
          </p:cNvGraphicFramePr>
          <p:nvPr/>
        </p:nvGraphicFramePr>
        <p:xfrm>
          <a:off x="2119313" y="5029200"/>
          <a:ext cx="4738687" cy="914400"/>
        </p:xfrm>
        <a:graphic>
          <a:graphicData uri="http://schemas.openxmlformats.org/presentationml/2006/ole">
            <mc:AlternateContent xmlns:mc="http://schemas.openxmlformats.org/markup-compatibility/2006">
              <mc:Choice xmlns:v="urn:schemas-microsoft-com:vml" Requires="v">
                <p:oleObj spid="_x0000_s63508" name="公式" r:id="rId5" imgW="1993900" imgH="368300" progId="Equation.3">
                  <p:embed/>
                </p:oleObj>
              </mc:Choice>
              <mc:Fallback>
                <p:oleObj name="公式" r:id="rId5" imgW="1993900" imgH="3683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9313" y="5029200"/>
                        <a:ext cx="47386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4757"/>
                                        </p:tgtEl>
                                        <p:attrNameLst>
                                          <p:attrName>style.visibility</p:attrName>
                                        </p:attrNameLst>
                                      </p:cBhvr>
                                      <p:to>
                                        <p:strVal val="visible"/>
                                      </p:to>
                                    </p:set>
                                    <p:animEffect transition="in" filter="wipe(left)">
                                      <p:cBhvr>
                                        <p:cTn id="7" dur="500"/>
                                        <p:tgtEl>
                                          <p:spTgt spid="747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756">
                                            <p:txEl>
                                              <p:pRg st="0" end="0"/>
                                            </p:txEl>
                                          </p:spTgt>
                                        </p:tgtEl>
                                        <p:attrNameLst>
                                          <p:attrName>style.visibility</p:attrName>
                                        </p:attrNameLst>
                                      </p:cBhvr>
                                      <p:to>
                                        <p:strVal val="visible"/>
                                      </p:to>
                                    </p:set>
                                    <p:animEffect transition="in" filter="wipe(left)">
                                      <p:cBhvr>
                                        <p:cTn id="12" dur="500"/>
                                        <p:tgtEl>
                                          <p:spTgt spid="7475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756">
                                            <p:txEl>
                                              <p:pRg st="1" end="1"/>
                                            </p:txEl>
                                          </p:spTgt>
                                        </p:tgtEl>
                                        <p:attrNameLst>
                                          <p:attrName>style.visibility</p:attrName>
                                        </p:attrNameLst>
                                      </p:cBhvr>
                                      <p:to>
                                        <p:strVal val="visible"/>
                                      </p:to>
                                    </p:set>
                                    <p:animEffect transition="in" filter="wipe(left)">
                                      <p:cBhvr>
                                        <p:cTn id="17" dur="500"/>
                                        <p:tgtEl>
                                          <p:spTgt spid="7475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4759"/>
                                        </p:tgtEl>
                                        <p:attrNameLst>
                                          <p:attrName>style.visibility</p:attrName>
                                        </p:attrNameLst>
                                      </p:cBhvr>
                                      <p:to>
                                        <p:strVal val="visible"/>
                                      </p:to>
                                    </p:set>
                                    <p:animEffect transition="in" filter="wipe(left)">
                                      <p:cBhvr>
                                        <p:cTn id="22" dur="500"/>
                                        <p:tgtEl>
                                          <p:spTgt spid="74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3" name="Slide Number Placeholder 5">
            <a:extLst>
              <a:ext uri="{FF2B5EF4-FFF2-40B4-BE49-F238E27FC236}">
                <a16:creationId xmlns:a16="http://schemas.microsoft.com/office/drawing/2014/main" id="{FF55F95B-C1FF-2643-BC5F-4A9D06ADB9A4}"/>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C50BEE7F-29D5-344C-A644-135783689DD6}" type="slidenum">
              <a:rPr kumimoji="0" lang="zh-CN" altLang="en-US" sz="1200"/>
              <a:pPr/>
              <a:t>37</a:t>
            </a:fld>
            <a:endParaRPr kumimoji="0" lang="en-US" altLang="zh-CN" sz="1200"/>
          </a:p>
        </p:txBody>
      </p:sp>
      <p:sp>
        <p:nvSpPr>
          <p:cNvPr id="80898" name="Rectangle 2">
            <a:extLst>
              <a:ext uri="{FF2B5EF4-FFF2-40B4-BE49-F238E27FC236}">
                <a16:creationId xmlns:a16="http://schemas.microsoft.com/office/drawing/2014/main" id="{44430A49-01F2-8A47-AF82-90D46D44D78E}"/>
              </a:ext>
            </a:extLst>
          </p:cNvPr>
          <p:cNvSpPr>
            <a:spLocks noGrp="1" noChangeArrowheads="1"/>
          </p:cNvSpPr>
          <p:nvPr>
            <p:ph type="title"/>
          </p:nvPr>
        </p:nvSpPr>
        <p:spPr>
          <a:xfrm>
            <a:off x="76200" y="228600"/>
            <a:ext cx="8153400" cy="762000"/>
          </a:xfrm>
        </p:spPr>
        <p:txBody>
          <a:bodyPr/>
          <a:lstStyle/>
          <a:p>
            <a:pPr marL="320040" indent="-320040" algn="l" fontAlgn="auto">
              <a:spcAft>
                <a:spcPts val="0"/>
              </a:spcAft>
              <a:buClr>
                <a:schemeClr val="accent6">
                  <a:lumMod val="75000"/>
                </a:schemeClr>
              </a:buClr>
              <a:defRPr/>
            </a:pPr>
            <a:r>
              <a:rPr lang="zh-CN" altLang="en-US" dirty="0">
                <a:latin typeface="Times New Roman" charset="0"/>
                <a:ea typeface="楷体_GB2312" charset="0"/>
                <a:cs typeface="+mj-cs"/>
              </a:rPr>
              <a:t>例: </a:t>
            </a:r>
            <a:r>
              <a:rPr lang="en-US" altLang="zh-CN" dirty="0">
                <a:latin typeface="Times New Roman" charset="0"/>
              </a:rPr>
              <a:t> </a:t>
            </a:r>
          </a:p>
        </p:txBody>
      </p:sp>
      <p:sp>
        <p:nvSpPr>
          <p:cNvPr id="64515" name="Rectangle 3">
            <a:extLst>
              <a:ext uri="{FF2B5EF4-FFF2-40B4-BE49-F238E27FC236}">
                <a16:creationId xmlns:a16="http://schemas.microsoft.com/office/drawing/2014/main" id="{3C7BD77A-1816-8549-84DC-7811630375DA}"/>
              </a:ext>
            </a:extLst>
          </p:cNvPr>
          <p:cNvSpPr>
            <a:spLocks noGrp="1" noChangeArrowheads="1"/>
          </p:cNvSpPr>
          <p:nvPr>
            <p:ph sz="quarter" idx="13"/>
          </p:nvPr>
        </p:nvSpPr>
        <p:spPr>
          <a:xfrm>
            <a:off x="76200" y="1143000"/>
            <a:ext cx="8686800" cy="1219200"/>
          </a:xfrm>
        </p:spPr>
        <p:txBody>
          <a:bodyPr/>
          <a:lstStyle/>
          <a:p>
            <a:pPr marL="0" indent="0">
              <a:buFont typeface="Wingdings" pitchFamily="2" charset="2"/>
              <a:buNone/>
            </a:pPr>
            <a:r>
              <a:rPr kumimoji="0" lang="zh-CN" altLang="en-US" sz="3200">
                <a:latin typeface="Times New Roman" panose="02020603050405020304" pitchFamily="18" charset="0"/>
                <a:ea typeface="楷体_GB2312" pitchFamily="49" charset="-122"/>
              </a:rPr>
              <a:t>如图所示，令</a:t>
            </a:r>
            <a:r>
              <a:rPr kumimoji="0" lang="en-US" altLang="zh-CN" sz="3200">
                <a:latin typeface="Times New Roman" panose="02020603050405020304" pitchFamily="18" charset="0"/>
                <a:ea typeface="楷体_GB2312" pitchFamily="49" charset="-122"/>
              </a:rPr>
              <a:t>S={a, b, f}</a:t>
            </a:r>
            <a:r>
              <a:rPr kumimoji="0" lang="zh-CN" altLang="en-US" sz="3200">
                <a:latin typeface="Times New Roman" panose="02020603050405020304" pitchFamily="18" charset="0"/>
                <a:ea typeface="楷体_GB2312" pitchFamily="49" charset="-122"/>
              </a:rPr>
              <a:t>，则</a:t>
            </a:r>
            <a:r>
              <a:rPr kumimoji="0" lang="en-US" altLang="zh-CN" sz="3200">
                <a:latin typeface="Times New Roman" panose="02020603050405020304" pitchFamily="18" charset="0"/>
                <a:ea typeface="楷体_GB2312" pitchFamily="49" charset="-122"/>
              </a:rPr>
              <a:t>S</a:t>
            </a:r>
            <a:r>
              <a:rPr kumimoji="0" lang="en-US" altLang="zh-CN" sz="3200">
                <a:latin typeface="Arial" panose="020B0604020202020204" pitchFamily="34" charset="0"/>
                <a:ea typeface="楷体_GB2312" pitchFamily="49" charset="-122"/>
              </a:rPr>
              <a:t>’</a:t>
            </a:r>
            <a:r>
              <a:rPr kumimoji="0" lang="en-US" altLang="zh-CN" sz="3200">
                <a:latin typeface="Times New Roman" panose="02020603050405020304" pitchFamily="18" charset="0"/>
                <a:ea typeface="楷体_GB2312" pitchFamily="49" charset="-122"/>
              </a:rPr>
              <a:t>={c, d, e}</a:t>
            </a:r>
            <a:r>
              <a:rPr kumimoji="0" lang="zh-CN" altLang="en-US" sz="3200">
                <a:latin typeface="Times New Roman" panose="02020603050405020304" pitchFamily="18" charset="0"/>
                <a:ea typeface="楷体_GB2312" pitchFamily="49" charset="-122"/>
              </a:rPr>
              <a:t>，求</a:t>
            </a:r>
            <a:r>
              <a:rPr kumimoji="0" lang="en-US" altLang="zh-CN" sz="3200">
                <a:latin typeface="Times New Roman" panose="02020603050405020304" pitchFamily="18" charset="0"/>
                <a:ea typeface="楷体_GB2312" pitchFamily="49" charset="-122"/>
              </a:rPr>
              <a:t>d(a, S</a:t>
            </a:r>
            <a:r>
              <a:rPr kumimoji="0" lang="en-US" altLang="zh-CN" sz="3200">
                <a:latin typeface="Arial" panose="020B0604020202020204" pitchFamily="34" charset="0"/>
                <a:ea typeface="楷体_GB2312" pitchFamily="49" charset="-122"/>
              </a:rPr>
              <a:t>’</a:t>
            </a:r>
            <a:r>
              <a:rPr kumimoji="0" lang="en-US" altLang="zh-CN" sz="3200">
                <a:latin typeface="Times New Roman" panose="02020603050405020304" pitchFamily="18" charset="0"/>
                <a:ea typeface="楷体_GB2312" pitchFamily="49" charset="-122"/>
              </a:rPr>
              <a:t>)</a:t>
            </a:r>
            <a:r>
              <a:rPr kumimoji="0" lang="zh-CN" altLang="en-US" sz="3200">
                <a:latin typeface="Times New Roman" panose="02020603050405020304" pitchFamily="18" charset="0"/>
                <a:ea typeface="楷体_GB2312" pitchFamily="49" charset="-122"/>
              </a:rPr>
              <a:t>？ </a:t>
            </a:r>
          </a:p>
        </p:txBody>
      </p:sp>
      <p:grpSp>
        <p:nvGrpSpPr>
          <p:cNvPr id="64516" name="Group 48">
            <a:extLst>
              <a:ext uri="{FF2B5EF4-FFF2-40B4-BE49-F238E27FC236}">
                <a16:creationId xmlns:a16="http://schemas.microsoft.com/office/drawing/2014/main" id="{CB4525CC-97D0-5848-AA06-E675FDC0A3CC}"/>
              </a:ext>
            </a:extLst>
          </p:cNvPr>
          <p:cNvGrpSpPr>
            <a:grpSpLocks/>
          </p:cNvGrpSpPr>
          <p:nvPr/>
        </p:nvGrpSpPr>
        <p:grpSpPr bwMode="auto">
          <a:xfrm>
            <a:off x="1371600" y="2514600"/>
            <a:ext cx="6183313" cy="3810000"/>
            <a:chOff x="1008" y="1344"/>
            <a:chExt cx="3895" cy="2400"/>
          </a:xfrm>
        </p:grpSpPr>
        <p:grpSp>
          <p:nvGrpSpPr>
            <p:cNvPr id="64518" name="Group 39">
              <a:extLst>
                <a:ext uri="{FF2B5EF4-FFF2-40B4-BE49-F238E27FC236}">
                  <a16:creationId xmlns:a16="http://schemas.microsoft.com/office/drawing/2014/main" id="{FC08362B-BFEC-7E43-9FE8-D2C2FF9BEB08}"/>
                </a:ext>
              </a:extLst>
            </p:cNvPr>
            <p:cNvGrpSpPr>
              <a:grpSpLocks/>
            </p:cNvGrpSpPr>
            <p:nvPr/>
          </p:nvGrpSpPr>
          <p:grpSpPr bwMode="auto">
            <a:xfrm>
              <a:off x="1132" y="1680"/>
              <a:ext cx="3588" cy="1872"/>
              <a:chOff x="384" y="2084"/>
              <a:chExt cx="3588" cy="1872"/>
            </a:xfrm>
          </p:grpSpPr>
          <p:sp>
            <p:nvSpPr>
              <p:cNvPr id="80907" name="Text Box 11">
                <a:extLst>
                  <a:ext uri="{FF2B5EF4-FFF2-40B4-BE49-F238E27FC236}">
                    <a16:creationId xmlns:a16="http://schemas.microsoft.com/office/drawing/2014/main" id="{2A2BBD7B-515A-D341-8CB0-7B5616A9E09B}"/>
                  </a:ext>
                </a:extLst>
              </p:cNvPr>
              <p:cNvSpPr txBox="1">
                <a:spLocks noChangeArrowheads="1"/>
              </p:cNvSpPr>
              <p:nvPr/>
            </p:nvSpPr>
            <p:spPr bwMode="auto">
              <a:xfrm>
                <a:off x="384" y="2784"/>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a</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80908" name="Text Box 12">
                <a:extLst>
                  <a:ext uri="{FF2B5EF4-FFF2-40B4-BE49-F238E27FC236}">
                    <a16:creationId xmlns:a16="http://schemas.microsoft.com/office/drawing/2014/main" id="{2F358692-2723-6B42-964B-D8865824FC5F}"/>
                  </a:ext>
                </a:extLst>
              </p:cNvPr>
              <p:cNvSpPr txBox="1">
                <a:spLocks noChangeArrowheads="1"/>
              </p:cNvSpPr>
              <p:nvPr/>
            </p:nvSpPr>
            <p:spPr bwMode="auto">
              <a:xfrm>
                <a:off x="1248" y="3552"/>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b</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80909" name="Text Box 13">
                <a:extLst>
                  <a:ext uri="{FF2B5EF4-FFF2-40B4-BE49-F238E27FC236}">
                    <a16:creationId xmlns:a16="http://schemas.microsoft.com/office/drawing/2014/main" id="{E17F806D-C6F7-3E46-9C85-B6E9F3D3E147}"/>
                  </a:ext>
                </a:extLst>
              </p:cNvPr>
              <p:cNvSpPr txBox="1">
                <a:spLocks noChangeArrowheads="1"/>
              </p:cNvSpPr>
              <p:nvPr/>
            </p:nvSpPr>
            <p:spPr bwMode="auto">
              <a:xfrm>
                <a:off x="2674" y="3532"/>
                <a:ext cx="2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c</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80910" name="Text Box 14">
                <a:extLst>
                  <a:ext uri="{FF2B5EF4-FFF2-40B4-BE49-F238E27FC236}">
                    <a16:creationId xmlns:a16="http://schemas.microsoft.com/office/drawing/2014/main" id="{DA3B96CB-8096-6F46-8E33-2EC82AEBA435}"/>
                  </a:ext>
                </a:extLst>
              </p:cNvPr>
              <p:cNvSpPr txBox="1">
                <a:spLocks noChangeArrowheads="1"/>
              </p:cNvSpPr>
              <p:nvPr/>
            </p:nvSpPr>
            <p:spPr bwMode="auto">
              <a:xfrm>
                <a:off x="3696" y="2794"/>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d</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80911" name="Text Box 15">
                <a:extLst>
                  <a:ext uri="{FF2B5EF4-FFF2-40B4-BE49-F238E27FC236}">
                    <a16:creationId xmlns:a16="http://schemas.microsoft.com/office/drawing/2014/main" id="{76CE189D-CA9A-4A40-BB77-302B6A233F1E}"/>
                  </a:ext>
                </a:extLst>
              </p:cNvPr>
              <p:cNvSpPr txBox="1">
                <a:spLocks noChangeArrowheads="1"/>
              </p:cNvSpPr>
              <p:nvPr/>
            </p:nvSpPr>
            <p:spPr bwMode="auto">
              <a:xfrm>
                <a:off x="912" y="2419"/>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80912" name="Text Box 16">
                <a:extLst>
                  <a:ext uri="{FF2B5EF4-FFF2-40B4-BE49-F238E27FC236}">
                    <a16:creationId xmlns:a16="http://schemas.microsoft.com/office/drawing/2014/main" id="{44062CB8-5AAA-3244-AE99-66CED263CEE3}"/>
                  </a:ext>
                </a:extLst>
              </p:cNvPr>
              <p:cNvSpPr txBox="1">
                <a:spLocks noChangeArrowheads="1"/>
              </p:cNvSpPr>
              <p:nvPr/>
            </p:nvSpPr>
            <p:spPr bwMode="auto">
              <a:xfrm>
                <a:off x="1964" y="2131"/>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2</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80913" name="Text Box 17">
                <a:extLst>
                  <a:ext uri="{FF2B5EF4-FFF2-40B4-BE49-F238E27FC236}">
                    <a16:creationId xmlns:a16="http://schemas.microsoft.com/office/drawing/2014/main" id="{C5F06D76-EB3F-1645-9D26-13E5E4F58851}"/>
                  </a:ext>
                </a:extLst>
              </p:cNvPr>
              <p:cNvSpPr txBox="1">
                <a:spLocks noChangeArrowheads="1"/>
              </p:cNvSpPr>
              <p:nvPr/>
            </p:nvSpPr>
            <p:spPr bwMode="auto">
              <a:xfrm>
                <a:off x="1920" y="3552"/>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5</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80914" name="Text Box 18">
                <a:extLst>
                  <a:ext uri="{FF2B5EF4-FFF2-40B4-BE49-F238E27FC236}">
                    <a16:creationId xmlns:a16="http://schemas.microsoft.com/office/drawing/2014/main" id="{824E5655-DA02-AC48-87B3-7C9533ABDA95}"/>
                  </a:ext>
                </a:extLst>
              </p:cNvPr>
              <p:cNvSpPr txBox="1">
                <a:spLocks noChangeArrowheads="1"/>
              </p:cNvSpPr>
              <p:nvPr/>
            </p:nvSpPr>
            <p:spPr bwMode="auto">
              <a:xfrm>
                <a:off x="816" y="3216"/>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6</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80915" name="Text Box 19">
                <a:extLst>
                  <a:ext uri="{FF2B5EF4-FFF2-40B4-BE49-F238E27FC236}">
                    <a16:creationId xmlns:a16="http://schemas.microsoft.com/office/drawing/2014/main" id="{038848F3-B37C-3C43-A85F-CDC726D07223}"/>
                  </a:ext>
                </a:extLst>
              </p:cNvPr>
              <p:cNvSpPr txBox="1">
                <a:spLocks noChangeArrowheads="1"/>
              </p:cNvSpPr>
              <p:nvPr/>
            </p:nvSpPr>
            <p:spPr bwMode="auto">
              <a:xfrm>
                <a:off x="1200" y="2688"/>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10</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grpSp>
            <p:nvGrpSpPr>
              <p:cNvPr id="64532" name="Group 32">
                <a:extLst>
                  <a:ext uri="{FF2B5EF4-FFF2-40B4-BE49-F238E27FC236}">
                    <a16:creationId xmlns:a16="http://schemas.microsoft.com/office/drawing/2014/main" id="{BF2D8B8D-23C8-724C-8941-714C1B1F82D8}"/>
                  </a:ext>
                </a:extLst>
              </p:cNvPr>
              <p:cNvGrpSpPr>
                <a:grpSpLocks/>
              </p:cNvGrpSpPr>
              <p:nvPr/>
            </p:nvGrpSpPr>
            <p:grpSpPr bwMode="auto">
              <a:xfrm>
                <a:off x="624" y="2400"/>
                <a:ext cx="3072" cy="1276"/>
                <a:chOff x="624" y="2400"/>
                <a:chExt cx="3072" cy="1276"/>
              </a:xfrm>
            </p:grpSpPr>
            <p:sp>
              <p:nvSpPr>
                <p:cNvPr id="39963" name="Line 30">
                  <a:extLst>
                    <a:ext uri="{FF2B5EF4-FFF2-40B4-BE49-F238E27FC236}">
                      <a16:creationId xmlns:a16="http://schemas.microsoft.com/office/drawing/2014/main" id="{E800E813-691B-764D-9F9D-4F08932A7F5A}"/>
                    </a:ext>
                  </a:extLst>
                </p:cNvPr>
                <p:cNvSpPr>
                  <a:spLocks noChangeShapeType="1"/>
                </p:cNvSpPr>
                <p:nvPr/>
              </p:nvSpPr>
              <p:spPr bwMode="auto">
                <a:xfrm flipV="1">
                  <a:off x="1440" y="2448"/>
                  <a:ext cx="1296" cy="115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9964" name="Line 6">
                  <a:extLst>
                    <a:ext uri="{FF2B5EF4-FFF2-40B4-BE49-F238E27FC236}">
                      <a16:creationId xmlns:a16="http://schemas.microsoft.com/office/drawing/2014/main" id="{D27254E4-37BF-B848-940F-FDF449222D81}"/>
                    </a:ext>
                  </a:extLst>
                </p:cNvPr>
                <p:cNvSpPr>
                  <a:spLocks noChangeShapeType="1"/>
                </p:cNvSpPr>
                <p:nvPr/>
              </p:nvSpPr>
              <p:spPr bwMode="auto">
                <a:xfrm>
                  <a:off x="1440" y="2448"/>
                  <a:ext cx="1292" cy="118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9965" name="Line 24">
                  <a:extLst>
                    <a:ext uri="{FF2B5EF4-FFF2-40B4-BE49-F238E27FC236}">
                      <a16:creationId xmlns:a16="http://schemas.microsoft.com/office/drawing/2014/main" id="{C4D3667C-1039-BB48-BD7C-08F8EA54089A}"/>
                    </a:ext>
                  </a:extLst>
                </p:cNvPr>
                <p:cNvSpPr>
                  <a:spLocks noChangeShapeType="1"/>
                </p:cNvSpPr>
                <p:nvPr/>
              </p:nvSpPr>
              <p:spPr bwMode="auto">
                <a:xfrm>
                  <a:off x="672" y="3024"/>
                  <a:ext cx="768" cy="62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9966" name="Line 25">
                  <a:extLst>
                    <a:ext uri="{FF2B5EF4-FFF2-40B4-BE49-F238E27FC236}">
                      <a16:creationId xmlns:a16="http://schemas.microsoft.com/office/drawing/2014/main" id="{8A98A0DB-D52F-A04E-81FD-875E1030AEC0}"/>
                    </a:ext>
                  </a:extLst>
                </p:cNvPr>
                <p:cNvSpPr>
                  <a:spLocks noChangeShapeType="1"/>
                </p:cNvSpPr>
                <p:nvPr/>
              </p:nvSpPr>
              <p:spPr bwMode="auto">
                <a:xfrm>
                  <a:off x="1440" y="3620"/>
                  <a:ext cx="1296"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9967" name="Line 26">
                  <a:extLst>
                    <a:ext uri="{FF2B5EF4-FFF2-40B4-BE49-F238E27FC236}">
                      <a16:creationId xmlns:a16="http://schemas.microsoft.com/office/drawing/2014/main" id="{C2D928E9-3647-A246-9603-FC3150821B2C}"/>
                    </a:ext>
                  </a:extLst>
                </p:cNvPr>
                <p:cNvSpPr>
                  <a:spLocks noChangeShapeType="1"/>
                </p:cNvSpPr>
                <p:nvPr/>
              </p:nvSpPr>
              <p:spPr bwMode="auto">
                <a:xfrm flipV="1">
                  <a:off x="2736" y="3014"/>
                  <a:ext cx="912" cy="62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9968" name="Line 27">
                  <a:extLst>
                    <a:ext uri="{FF2B5EF4-FFF2-40B4-BE49-F238E27FC236}">
                      <a16:creationId xmlns:a16="http://schemas.microsoft.com/office/drawing/2014/main" id="{DCC72138-A3F2-B045-AE5E-DA20181D157B}"/>
                    </a:ext>
                  </a:extLst>
                </p:cNvPr>
                <p:cNvSpPr>
                  <a:spLocks noChangeShapeType="1"/>
                </p:cNvSpPr>
                <p:nvPr/>
              </p:nvSpPr>
              <p:spPr bwMode="auto">
                <a:xfrm>
                  <a:off x="672" y="3024"/>
                  <a:ext cx="2976"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9969" name="Line 28">
                  <a:extLst>
                    <a:ext uri="{FF2B5EF4-FFF2-40B4-BE49-F238E27FC236}">
                      <a16:creationId xmlns:a16="http://schemas.microsoft.com/office/drawing/2014/main" id="{9B74142E-EB26-1C4A-8077-F3488BBA7617}"/>
                    </a:ext>
                  </a:extLst>
                </p:cNvPr>
                <p:cNvSpPr>
                  <a:spLocks noChangeShapeType="1"/>
                </p:cNvSpPr>
                <p:nvPr/>
              </p:nvSpPr>
              <p:spPr bwMode="auto">
                <a:xfrm flipV="1">
                  <a:off x="672" y="2448"/>
                  <a:ext cx="768" cy="57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9970" name="Line 29">
                  <a:extLst>
                    <a:ext uri="{FF2B5EF4-FFF2-40B4-BE49-F238E27FC236}">
                      <a16:creationId xmlns:a16="http://schemas.microsoft.com/office/drawing/2014/main" id="{804ED580-5668-974D-B6FB-42AAA8D01BC4}"/>
                    </a:ext>
                  </a:extLst>
                </p:cNvPr>
                <p:cNvSpPr>
                  <a:spLocks noChangeShapeType="1"/>
                </p:cNvSpPr>
                <p:nvPr/>
              </p:nvSpPr>
              <p:spPr bwMode="auto">
                <a:xfrm>
                  <a:off x="1440" y="2448"/>
                  <a:ext cx="1296"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9971" name="Line 31">
                  <a:extLst>
                    <a:ext uri="{FF2B5EF4-FFF2-40B4-BE49-F238E27FC236}">
                      <a16:creationId xmlns:a16="http://schemas.microsoft.com/office/drawing/2014/main" id="{6B36E74A-876B-9E40-B29F-9408955C3DB6}"/>
                    </a:ext>
                  </a:extLst>
                </p:cNvPr>
                <p:cNvSpPr>
                  <a:spLocks noChangeShapeType="1"/>
                </p:cNvSpPr>
                <p:nvPr/>
              </p:nvSpPr>
              <p:spPr bwMode="auto">
                <a:xfrm>
                  <a:off x="2736" y="2448"/>
                  <a:ext cx="912" cy="57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solidFill>
                      <a:srgbClr val="4E67C8"/>
                    </a:solidFill>
                    <a:latin typeface="Arial" charset="0"/>
                    <a:ea typeface="宋体" charset="0"/>
                    <a:cs typeface="宋体" charset="0"/>
                  </a:endParaRPr>
                </a:p>
              </p:txBody>
            </p:sp>
            <p:sp>
              <p:nvSpPr>
                <p:cNvPr id="39972" name="Oval 7">
                  <a:extLst>
                    <a:ext uri="{FF2B5EF4-FFF2-40B4-BE49-F238E27FC236}">
                      <a16:creationId xmlns:a16="http://schemas.microsoft.com/office/drawing/2014/main" id="{EA91C36C-769C-8341-92A5-C73A2242E22F}"/>
                    </a:ext>
                  </a:extLst>
                </p:cNvPr>
                <p:cNvSpPr>
                  <a:spLocks noChangeArrowheads="1"/>
                </p:cNvSpPr>
                <p:nvPr/>
              </p:nvSpPr>
              <p:spPr bwMode="auto">
                <a:xfrm>
                  <a:off x="1392" y="240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9973" name="Oval 8">
                  <a:extLst>
                    <a:ext uri="{FF2B5EF4-FFF2-40B4-BE49-F238E27FC236}">
                      <a16:creationId xmlns:a16="http://schemas.microsoft.com/office/drawing/2014/main" id="{3952CE69-0040-804A-8945-A7CE37106F8A}"/>
                    </a:ext>
                  </a:extLst>
                </p:cNvPr>
                <p:cNvSpPr>
                  <a:spLocks noChangeArrowheads="1"/>
                </p:cNvSpPr>
                <p:nvPr/>
              </p:nvSpPr>
              <p:spPr bwMode="auto">
                <a:xfrm>
                  <a:off x="1392" y="357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9974" name="Oval 9">
                  <a:extLst>
                    <a:ext uri="{FF2B5EF4-FFF2-40B4-BE49-F238E27FC236}">
                      <a16:creationId xmlns:a16="http://schemas.microsoft.com/office/drawing/2014/main" id="{1C11B18A-7243-484E-BD47-84FD5B0784F3}"/>
                    </a:ext>
                  </a:extLst>
                </p:cNvPr>
                <p:cNvSpPr>
                  <a:spLocks noChangeArrowheads="1"/>
                </p:cNvSpPr>
                <p:nvPr/>
              </p:nvSpPr>
              <p:spPr bwMode="auto">
                <a:xfrm>
                  <a:off x="2684" y="240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9975" name="Oval 10">
                  <a:extLst>
                    <a:ext uri="{FF2B5EF4-FFF2-40B4-BE49-F238E27FC236}">
                      <a16:creationId xmlns:a16="http://schemas.microsoft.com/office/drawing/2014/main" id="{B766A6CC-F498-7E4E-AE2B-651842EAE459}"/>
                    </a:ext>
                  </a:extLst>
                </p:cNvPr>
                <p:cNvSpPr>
                  <a:spLocks noChangeArrowheads="1"/>
                </p:cNvSpPr>
                <p:nvPr/>
              </p:nvSpPr>
              <p:spPr bwMode="auto">
                <a:xfrm>
                  <a:off x="2684" y="358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9976" name="Oval 21">
                  <a:extLst>
                    <a:ext uri="{FF2B5EF4-FFF2-40B4-BE49-F238E27FC236}">
                      <a16:creationId xmlns:a16="http://schemas.microsoft.com/office/drawing/2014/main" id="{3AC5E610-CD2F-1348-B867-E291BB25B3DC}"/>
                    </a:ext>
                  </a:extLst>
                </p:cNvPr>
                <p:cNvSpPr>
                  <a:spLocks noChangeArrowheads="1"/>
                </p:cNvSpPr>
                <p:nvPr/>
              </p:nvSpPr>
              <p:spPr bwMode="auto">
                <a:xfrm>
                  <a:off x="624" y="296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9977" name="Oval 22">
                  <a:extLst>
                    <a:ext uri="{FF2B5EF4-FFF2-40B4-BE49-F238E27FC236}">
                      <a16:creationId xmlns:a16="http://schemas.microsoft.com/office/drawing/2014/main" id="{22B9AE6A-6BB2-E04A-BAE1-81B6CAA71FD8}"/>
                    </a:ext>
                  </a:extLst>
                </p:cNvPr>
                <p:cNvSpPr>
                  <a:spLocks noChangeArrowheads="1"/>
                </p:cNvSpPr>
                <p:nvPr/>
              </p:nvSpPr>
              <p:spPr bwMode="auto">
                <a:xfrm>
                  <a:off x="3600" y="297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grpSp>
          <p:sp>
            <p:nvSpPr>
              <p:cNvPr id="80929" name="Text Box 33">
                <a:extLst>
                  <a:ext uri="{FF2B5EF4-FFF2-40B4-BE49-F238E27FC236}">
                    <a16:creationId xmlns:a16="http://schemas.microsoft.com/office/drawing/2014/main" id="{A8C9F28E-7670-B843-B8F1-5CDFA925F3A4}"/>
                  </a:ext>
                </a:extLst>
              </p:cNvPr>
              <p:cNvSpPr txBox="1">
                <a:spLocks noChangeArrowheads="1"/>
              </p:cNvSpPr>
              <p:nvPr/>
            </p:nvSpPr>
            <p:spPr bwMode="auto">
              <a:xfrm>
                <a:off x="1262" y="2084"/>
                <a:ext cx="23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f</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80930" name="Text Box 34">
                <a:extLst>
                  <a:ext uri="{FF2B5EF4-FFF2-40B4-BE49-F238E27FC236}">
                    <a16:creationId xmlns:a16="http://schemas.microsoft.com/office/drawing/2014/main" id="{15523345-C904-2742-BF9D-D59E78D33349}"/>
                  </a:ext>
                </a:extLst>
              </p:cNvPr>
              <p:cNvSpPr txBox="1">
                <a:spLocks noChangeArrowheads="1"/>
              </p:cNvSpPr>
              <p:nvPr/>
            </p:nvSpPr>
            <p:spPr bwMode="auto">
              <a:xfrm>
                <a:off x="2688" y="2092"/>
                <a:ext cx="2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4E67C8"/>
                    </a:solidFill>
                    <a:effectLst>
                      <a:outerShdw blurRad="38100" dist="38100" dir="2700000" algn="tl">
                        <a:srgbClr val="C0C0C0"/>
                      </a:outerShdw>
                    </a:effectLst>
                    <a:latin typeface="Times New Roman" panose="02020603050405020304" pitchFamily="18" charset="0"/>
                  </a:rPr>
                  <a:t>e</a:t>
                </a:r>
                <a:endParaRPr lang="en-US" altLang="zh-CN" sz="36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80931" name="Text Box 35">
                <a:extLst>
                  <a:ext uri="{FF2B5EF4-FFF2-40B4-BE49-F238E27FC236}">
                    <a16:creationId xmlns:a16="http://schemas.microsoft.com/office/drawing/2014/main" id="{D14A8752-AB67-0149-BEEC-EA3783D18814}"/>
                  </a:ext>
                </a:extLst>
              </p:cNvPr>
              <p:cNvSpPr txBox="1">
                <a:spLocks noChangeArrowheads="1"/>
              </p:cNvSpPr>
              <p:nvPr/>
            </p:nvSpPr>
            <p:spPr bwMode="auto">
              <a:xfrm>
                <a:off x="1772" y="2515"/>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80932" name="Text Box 36">
                <a:extLst>
                  <a:ext uri="{FF2B5EF4-FFF2-40B4-BE49-F238E27FC236}">
                    <a16:creationId xmlns:a16="http://schemas.microsoft.com/office/drawing/2014/main" id="{8D3D05DD-F621-F64F-8717-A5B0100D2F79}"/>
                  </a:ext>
                </a:extLst>
              </p:cNvPr>
              <p:cNvSpPr txBox="1">
                <a:spLocks noChangeArrowheads="1"/>
              </p:cNvSpPr>
              <p:nvPr/>
            </p:nvSpPr>
            <p:spPr bwMode="auto">
              <a:xfrm>
                <a:off x="3120" y="3283"/>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1</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80933" name="Text Box 37">
                <a:extLst>
                  <a:ext uri="{FF2B5EF4-FFF2-40B4-BE49-F238E27FC236}">
                    <a16:creationId xmlns:a16="http://schemas.microsoft.com/office/drawing/2014/main" id="{DD614FA5-7CE5-6C4C-812E-AC5FAC4A975A}"/>
                  </a:ext>
                </a:extLst>
              </p:cNvPr>
              <p:cNvSpPr txBox="1">
                <a:spLocks noChangeArrowheads="1"/>
              </p:cNvSpPr>
              <p:nvPr/>
            </p:nvSpPr>
            <p:spPr bwMode="auto">
              <a:xfrm>
                <a:off x="2396" y="2544"/>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4</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sp>
            <p:nvSpPr>
              <p:cNvPr id="80934" name="Text Box 38">
                <a:extLst>
                  <a:ext uri="{FF2B5EF4-FFF2-40B4-BE49-F238E27FC236}">
                    <a16:creationId xmlns:a16="http://schemas.microsoft.com/office/drawing/2014/main" id="{9B044B99-5039-DE42-971D-38AE93513C2D}"/>
                  </a:ext>
                </a:extLst>
              </p:cNvPr>
              <p:cNvSpPr txBox="1">
                <a:spLocks noChangeArrowheads="1"/>
              </p:cNvSpPr>
              <p:nvPr/>
            </p:nvSpPr>
            <p:spPr bwMode="auto">
              <a:xfrm>
                <a:off x="3168" y="2448"/>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3</a:t>
                </a:r>
                <a:endParaRPr lang="en-US" altLang="zh-CN" sz="3200" b="1" baseline="-25000">
                  <a:solidFill>
                    <a:srgbClr val="4E67C8"/>
                  </a:solidFill>
                  <a:effectLst>
                    <a:outerShdw blurRad="38100" dist="38100" dir="2700000" algn="tl">
                      <a:srgbClr val="C0C0C0"/>
                    </a:outerShdw>
                  </a:effectLst>
                  <a:latin typeface="Times New Roman" panose="02020603050405020304" pitchFamily="18" charset="0"/>
                </a:endParaRPr>
              </a:p>
            </p:txBody>
          </p:sp>
        </p:grpSp>
        <p:sp>
          <p:nvSpPr>
            <p:cNvPr id="39943" name="Rectangle 41">
              <a:extLst>
                <a:ext uri="{FF2B5EF4-FFF2-40B4-BE49-F238E27FC236}">
                  <a16:creationId xmlns:a16="http://schemas.microsoft.com/office/drawing/2014/main" id="{3343AFC2-B370-C547-A4B6-1A4F2C1D9ECA}"/>
                </a:ext>
              </a:extLst>
            </p:cNvPr>
            <p:cNvSpPr>
              <a:spLocks noChangeArrowheads="1"/>
            </p:cNvSpPr>
            <p:nvPr/>
          </p:nvSpPr>
          <p:spPr bwMode="auto">
            <a:xfrm>
              <a:off x="3168" y="1392"/>
              <a:ext cx="1680" cy="2352"/>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39944" name="Rectangle 42">
              <a:extLst>
                <a:ext uri="{FF2B5EF4-FFF2-40B4-BE49-F238E27FC236}">
                  <a16:creationId xmlns:a16="http://schemas.microsoft.com/office/drawing/2014/main" id="{849B6566-3474-894D-81FF-F4C9A54F19B2}"/>
                </a:ext>
              </a:extLst>
            </p:cNvPr>
            <p:cNvSpPr>
              <a:spLocks noChangeArrowheads="1"/>
            </p:cNvSpPr>
            <p:nvPr/>
          </p:nvSpPr>
          <p:spPr bwMode="auto">
            <a:xfrm>
              <a:off x="1008" y="1392"/>
              <a:ext cx="1680" cy="2352"/>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solidFill>
                  <a:srgbClr val="4E67C8"/>
                </a:solidFill>
                <a:latin typeface="Arial" charset="0"/>
                <a:ea typeface="宋体" charset="0"/>
                <a:cs typeface="宋体" charset="0"/>
              </a:endParaRPr>
            </a:p>
          </p:txBody>
        </p:sp>
        <p:sp>
          <p:nvSpPr>
            <p:cNvPr id="80941" name="Rectangle 45">
              <a:extLst>
                <a:ext uri="{FF2B5EF4-FFF2-40B4-BE49-F238E27FC236}">
                  <a16:creationId xmlns:a16="http://schemas.microsoft.com/office/drawing/2014/main" id="{E0ACFCAD-3299-3B4D-AF58-C53C11043A55}"/>
                </a:ext>
              </a:extLst>
            </p:cNvPr>
            <p:cNvSpPr>
              <a:spLocks noChangeArrowheads="1"/>
            </p:cNvSpPr>
            <p:nvPr/>
          </p:nvSpPr>
          <p:spPr bwMode="auto">
            <a:xfrm>
              <a:off x="4560" y="1344"/>
              <a:ext cx="343"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S’</a:t>
              </a:r>
              <a:endParaRPr lang="zh-CN" altLang="en-US" sz="3200" b="1">
                <a:solidFill>
                  <a:srgbClr val="4E67C8"/>
                </a:solidFill>
                <a:effectLst>
                  <a:outerShdw blurRad="38100" dist="38100" dir="2700000" algn="tl">
                    <a:srgbClr val="C0C0C0"/>
                  </a:outerShdw>
                </a:effectLst>
                <a:latin typeface="Times New Roman" panose="02020603050405020304" pitchFamily="18" charset="0"/>
              </a:endParaRPr>
            </a:p>
          </p:txBody>
        </p:sp>
        <p:sp>
          <p:nvSpPr>
            <p:cNvPr id="80942" name="Rectangle 46">
              <a:extLst>
                <a:ext uri="{FF2B5EF4-FFF2-40B4-BE49-F238E27FC236}">
                  <a16:creationId xmlns:a16="http://schemas.microsoft.com/office/drawing/2014/main" id="{38E517A8-F1D6-F649-8473-48E260C54EC3}"/>
                </a:ext>
              </a:extLst>
            </p:cNvPr>
            <p:cNvSpPr>
              <a:spLocks noChangeArrowheads="1"/>
            </p:cNvSpPr>
            <p:nvPr/>
          </p:nvSpPr>
          <p:spPr bwMode="auto">
            <a:xfrm>
              <a:off x="1008" y="1344"/>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solidFill>
                    <a:srgbClr val="4E67C8"/>
                  </a:solidFill>
                  <a:effectLst>
                    <a:outerShdw blurRad="38100" dist="38100" dir="2700000" algn="tl">
                      <a:srgbClr val="C0C0C0"/>
                    </a:outerShdw>
                  </a:effectLst>
                  <a:latin typeface="Times New Roman" panose="02020603050405020304" pitchFamily="18" charset="0"/>
                </a:rPr>
                <a:t>S</a:t>
              </a:r>
              <a:endParaRPr lang="zh-CN" altLang="en-US" sz="3200" b="1">
                <a:solidFill>
                  <a:srgbClr val="4E67C8"/>
                </a:solidFill>
                <a:effectLst>
                  <a:outerShdw blurRad="38100" dist="38100" dir="2700000" algn="tl">
                    <a:srgbClr val="C0C0C0"/>
                  </a:outerShdw>
                </a:effectLst>
                <a:latin typeface="Times New Roman" panose="02020603050405020304" pitchFamily="18" charset="0"/>
              </a:endParaRPr>
            </a:p>
          </p:txBody>
        </p:sp>
      </p:grpSp>
      <p:graphicFrame>
        <p:nvGraphicFramePr>
          <p:cNvPr id="64517" name="Object 7">
            <a:extLst>
              <a:ext uri="{FF2B5EF4-FFF2-40B4-BE49-F238E27FC236}">
                <a16:creationId xmlns:a16="http://schemas.microsoft.com/office/drawing/2014/main" id="{657BFF43-0178-764E-AAE3-F2EC5569039D}"/>
              </a:ext>
            </a:extLst>
          </p:cNvPr>
          <p:cNvGraphicFramePr>
            <a:graphicFrameLocks noChangeAspect="1"/>
          </p:cNvGraphicFramePr>
          <p:nvPr/>
        </p:nvGraphicFramePr>
        <p:xfrm>
          <a:off x="4176713" y="152400"/>
          <a:ext cx="4738687" cy="914400"/>
        </p:xfrm>
        <a:graphic>
          <a:graphicData uri="http://schemas.openxmlformats.org/presentationml/2006/ole">
            <mc:AlternateContent xmlns:mc="http://schemas.openxmlformats.org/markup-compatibility/2006">
              <mc:Choice xmlns:v="urn:schemas-microsoft-com:vml" Requires="v">
                <p:oleObj spid="_x0000_s64560" name="公式" r:id="rId3" imgW="1993900" imgH="368300" progId="Equation.3">
                  <p:embed/>
                </p:oleObj>
              </mc:Choice>
              <mc:Fallback>
                <p:oleObj name="公式" r:id="rId3" imgW="1993900" imgH="3683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6713" y="152400"/>
                        <a:ext cx="47386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blinds dir="vert"/>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7" name="Slide Number Placeholder 7">
            <a:extLst>
              <a:ext uri="{FF2B5EF4-FFF2-40B4-BE49-F238E27FC236}">
                <a16:creationId xmlns:a16="http://schemas.microsoft.com/office/drawing/2014/main" id="{F560CC36-FC89-6B47-AD44-A33FAA15ABE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F290B2FD-B510-8742-95C5-05694029DA85}" type="slidenum">
              <a:rPr kumimoji="0" lang="zh-CN" altLang="en-US" sz="1200"/>
              <a:pPr/>
              <a:t>38</a:t>
            </a:fld>
            <a:endParaRPr kumimoji="0" lang="en-US" altLang="zh-CN" sz="1200"/>
          </a:p>
        </p:txBody>
      </p:sp>
      <p:grpSp>
        <p:nvGrpSpPr>
          <p:cNvPr id="82020" name="Group 100">
            <a:extLst>
              <a:ext uri="{FF2B5EF4-FFF2-40B4-BE49-F238E27FC236}">
                <a16:creationId xmlns:a16="http://schemas.microsoft.com/office/drawing/2014/main" id="{AB24BDF6-78EE-2447-868A-F5D20F561F8C}"/>
              </a:ext>
            </a:extLst>
          </p:cNvPr>
          <p:cNvGrpSpPr>
            <a:grpSpLocks/>
          </p:cNvGrpSpPr>
          <p:nvPr/>
        </p:nvGrpSpPr>
        <p:grpSpPr bwMode="auto">
          <a:xfrm>
            <a:off x="76200" y="1957388"/>
            <a:ext cx="8991600" cy="1220787"/>
            <a:chOff x="48" y="1233"/>
            <a:chExt cx="5664" cy="769"/>
          </a:xfrm>
        </p:grpSpPr>
        <p:sp>
          <p:nvSpPr>
            <p:cNvPr id="65579" name="Rectangle 52">
              <a:extLst>
                <a:ext uri="{FF2B5EF4-FFF2-40B4-BE49-F238E27FC236}">
                  <a16:creationId xmlns:a16="http://schemas.microsoft.com/office/drawing/2014/main" id="{5FAD762C-C48D-884C-B70B-C83BEB43F550}"/>
                </a:ext>
              </a:extLst>
            </p:cNvPr>
            <p:cNvSpPr>
              <a:spLocks noChangeArrowheads="1"/>
            </p:cNvSpPr>
            <p:nvPr/>
          </p:nvSpPr>
          <p:spPr bwMode="auto">
            <a:xfrm>
              <a:off x="48" y="1233"/>
              <a:ext cx="566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3200">
                  <a:latin typeface="Times New Roman" panose="02020603050405020304" pitchFamily="18" charset="0"/>
                  <a:ea typeface="楷体_GB2312" pitchFamily="49" charset="-122"/>
                </a:rPr>
                <a:t>取 </a:t>
              </a:r>
              <a:r>
                <a:rPr kumimoji="0" lang="en-US" altLang="zh-CN" sz="3200">
                  <a:latin typeface="Times New Roman" panose="02020603050405020304" pitchFamily="18" charset="0"/>
                  <a:ea typeface="楷体_GB2312" pitchFamily="49" charset="-122"/>
                </a:rPr>
                <a:t>u=b</a:t>
              </a:r>
              <a:r>
                <a:rPr kumimoji="0" lang="zh-CN" altLang="en-US" sz="3200">
                  <a:latin typeface="Times New Roman" panose="02020603050405020304" pitchFamily="18" charset="0"/>
                  <a:ea typeface="楷体_GB2312" pitchFamily="49" charset="-122"/>
                </a:rPr>
                <a:t>，则</a:t>
              </a:r>
              <a:r>
                <a:rPr kumimoji="0" lang="en-US" altLang="zh-CN" sz="3200">
                  <a:latin typeface="Times New Roman" panose="02020603050405020304" pitchFamily="18" charset="0"/>
                  <a:ea typeface="楷体_GB2312" pitchFamily="49" charset="-122"/>
                </a:rPr>
                <a:t>d(a,b)=6</a:t>
              </a:r>
              <a:r>
                <a:rPr kumimoji="0" lang="zh-CN" altLang="en-US" sz="3200">
                  <a:latin typeface="Times New Roman" panose="02020603050405020304" pitchFamily="18" charset="0"/>
                  <a:ea typeface="楷体_GB2312" pitchFamily="49" charset="-122"/>
                </a:rPr>
                <a:t>，</a:t>
              </a:r>
              <a:r>
                <a:rPr kumimoji="0" lang="en-US" altLang="zh-CN" sz="3200">
                  <a:latin typeface="Times New Roman" panose="02020603050405020304" pitchFamily="18" charset="0"/>
                  <a:ea typeface="楷体_GB2312" pitchFamily="49" charset="-122"/>
                </a:rPr>
                <a:t>w(bc)=5</a:t>
              </a:r>
              <a:r>
                <a:rPr kumimoji="0" lang="zh-CN" altLang="en-US" sz="3200">
                  <a:latin typeface="Times New Roman" panose="02020603050405020304" pitchFamily="18" charset="0"/>
                  <a:ea typeface="楷体_GB2312" pitchFamily="49" charset="-122"/>
                </a:rPr>
                <a:t>，</a:t>
              </a:r>
              <a:r>
                <a:rPr kumimoji="0" lang="en-US" altLang="zh-CN" sz="3200">
                  <a:latin typeface="Times New Roman" panose="02020603050405020304" pitchFamily="18" charset="0"/>
                  <a:ea typeface="楷体_GB2312" pitchFamily="49" charset="-122"/>
                </a:rPr>
                <a:t>w(bd)=∞</a:t>
              </a:r>
              <a:r>
                <a:rPr kumimoji="0" lang="zh-CN" altLang="en-US" sz="3200">
                  <a:latin typeface="Times New Roman" panose="02020603050405020304" pitchFamily="18" charset="0"/>
                  <a:ea typeface="楷体_GB2312" pitchFamily="49" charset="-122"/>
                </a:rPr>
                <a:t>，</a:t>
              </a:r>
              <a:r>
                <a:rPr kumimoji="0" lang="en-US" altLang="zh-CN" sz="3200">
                  <a:latin typeface="Times New Roman" panose="02020603050405020304" pitchFamily="18" charset="0"/>
                  <a:ea typeface="楷体_GB2312" pitchFamily="49" charset="-122"/>
                </a:rPr>
                <a:t>w(be)=4</a:t>
              </a:r>
              <a:r>
                <a:rPr kumimoji="0" lang="zh-CN" altLang="en-US" sz="3200">
                  <a:latin typeface="Times New Roman" panose="02020603050405020304" pitchFamily="18" charset="0"/>
                  <a:ea typeface="楷体_GB2312" pitchFamily="49" charset="-122"/>
                </a:rPr>
                <a:t>， </a:t>
              </a:r>
            </a:p>
          </p:txBody>
        </p:sp>
        <p:graphicFrame>
          <p:nvGraphicFramePr>
            <p:cNvPr id="65580" name="Object 59">
              <a:extLst>
                <a:ext uri="{FF2B5EF4-FFF2-40B4-BE49-F238E27FC236}">
                  <a16:creationId xmlns:a16="http://schemas.microsoft.com/office/drawing/2014/main" id="{2C821F87-ED69-674A-A8B0-78C04FDF662A}"/>
                </a:ext>
              </a:extLst>
            </p:cNvPr>
            <p:cNvGraphicFramePr>
              <a:graphicFrameLocks noChangeAspect="1"/>
            </p:cNvGraphicFramePr>
            <p:nvPr/>
          </p:nvGraphicFramePr>
          <p:xfrm>
            <a:off x="1576" y="1586"/>
            <a:ext cx="2560" cy="416"/>
          </p:xfrm>
          <a:graphic>
            <a:graphicData uri="http://schemas.openxmlformats.org/presentationml/2006/ole">
              <mc:AlternateContent xmlns:mc="http://schemas.openxmlformats.org/markup-compatibility/2006">
                <mc:Choice xmlns:v="urn:schemas-microsoft-com:vml" Requires="v">
                  <p:oleObj spid="_x0000_s65605" name="公式" r:id="rId3" imgW="1993900" imgH="266700" progId="Equation.3">
                    <p:embed/>
                  </p:oleObj>
                </mc:Choice>
                <mc:Fallback>
                  <p:oleObj name="公式" r:id="rId3" imgW="1993900" imgH="266700" progId="Equation.3">
                    <p:embed/>
                    <p:pic>
                      <p:nvPicPr>
                        <p:cNvPr id="0"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6" y="1586"/>
                          <a:ext cx="2560"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2018" name="Group 98">
            <a:extLst>
              <a:ext uri="{FF2B5EF4-FFF2-40B4-BE49-F238E27FC236}">
                <a16:creationId xmlns:a16="http://schemas.microsoft.com/office/drawing/2014/main" id="{FF94209C-8732-C54E-915C-EB3C2D639772}"/>
              </a:ext>
            </a:extLst>
          </p:cNvPr>
          <p:cNvGrpSpPr>
            <a:grpSpLocks/>
          </p:cNvGrpSpPr>
          <p:nvPr/>
        </p:nvGrpSpPr>
        <p:grpSpPr bwMode="auto">
          <a:xfrm>
            <a:off x="76200" y="3176588"/>
            <a:ext cx="8991600" cy="1196975"/>
            <a:chOff x="48" y="2001"/>
            <a:chExt cx="5664" cy="754"/>
          </a:xfrm>
        </p:grpSpPr>
        <p:sp>
          <p:nvSpPr>
            <p:cNvPr id="65577" name="Rectangle 60">
              <a:extLst>
                <a:ext uri="{FF2B5EF4-FFF2-40B4-BE49-F238E27FC236}">
                  <a16:creationId xmlns:a16="http://schemas.microsoft.com/office/drawing/2014/main" id="{260233DD-40D0-E045-B1C3-3800A7F08A1A}"/>
                </a:ext>
              </a:extLst>
            </p:cNvPr>
            <p:cNvSpPr>
              <a:spLocks noChangeArrowheads="1"/>
            </p:cNvSpPr>
            <p:nvPr/>
          </p:nvSpPr>
          <p:spPr bwMode="auto">
            <a:xfrm>
              <a:off x="48" y="2001"/>
              <a:ext cx="566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3200">
                  <a:latin typeface="Times New Roman" panose="02020603050405020304" pitchFamily="18" charset="0"/>
                  <a:ea typeface="楷体_GB2312" pitchFamily="49" charset="-122"/>
                </a:rPr>
                <a:t>取 </a:t>
              </a:r>
              <a:r>
                <a:rPr kumimoji="0" lang="en-US" altLang="zh-CN" sz="3200">
                  <a:latin typeface="Times New Roman" panose="02020603050405020304" pitchFamily="18" charset="0"/>
                  <a:ea typeface="楷体_GB2312" pitchFamily="49" charset="-122"/>
                </a:rPr>
                <a:t>u=f, </a:t>
              </a:r>
              <a:r>
                <a:rPr kumimoji="0" lang="zh-CN" altLang="en-US" sz="3200">
                  <a:latin typeface="Times New Roman" panose="02020603050405020304" pitchFamily="18" charset="0"/>
                  <a:ea typeface="楷体_GB2312" pitchFamily="49" charset="-122"/>
                </a:rPr>
                <a:t>则</a:t>
              </a:r>
              <a:r>
                <a:rPr kumimoji="0" lang="en-US" altLang="zh-CN" sz="3200">
                  <a:latin typeface="Times New Roman" panose="02020603050405020304" pitchFamily="18" charset="0"/>
                  <a:ea typeface="楷体_GB2312" pitchFamily="49" charset="-122"/>
                </a:rPr>
                <a:t>d(a,f)=1, w(fc)=1, w(fd)=∞, w(fe)=2 </a:t>
              </a:r>
              <a:endParaRPr kumimoji="0" lang="zh-CN" altLang="en-US" sz="3200">
                <a:latin typeface="Times New Roman" panose="02020603050405020304" pitchFamily="18" charset="0"/>
                <a:ea typeface="楷体_GB2312" pitchFamily="49" charset="-122"/>
              </a:endParaRPr>
            </a:p>
          </p:txBody>
        </p:sp>
        <p:graphicFrame>
          <p:nvGraphicFramePr>
            <p:cNvPr id="65578" name="Object 61">
              <a:extLst>
                <a:ext uri="{FF2B5EF4-FFF2-40B4-BE49-F238E27FC236}">
                  <a16:creationId xmlns:a16="http://schemas.microsoft.com/office/drawing/2014/main" id="{0D28A34A-C466-4C4A-81B5-EC37FC6099D4}"/>
                </a:ext>
              </a:extLst>
            </p:cNvPr>
            <p:cNvGraphicFramePr>
              <a:graphicFrameLocks noChangeAspect="1"/>
            </p:cNvGraphicFramePr>
            <p:nvPr/>
          </p:nvGraphicFramePr>
          <p:xfrm>
            <a:off x="573" y="2338"/>
            <a:ext cx="2347" cy="417"/>
          </p:xfrm>
          <a:graphic>
            <a:graphicData uri="http://schemas.openxmlformats.org/presentationml/2006/ole">
              <mc:AlternateContent xmlns:mc="http://schemas.openxmlformats.org/markup-compatibility/2006">
                <mc:Choice xmlns:v="urn:schemas-microsoft-com:vml" Requires="v">
                  <p:oleObj spid="_x0000_s65606" name="公式" r:id="rId5" imgW="1828800" imgH="266700" progId="Equation.3">
                    <p:embed/>
                  </p:oleObj>
                </mc:Choice>
                <mc:Fallback>
                  <p:oleObj name="公式" r:id="rId5" imgW="1828800" imgH="266700" progId="Equation.3">
                    <p:embed/>
                    <p:pic>
                      <p:nvPicPr>
                        <p:cNvPr id="0" name="Object 6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3" y="2338"/>
                          <a:ext cx="2347"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5540" name="Group 101">
            <a:extLst>
              <a:ext uri="{FF2B5EF4-FFF2-40B4-BE49-F238E27FC236}">
                <a16:creationId xmlns:a16="http://schemas.microsoft.com/office/drawing/2014/main" id="{23B820AB-142C-344D-9F1A-D125ED18D1EF}"/>
              </a:ext>
            </a:extLst>
          </p:cNvPr>
          <p:cNvGrpSpPr>
            <a:grpSpLocks/>
          </p:cNvGrpSpPr>
          <p:nvPr/>
        </p:nvGrpSpPr>
        <p:grpSpPr bwMode="auto">
          <a:xfrm>
            <a:off x="3352800" y="3962400"/>
            <a:ext cx="5145088" cy="2667000"/>
            <a:chOff x="2112" y="2496"/>
            <a:chExt cx="3241" cy="1680"/>
          </a:xfrm>
        </p:grpSpPr>
        <p:sp>
          <p:nvSpPr>
            <p:cNvPr id="81984" name="Text Box 64">
              <a:extLst>
                <a:ext uri="{FF2B5EF4-FFF2-40B4-BE49-F238E27FC236}">
                  <a16:creationId xmlns:a16="http://schemas.microsoft.com/office/drawing/2014/main" id="{2FDC4C03-8C9C-A948-BA9E-2CBD7B7070EB}"/>
                </a:ext>
              </a:extLst>
            </p:cNvPr>
            <p:cNvSpPr txBox="1">
              <a:spLocks noChangeArrowheads="1"/>
            </p:cNvSpPr>
            <p:nvPr/>
          </p:nvSpPr>
          <p:spPr bwMode="auto">
            <a:xfrm>
              <a:off x="2112" y="3150"/>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dirty="0">
                  <a:solidFill>
                    <a:srgbClr val="0070C0"/>
                  </a:solidFill>
                  <a:effectLst>
                    <a:outerShdw blurRad="38100" dist="38100" dir="2700000" algn="tl">
                      <a:srgbClr val="C0C0C0"/>
                    </a:outerShdw>
                  </a:effectLst>
                  <a:latin typeface="Times New Roman" panose="02020603050405020304" pitchFamily="18" charset="0"/>
                </a:rPr>
                <a:t>a</a:t>
              </a:r>
              <a:endParaRPr lang="en-US" altLang="zh-CN" sz="3600" b="1" baseline="-25000" dirty="0">
                <a:solidFill>
                  <a:srgbClr val="0070C0"/>
                </a:solidFill>
                <a:effectLst>
                  <a:outerShdw blurRad="38100" dist="38100" dir="2700000" algn="tl">
                    <a:srgbClr val="C0C0C0"/>
                  </a:outerShdw>
                </a:effectLst>
                <a:latin typeface="Times New Roman" panose="02020603050405020304" pitchFamily="18" charset="0"/>
              </a:endParaRPr>
            </a:p>
          </p:txBody>
        </p:sp>
        <p:sp>
          <p:nvSpPr>
            <p:cNvPr id="81985" name="Text Box 65">
              <a:extLst>
                <a:ext uri="{FF2B5EF4-FFF2-40B4-BE49-F238E27FC236}">
                  <a16:creationId xmlns:a16="http://schemas.microsoft.com/office/drawing/2014/main" id="{B79085A9-544E-AB4A-B80F-9D0BA65A1553}"/>
                </a:ext>
              </a:extLst>
            </p:cNvPr>
            <p:cNvSpPr txBox="1">
              <a:spLocks noChangeArrowheads="1"/>
            </p:cNvSpPr>
            <p:nvPr/>
          </p:nvSpPr>
          <p:spPr bwMode="auto">
            <a:xfrm>
              <a:off x="2885" y="3771"/>
              <a:ext cx="276" cy="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0070C0"/>
                  </a:solidFill>
                  <a:effectLst>
                    <a:outerShdw blurRad="38100" dist="38100" dir="2700000" algn="tl">
                      <a:srgbClr val="C0C0C0"/>
                    </a:outerShdw>
                  </a:effectLst>
                  <a:latin typeface="Times New Roman" panose="02020603050405020304" pitchFamily="18" charset="0"/>
                </a:rPr>
                <a:t>b</a:t>
              </a:r>
              <a:endParaRPr lang="en-US" altLang="zh-CN" sz="3600" b="1" baseline="-25000">
                <a:solidFill>
                  <a:srgbClr val="0070C0"/>
                </a:solidFill>
                <a:effectLst>
                  <a:outerShdw blurRad="38100" dist="38100" dir="2700000" algn="tl">
                    <a:srgbClr val="C0C0C0"/>
                  </a:outerShdw>
                </a:effectLst>
                <a:latin typeface="Times New Roman" panose="02020603050405020304" pitchFamily="18" charset="0"/>
              </a:endParaRPr>
            </a:p>
          </p:txBody>
        </p:sp>
        <p:sp>
          <p:nvSpPr>
            <p:cNvPr id="81986" name="Text Box 66">
              <a:extLst>
                <a:ext uri="{FF2B5EF4-FFF2-40B4-BE49-F238E27FC236}">
                  <a16:creationId xmlns:a16="http://schemas.microsoft.com/office/drawing/2014/main" id="{DF930D82-A051-124D-8428-B7B0E3F8D94F}"/>
                </a:ext>
              </a:extLst>
            </p:cNvPr>
            <p:cNvSpPr txBox="1">
              <a:spLocks noChangeArrowheads="1"/>
            </p:cNvSpPr>
            <p:nvPr/>
          </p:nvSpPr>
          <p:spPr bwMode="auto">
            <a:xfrm>
              <a:off x="4162" y="3756"/>
              <a:ext cx="2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0070C0"/>
                  </a:solidFill>
                  <a:effectLst>
                    <a:outerShdw blurRad="38100" dist="38100" dir="2700000" algn="tl">
                      <a:srgbClr val="C0C0C0"/>
                    </a:outerShdw>
                  </a:effectLst>
                  <a:latin typeface="Times New Roman" panose="02020603050405020304" pitchFamily="18" charset="0"/>
                </a:rPr>
                <a:t>c</a:t>
              </a:r>
              <a:endParaRPr lang="en-US" altLang="zh-CN" sz="3600" b="1" baseline="-25000">
                <a:solidFill>
                  <a:srgbClr val="0070C0"/>
                </a:solidFill>
                <a:effectLst>
                  <a:outerShdw blurRad="38100" dist="38100" dir="2700000" algn="tl">
                    <a:srgbClr val="C0C0C0"/>
                  </a:outerShdw>
                </a:effectLst>
                <a:latin typeface="Times New Roman" panose="02020603050405020304" pitchFamily="18" charset="0"/>
              </a:endParaRPr>
            </a:p>
          </p:txBody>
        </p:sp>
        <p:sp>
          <p:nvSpPr>
            <p:cNvPr id="81987" name="Text Box 67">
              <a:extLst>
                <a:ext uri="{FF2B5EF4-FFF2-40B4-BE49-F238E27FC236}">
                  <a16:creationId xmlns:a16="http://schemas.microsoft.com/office/drawing/2014/main" id="{918B3668-26E3-9C41-8613-86F0D1676E68}"/>
                </a:ext>
              </a:extLst>
            </p:cNvPr>
            <p:cNvSpPr txBox="1">
              <a:spLocks noChangeArrowheads="1"/>
            </p:cNvSpPr>
            <p:nvPr/>
          </p:nvSpPr>
          <p:spPr bwMode="auto">
            <a:xfrm>
              <a:off x="5077" y="3158"/>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0070C0"/>
                  </a:solidFill>
                  <a:effectLst>
                    <a:outerShdw blurRad="38100" dist="38100" dir="2700000" algn="tl">
                      <a:srgbClr val="C0C0C0"/>
                    </a:outerShdw>
                  </a:effectLst>
                  <a:latin typeface="Times New Roman" panose="02020603050405020304" pitchFamily="18" charset="0"/>
                </a:rPr>
                <a:t>d</a:t>
              </a:r>
              <a:endParaRPr lang="en-US" altLang="zh-CN" sz="3600" b="1" baseline="-25000">
                <a:solidFill>
                  <a:srgbClr val="0070C0"/>
                </a:solidFill>
                <a:effectLst>
                  <a:outerShdw blurRad="38100" dist="38100" dir="2700000" algn="tl">
                    <a:srgbClr val="C0C0C0"/>
                  </a:outerShdw>
                </a:effectLst>
                <a:latin typeface="Times New Roman" panose="02020603050405020304" pitchFamily="18" charset="0"/>
              </a:endParaRPr>
            </a:p>
          </p:txBody>
        </p:sp>
        <p:sp>
          <p:nvSpPr>
            <p:cNvPr id="81988" name="Text Box 68">
              <a:extLst>
                <a:ext uri="{FF2B5EF4-FFF2-40B4-BE49-F238E27FC236}">
                  <a16:creationId xmlns:a16="http://schemas.microsoft.com/office/drawing/2014/main" id="{B86C35C4-7380-074D-8D67-244CBA4A1FE8}"/>
                </a:ext>
              </a:extLst>
            </p:cNvPr>
            <p:cNvSpPr txBox="1">
              <a:spLocks noChangeArrowheads="1"/>
            </p:cNvSpPr>
            <p:nvPr/>
          </p:nvSpPr>
          <p:spPr bwMode="auto">
            <a:xfrm>
              <a:off x="2544" y="2784"/>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effectLst>
                    <a:outerShdw blurRad="38100" dist="38100" dir="2700000" algn="tl">
                      <a:srgbClr val="C0C0C0"/>
                    </a:outerShdw>
                  </a:effectLst>
                  <a:latin typeface="Times New Roman" panose="02020603050405020304" pitchFamily="18" charset="0"/>
                </a:rPr>
                <a:t>1</a:t>
              </a:r>
              <a:endParaRPr lang="en-US" altLang="zh-CN" sz="3200" b="1" baseline="-25000">
                <a:effectLst>
                  <a:outerShdw blurRad="38100" dist="38100" dir="2700000" algn="tl">
                    <a:srgbClr val="C0C0C0"/>
                  </a:outerShdw>
                </a:effectLst>
                <a:latin typeface="Times New Roman" panose="02020603050405020304" pitchFamily="18" charset="0"/>
              </a:endParaRPr>
            </a:p>
          </p:txBody>
        </p:sp>
        <p:sp>
          <p:nvSpPr>
            <p:cNvPr id="81989" name="Text Box 69">
              <a:extLst>
                <a:ext uri="{FF2B5EF4-FFF2-40B4-BE49-F238E27FC236}">
                  <a16:creationId xmlns:a16="http://schemas.microsoft.com/office/drawing/2014/main" id="{183702F9-AC15-3641-BF59-481CCBEEFA70}"/>
                </a:ext>
              </a:extLst>
            </p:cNvPr>
            <p:cNvSpPr txBox="1">
              <a:spLocks noChangeArrowheads="1"/>
            </p:cNvSpPr>
            <p:nvPr/>
          </p:nvSpPr>
          <p:spPr bwMode="auto">
            <a:xfrm>
              <a:off x="3527" y="2544"/>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effectLst>
                    <a:outerShdw blurRad="38100" dist="38100" dir="2700000" algn="tl">
                      <a:srgbClr val="C0C0C0"/>
                    </a:outerShdw>
                  </a:effectLst>
                  <a:latin typeface="Times New Roman" panose="02020603050405020304" pitchFamily="18" charset="0"/>
                </a:rPr>
                <a:t>2</a:t>
              </a:r>
              <a:endParaRPr lang="en-US" altLang="zh-CN" sz="3200" b="1" baseline="-25000">
                <a:effectLst>
                  <a:outerShdw blurRad="38100" dist="38100" dir="2700000" algn="tl">
                    <a:srgbClr val="C0C0C0"/>
                  </a:outerShdw>
                </a:effectLst>
                <a:latin typeface="Times New Roman" panose="02020603050405020304" pitchFamily="18" charset="0"/>
              </a:endParaRPr>
            </a:p>
          </p:txBody>
        </p:sp>
        <p:sp>
          <p:nvSpPr>
            <p:cNvPr id="81990" name="Text Box 70">
              <a:extLst>
                <a:ext uri="{FF2B5EF4-FFF2-40B4-BE49-F238E27FC236}">
                  <a16:creationId xmlns:a16="http://schemas.microsoft.com/office/drawing/2014/main" id="{2DA98D45-2921-B142-B0B0-93610BBDD427}"/>
                </a:ext>
              </a:extLst>
            </p:cNvPr>
            <p:cNvSpPr txBox="1">
              <a:spLocks noChangeArrowheads="1"/>
            </p:cNvSpPr>
            <p:nvPr/>
          </p:nvSpPr>
          <p:spPr bwMode="auto">
            <a:xfrm>
              <a:off x="3487" y="3773"/>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effectLst>
                    <a:outerShdw blurRad="38100" dist="38100" dir="2700000" algn="tl">
                      <a:srgbClr val="C0C0C0"/>
                    </a:outerShdw>
                  </a:effectLst>
                  <a:latin typeface="Times New Roman" panose="02020603050405020304" pitchFamily="18" charset="0"/>
                </a:rPr>
                <a:t>5</a:t>
              </a:r>
              <a:endParaRPr lang="en-US" altLang="zh-CN" sz="3200" b="1" baseline="-25000">
                <a:effectLst>
                  <a:outerShdw blurRad="38100" dist="38100" dir="2700000" algn="tl">
                    <a:srgbClr val="C0C0C0"/>
                  </a:outerShdw>
                </a:effectLst>
                <a:latin typeface="Times New Roman" panose="02020603050405020304" pitchFamily="18" charset="0"/>
              </a:endParaRPr>
            </a:p>
          </p:txBody>
        </p:sp>
        <p:sp>
          <p:nvSpPr>
            <p:cNvPr id="81991" name="Text Box 71">
              <a:extLst>
                <a:ext uri="{FF2B5EF4-FFF2-40B4-BE49-F238E27FC236}">
                  <a16:creationId xmlns:a16="http://schemas.microsoft.com/office/drawing/2014/main" id="{78DD3067-7FA1-534C-BBC2-39FB145E9FFE}"/>
                </a:ext>
              </a:extLst>
            </p:cNvPr>
            <p:cNvSpPr txBox="1">
              <a:spLocks noChangeArrowheads="1"/>
            </p:cNvSpPr>
            <p:nvPr/>
          </p:nvSpPr>
          <p:spPr bwMode="auto">
            <a:xfrm>
              <a:off x="2499" y="3500"/>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effectLst>
                    <a:outerShdw blurRad="38100" dist="38100" dir="2700000" algn="tl">
                      <a:srgbClr val="C0C0C0"/>
                    </a:outerShdw>
                  </a:effectLst>
                  <a:latin typeface="Times New Roman" panose="02020603050405020304" pitchFamily="18" charset="0"/>
                </a:rPr>
                <a:t>6</a:t>
              </a:r>
              <a:endParaRPr lang="en-US" altLang="zh-CN" sz="3200" b="1" baseline="-25000">
                <a:effectLst>
                  <a:outerShdw blurRad="38100" dist="38100" dir="2700000" algn="tl">
                    <a:srgbClr val="C0C0C0"/>
                  </a:outerShdw>
                </a:effectLst>
                <a:latin typeface="Times New Roman" panose="02020603050405020304" pitchFamily="18" charset="0"/>
              </a:endParaRPr>
            </a:p>
          </p:txBody>
        </p:sp>
        <p:sp>
          <p:nvSpPr>
            <p:cNvPr id="81992" name="Text Box 72">
              <a:extLst>
                <a:ext uri="{FF2B5EF4-FFF2-40B4-BE49-F238E27FC236}">
                  <a16:creationId xmlns:a16="http://schemas.microsoft.com/office/drawing/2014/main" id="{E98ED8D6-05AE-0349-A19E-96E51F63921D}"/>
                </a:ext>
              </a:extLst>
            </p:cNvPr>
            <p:cNvSpPr txBox="1">
              <a:spLocks noChangeArrowheads="1"/>
            </p:cNvSpPr>
            <p:nvPr/>
          </p:nvSpPr>
          <p:spPr bwMode="auto">
            <a:xfrm>
              <a:off x="2843" y="3024"/>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effectLst>
                    <a:outerShdw blurRad="38100" dist="38100" dir="2700000" algn="tl">
                      <a:srgbClr val="C0C0C0"/>
                    </a:outerShdw>
                  </a:effectLst>
                  <a:latin typeface="Times New Roman" panose="02020603050405020304" pitchFamily="18" charset="0"/>
                </a:rPr>
                <a:t>10</a:t>
              </a:r>
              <a:endParaRPr lang="en-US" altLang="zh-CN" sz="3200" b="1" baseline="-25000">
                <a:effectLst>
                  <a:outerShdw blurRad="38100" dist="38100" dir="2700000" algn="tl">
                    <a:srgbClr val="C0C0C0"/>
                  </a:outerShdw>
                </a:effectLst>
                <a:latin typeface="Times New Roman" panose="02020603050405020304" pitchFamily="18" charset="0"/>
              </a:endParaRPr>
            </a:p>
          </p:txBody>
        </p:sp>
        <p:grpSp>
          <p:nvGrpSpPr>
            <p:cNvPr id="65555" name="Group 73">
              <a:extLst>
                <a:ext uri="{FF2B5EF4-FFF2-40B4-BE49-F238E27FC236}">
                  <a16:creationId xmlns:a16="http://schemas.microsoft.com/office/drawing/2014/main" id="{30269FFB-D73F-1A4D-9F36-00CE648599C2}"/>
                </a:ext>
              </a:extLst>
            </p:cNvPr>
            <p:cNvGrpSpPr>
              <a:grpSpLocks/>
            </p:cNvGrpSpPr>
            <p:nvPr/>
          </p:nvGrpSpPr>
          <p:grpSpPr bwMode="auto">
            <a:xfrm>
              <a:off x="2327" y="2838"/>
              <a:ext cx="2750" cy="1035"/>
              <a:chOff x="624" y="2400"/>
              <a:chExt cx="3072" cy="1276"/>
            </a:xfrm>
          </p:grpSpPr>
          <p:sp>
            <p:nvSpPr>
              <p:cNvPr id="40986" name="Line 74">
                <a:extLst>
                  <a:ext uri="{FF2B5EF4-FFF2-40B4-BE49-F238E27FC236}">
                    <a16:creationId xmlns:a16="http://schemas.microsoft.com/office/drawing/2014/main" id="{DA301423-6B78-4644-9B2C-2EE389C08C05}"/>
                  </a:ext>
                </a:extLst>
              </p:cNvPr>
              <p:cNvSpPr>
                <a:spLocks noChangeShapeType="1"/>
              </p:cNvSpPr>
              <p:nvPr/>
            </p:nvSpPr>
            <p:spPr bwMode="auto">
              <a:xfrm flipV="1">
                <a:off x="1439" y="2448"/>
                <a:ext cx="1297" cy="1151"/>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0987" name="Line 75">
                <a:extLst>
                  <a:ext uri="{FF2B5EF4-FFF2-40B4-BE49-F238E27FC236}">
                    <a16:creationId xmlns:a16="http://schemas.microsoft.com/office/drawing/2014/main" id="{508B3BCD-4C41-BE4B-BBA6-6DAD5BD171D6}"/>
                  </a:ext>
                </a:extLst>
              </p:cNvPr>
              <p:cNvSpPr>
                <a:spLocks noChangeShapeType="1"/>
              </p:cNvSpPr>
              <p:nvPr/>
            </p:nvSpPr>
            <p:spPr bwMode="auto">
              <a:xfrm>
                <a:off x="1439" y="2448"/>
                <a:ext cx="1289" cy="118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0988" name="Line 76">
                <a:extLst>
                  <a:ext uri="{FF2B5EF4-FFF2-40B4-BE49-F238E27FC236}">
                    <a16:creationId xmlns:a16="http://schemas.microsoft.com/office/drawing/2014/main" id="{3CAB6FD7-B734-314E-92F6-2F0FD6B1AD07}"/>
                  </a:ext>
                </a:extLst>
              </p:cNvPr>
              <p:cNvSpPr>
                <a:spLocks noChangeShapeType="1"/>
              </p:cNvSpPr>
              <p:nvPr/>
            </p:nvSpPr>
            <p:spPr bwMode="auto">
              <a:xfrm>
                <a:off x="672" y="3024"/>
                <a:ext cx="767" cy="62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0989" name="Line 77">
                <a:extLst>
                  <a:ext uri="{FF2B5EF4-FFF2-40B4-BE49-F238E27FC236}">
                    <a16:creationId xmlns:a16="http://schemas.microsoft.com/office/drawing/2014/main" id="{BE27141C-D8AB-D64A-B588-87B2B0FE0FDE}"/>
                  </a:ext>
                </a:extLst>
              </p:cNvPr>
              <p:cNvSpPr>
                <a:spLocks noChangeShapeType="1"/>
              </p:cNvSpPr>
              <p:nvPr/>
            </p:nvSpPr>
            <p:spPr bwMode="auto">
              <a:xfrm>
                <a:off x="1439" y="3621"/>
                <a:ext cx="1297"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0990" name="Line 78">
                <a:extLst>
                  <a:ext uri="{FF2B5EF4-FFF2-40B4-BE49-F238E27FC236}">
                    <a16:creationId xmlns:a16="http://schemas.microsoft.com/office/drawing/2014/main" id="{8340ADA0-35C5-F846-9242-23CDD6E0FE1E}"/>
                  </a:ext>
                </a:extLst>
              </p:cNvPr>
              <p:cNvSpPr>
                <a:spLocks noChangeShapeType="1"/>
              </p:cNvSpPr>
              <p:nvPr/>
            </p:nvSpPr>
            <p:spPr bwMode="auto">
              <a:xfrm flipV="1">
                <a:off x="2736" y="3014"/>
                <a:ext cx="912" cy="62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0991" name="Line 79">
                <a:extLst>
                  <a:ext uri="{FF2B5EF4-FFF2-40B4-BE49-F238E27FC236}">
                    <a16:creationId xmlns:a16="http://schemas.microsoft.com/office/drawing/2014/main" id="{A6302914-B0E7-7E4E-A20A-BA49E918C03E}"/>
                  </a:ext>
                </a:extLst>
              </p:cNvPr>
              <p:cNvSpPr>
                <a:spLocks noChangeShapeType="1"/>
              </p:cNvSpPr>
              <p:nvPr/>
            </p:nvSpPr>
            <p:spPr bwMode="auto">
              <a:xfrm>
                <a:off x="672" y="3024"/>
                <a:ext cx="2976"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0992" name="Line 80">
                <a:extLst>
                  <a:ext uri="{FF2B5EF4-FFF2-40B4-BE49-F238E27FC236}">
                    <a16:creationId xmlns:a16="http://schemas.microsoft.com/office/drawing/2014/main" id="{C3DDC4DC-E846-3745-A9DA-69486C4A502D}"/>
                  </a:ext>
                </a:extLst>
              </p:cNvPr>
              <p:cNvSpPr>
                <a:spLocks noChangeShapeType="1"/>
              </p:cNvSpPr>
              <p:nvPr/>
            </p:nvSpPr>
            <p:spPr bwMode="auto">
              <a:xfrm flipV="1">
                <a:off x="672" y="2448"/>
                <a:ext cx="767" cy="57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0993" name="Line 81">
                <a:extLst>
                  <a:ext uri="{FF2B5EF4-FFF2-40B4-BE49-F238E27FC236}">
                    <a16:creationId xmlns:a16="http://schemas.microsoft.com/office/drawing/2014/main" id="{53226EA1-C336-974B-AD5D-69A822A466DB}"/>
                  </a:ext>
                </a:extLst>
              </p:cNvPr>
              <p:cNvSpPr>
                <a:spLocks noChangeShapeType="1"/>
              </p:cNvSpPr>
              <p:nvPr/>
            </p:nvSpPr>
            <p:spPr bwMode="auto">
              <a:xfrm>
                <a:off x="1439" y="2448"/>
                <a:ext cx="1297"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0994" name="Line 82">
                <a:extLst>
                  <a:ext uri="{FF2B5EF4-FFF2-40B4-BE49-F238E27FC236}">
                    <a16:creationId xmlns:a16="http://schemas.microsoft.com/office/drawing/2014/main" id="{A2B9132C-1B24-C245-A5CB-A79B851C8492}"/>
                  </a:ext>
                </a:extLst>
              </p:cNvPr>
              <p:cNvSpPr>
                <a:spLocks noChangeShapeType="1"/>
              </p:cNvSpPr>
              <p:nvPr/>
            </p:nvSpPr>
            <p:spPr bwMode="auto">
              <a:xfrm>
                <a:off x="2736" y="2448"/>
                <a:ext cx="912" cy="57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0995" name="Oval 83">
                <a:extLst>
                  <a:ext uri="{FF2B5EF4-FFF2-40B4-BE49-F238E27FC236}">
                    <a16:creationId xmlns:a16="http://schemas.microsoft.com/office/drawing/2014/main" id="{3BB88074-D3D1-4449-BACF-B57C3346FCBD}"/>
                  </a:ext>
                </a:extLst>
              </p:cNvPr>
              <p:cNvSpPr>
                <a:spLocks noChangeArrowheads="1"/>
              </p:cNvSpPr>
              <p:nvPr/>
            </p:nvSpPr>
            <p:spPr bwMode="auto">
              <a:xfrm>
                <a:off x="1393" y="2400"/>
                <a:ext cx="95"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0996" name="Oval 84">
                <a:extLst>
                  <a:ext uri="{FF2B5EF4-FFF2-40B4-BE49-F238E27FC236}">
                    <a16:creationId xmlns:a16="http://schemas.microsoft.com/office/drawing/2014/main" id="{39A2E035-4808-5F42-BA13-ABDA68C50264}"/>
                  </a:ext>
                </a:extLst>
              </p:cNvPr>
              <p:cNvSpPr>
                <a:spLocks noChangeArrowheads="1"/>
              </p:cNvSpPr>
              <p:nvPr/>
            </p:nvSpPr>
            <p:spPr bwMode="auto">
              <a:xfrm>
                <a:off x="1393" y="3572"/>
                <a:ext cx="95"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0997" name="Oval 85">
                <a:extLst>
                  <a:ext uri="{FF2B5EF4-FFF2-40B4-BE49-F238E27FC236}">
                    <a16:creationId xmlns:a16="http://schemas.microsoft.com/office/drawing/2014/main" id="{AE1924DE-B96B-A042-AC2F-614DB30BE8E0}"/>
                  </a:ext>
                </a:extLst>
              </p:cNvPr>
              <p:cNvSpPr>
                <a:spLocks noChangeArrowheads="1"/>
              </p:cNvSpPr>
              <p:nvPr/>
            </p:nvSpPr>
            <p:spPr bwMode="auto">
              <a:xfrm>
                <a:off x="2684" y="240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0998" name="Oval 86">
                <a:extLst>
                  <a:ext uri="{FF2B5EF4-FFF2-40B4-BE49-F238E27FC236}">
                    <a16:creationId xmlns:a16="http://schemas.microsoft.com/office/drawing/2014/main" id="{2D111AD4-E455-C64D-828F-6B95A3CC02F4}"/>
                  </a:ext>
                </a:extLst>
              </p:cNvPr>
              <p:cNvSpPr>
                <a:spLocks noChangeArrowheads="1"/>
              </p:cNvSpPr>
              <p:nvPr/>
            </p:nvSpPr>
            <p:spPr bwMode="auto">
              <a:xfrm>
                <a:off x="2684" y="358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0999" name="Oval 87">
                <a:extLst>
                  <a:ext uri="{FF2B5EF4-FFF2-40B4-BE49-F238E27FC236}">
                    <a16:creationId xmlns:a16="http://schemas.microsoft.com/office/drawing/2014/main" id="{1E6C85FB-A761-F64B-B883-2099029439C1}"/>
                  </a:ext>
                </a:extLst>
              </p:cNvPr>
              <p:cNvSpPr>
                <a:spLocks noChangeArrowheads="1"/>
              </p:cNvSpPr>
              <p:nvPr/>
            </p:nvSpPr>
            <p:spPr bwMode="auto">
              <a:xfrm>
                <a:off x="624" y="296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1000" name="Oval 88">
                <a:extLst>
                  <a:ext uri="{FF2B5EF4-FFF2-40B4-BE49-F238E27FC236}">
                    <a16:creationId xmlns:a16="http://schemas.microsoft.com/office/drawing/2014/main" id="{175DFC48-8EBB-5144-86F6-A6ED4D51E8BD}"/>
                  </a:ext>
                </a:extLst>
              </p:cNvPr>
              <p:cNvSpPr>
                <a:spLocks noChangeArrowheads="1"/>
              </p:cNvSpPr>
              <p:nvPr/>
            </p:nvSpPr>
            <p:spPr bwMode="auto">
              <a:xfrm>
                <a:off x="3600" y="297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grpSp>
        <p:sp>
          <p:nvSpPr>
            <p:cNvPr id="82009" name="Text Box 89">
              <a:extLst>
                <a:ext uri="{FF2B5EF4-FFF2-40B4-BE49-F238E27FC236}">
                  <a16:creationId xmlns:a16="http://schemas.microsoft.com/office/drawing/2014/main" id="{1BF6F0CC-7456-5444-A22F-E473DA3708CE}"/>
                </a:ext>
              </a:extLst>
            </p:cNvPr>
            <p:cNvSpPr txBox="1">
              <a:spLocks noChangeArrowheads="1"/>
            </p:cNvSpPr>
            <p:nvPr/>
          </p:nvSpPr>
          <p:spPr bwMode="auto">
            <a:xfrm>
              <a:off x="2898" y="2496"/>
              <a:ext cx="21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dirty="0">
                  <a:solidFill>
                    <a:srgbClr val="0070C0"/>
                  </a:solidFill>
                  <a:effectLst>
                    <a:outerShdw blurRad="38100" dist="38100" dir="2700000" algn="tl">
                      <a:srgbClr val="C0C0C0"/>
                    </a:outerShdw>
                  </a:effectLst>
                  <a:latin typeface="Times New Roman" panose="02020603050405020304" pitchFamily="18" charset="0"/>
                </a:rPr>
                <a:t>f</a:t>
              </a:r>
              <a:endParaRPr lang="en-US" altLang="zh-CN" sz="3600" b="1" baseline="-25000" dirty="0">
                <a:solidFill>
                  <a:srgbClr val="0070C0"/>
                </a:solidFill>
                <a:effectLst>
                  <a:outerShdw blurRad="38100" dist="38100" dir="2700000" algn="tl">
                    <a:srgbClr val="C0C0C0"/>
                  </a:outerShdw>
                </a:effectLst>
                <a:latin typeface="Times New Roman" panose="02020603050405020304" pitchFamily="18" charset="0"/>
              </a:endParaRPr>
            </a:p>
          </p:txBody>
        </p:sp>
        <p:sp>
          <p:nvSpPr>
            <p:cNvPr id="82010" name="Text Box 90">
              <a:extLst>
                <a:ext uri="{FF2B5EF4-FFF2-40B4-BE49-F238E27FC236}">
                  <a16:creationId xmlns:a16="http://schemas.microsoft.com/office/drawing/2014/main" id="{31D75290-65DD-0F40-8787-66916D2C3A51}"/>
                </a:ext>
              </a:extLst>
            </p:cNvPr>
            <p:cNvSpPr txBox="1">
              <a:spLocks noChangeArrowheads="1"/>
            </p:cNvSpPr>
            <p:nvPr/>
          </p:nvSpPr>
          <p:spPr bwMode="auto">
            <a:xfrm>
              <a:off x="4175" y="2544"/>
              <a:ext cx="2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0070C0"/>
                  </a:solidFill>
                  <a:effectLst>
                    <a:outerShdw blurRad="38100" dist="38100" dir="2700000" algn="tl">
                      <a:srgbClr val="C0C0C0"/>
                    </a:outerShdw>
                  </a:effectLst>
                  <a:latin typeface="Times New Roman" panose="02020603050405020304" pitchFamily="18" charset="0"/>
                </a:rPr>
                <a:t>e</a:t>
              </a:r>
              <a:endParaRPr lang="en-US" altLang="zh-CN" sz="3600" b="1" baseline="-25000">
                <a:solidFill>
                  <a:srgbClr val="0070C0"/>
                </a:solidFill>
                <a:effectLst>
                  <a:outerShdw blurRad="38100" dist="38100" dir="2700000" algn="tl">
                    <a:srgbClr val="C0C0C0"/>
                  </a:outerShdw>
                </a:effectLst>
                <a:latin typeface="Times New Roman" panose="02020603050405020304" pitchFamily="18" charset="0"/>
              </a:endParaRPr>
            </a:p>
          </p:txBody>
        </p:sp>
        <p:sp>
          <p:nvSpPr>
            <p:cNvPr id="82011" name="Text Box 91">
              <a:extLst>
                <a:ext uri="{FF2B5EF4-FFF2-40B4-BE49-F238E27FC236}">
                  <a16:creationId xmlns:a16="http://schemas.microsoft.com/office/drawing/2014/main" id="{A6F622D7-BB29-E943-952E-80867F0DE8C8}"/>
                </a:ext>
              </a:extLst>
            </p:cNvPr>
            <p:cNvSpPr txBox="1">
              <a:spLocks noChangeArrowheads="1"/>
            </p:cNvSpPr>
            <p:nvPr/>
          </p:nvSpPr>
          <p:spPr bwMode="auto">
            <a:xfrm>
              <a:off x="3404" y="2932"/>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effectLst>
                    <a:outerShdw blurRad="38100" dist="38100" dir="2700000" algn="tl">
                      <a:srgbClr val="C0C0C0"/>
                    </a:outerShdw>
                  </a:effectLst>
                  <a:latin typeface="Times New Roman" panose="02020603050405020304" pitchFamily="18" charset="0"/>
                </a:rPr>
                <a:t>1</a:t>
              </a:r>
              <a:endParaRPr lang="en-US" altLang="zh-CN" sz="3200" b="1" baseline="-25000">
                <a:effectLst>
                  <a:outerShdw blurRad="38100" dist="38100" dir="2700000" algn="tl">
                    <a:srgbClr val="C0C0C0"/>
                  </a:outerShdw>
                </a:effectLst>
                <a:latin typeface="Times New Roman" panose="02020603050405020304" pitchFamily="18" charset="0"/>
              </a:endParaRPr>
            </a:p>
          </p:txBody>
        </p:sp>
        <p:sp>
          <p:nvSpPr>
            <p:cNvPr id="82012" name="Text Box 92">
              <a:extLst>
                <a:ext uri="{FF2B5EF4-FFF2-40B4-BE49-F238E27FC236}">
                  <a16:creationId xmlns:a16="http://schemas.microsoft.com/office/drawing/2014/main" id="{8BF5D4D0-DA9E-DA43-BD5F-4CA6D655E452}"/>
                </a:ext>
              </a:extLst>
            </p:cNvPr>
            <p:cNvSpPr txBox="1">
              <a:spLocks noChangeArrowheads="1"/>
            </p:cNvSpPr>
            <p:nvPr/>
          </p:nvSpPr>
          <p:spPr bwMode="auto">
            <a:xfrm>
              <a:off x="4562" y="3555"/>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effectLst>
                    <a:outerShdw blurRad="38100" dist="38100" dir="2700000" algn="tl">
                      <a:srgbClr val="C0C0C0"/>
                    </a:outerShdw>
                  </a:effectLst>
                  <a:latin typeface="Times New Roman" panose="02020603050405020304" pitchFamily="18" charset="0"/>
                </a:rPr>
                <a:t>1</a:t>
              </a:r>
              <a:endParaRPr lang="en-US" altLang="zh-CN" sz="3200" b="1" baseline="-25000">
                <a:effectLst>
                  <a:outerShdw blurRad="38100" dist="38100" dir="2700000" algn="tl">
                    <a:srgbClr val="C0C0C0"/>
                  </a:outerShdw>
                </a:effectLst>
                <a:latin typeface="Times New Roman" panose="02020603050405020304" pitchFamily="18" charset="0"/>
              </a:endParaRPr>
            </a:p>
          </p:txBody>
        </p:sp>
        <p:sp>
          <p:nvSpPr>
            <p:cNvPr id="82013" name="Text Box 93">
              <a:extLst>
                <a:ext uri="{FF2B5EF4-FFF2-40B4-BE49-F238E27FC236}">
                  <a16:creationId xmlns:a16="http://schemas.microsoft.com/office/drawing/2014/main" id="{4B57EEEA-A18C-CF4A-86C6-225538B93D22}"/>
                </a:ext>
              </a:extLst>
            </p:cNvPr>
            <p:cNvSpPr txBox="1">
              <a:spLocks noChangeArrowheads="1"/>
            </p:cNvSpPr>
            <p:nvPr/>
          </p:nvSpPr>
          <p:spPr bwMode="auto">
            <a:xfrm>
              <a:off x="3913" y="2955"/>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effectLst>
                    <a:outerShdw blurRad="38100" dist="38100" dir="2700000" algn="tl">
                      <a:srgbClr val="C0C0C0"/>
                    </a:outerShdw>
                  </a:effectLst>
                  <a:latin typeface="Times New Roman" panose="02020603050405020304" pitchFamily="18" charset="0"/>
                </a:rPr>
                <a:t>4</a:t>
              </a:r>
              <a:endParaRPr lang="en-US" altLang="zh-CN" sz="3200" b="1" baseline="-25000">
                <a:effectLst>
                  <a:outerShdw blurRad="38100" dist="38100" dir="2700000" algn="tl">
                    <a:srgbClr val="C0C0C0"/>
                  </a:outerShdw>
                </a:effectLst>
                <a:latin typeface="Times New Roman" panose="02020603050405020304" pitchFamily="18" charset="0"/>
              </a:endParaRPr>
            </a:p>
          </p:txBody>
        </p:sp>
        <p:sp>
          <p:nvSpPr>
            <p:cNvPr id="82014" name="Text Box 94">
              <a:extLst>
                <a:ext uri="{FF2B5EF4-FFF2-40B4-BE49-F238E27FC236}">
                  <a16:creationId xmlns:a16="http://schemas.microsoft.com/office/drawing/2014/main" id="{D57D7B8E-925D-5E4B-9406-8F0B759B1467}"/>
                </a:ext>
              </a:extLst>
            </p:cNvPr>
            <p:cNvSpPr txBox="1">
              <a:spLocks noChangeArrowheads="1"/>
            </p:cNvSpPr>
            <p:nvPr/>
          </p:nvSpPr>
          <p:spPr bwMode="auto">
            <a:xfrm>
              <a:off x="4605" y="2832"/>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200" b="1">
                  <a:effectLst>
                    <a:outerShdw blurRad="38100" dist="38100" dir="2700000" algn="tl">
                      <a:srgbClr val="C0C0C0"/>
                    </a:outerShdw>
                  </a:effectLst>
                  <a:latin typeface="Times New Roman" panose="02020603050405020304" pitchFamily="18" charset="0"/>
                </a:rPr>
                <a:t>3</a:t>
              </a:r>
              <a:endParaRPr lang="en-US" altLang="zh-CN" sz="3200" b="1" baseline="-25000">
                <a:effectLst>
                  <a:outerShdw blurRad="38100" dist="38100" dir="2700000" algn="tl">
                    <a:srgbClr val="C0C0C0"/>
                  </a:outerShdw>
                </a:effectLst>
                <a:latin typeface="Times New Roman" panose="02020603050405020304" pitchFamily="18" charset="0"/>
              </a:endParaRPr>
            </a:p>
          </p:txBody>
        </p:sp>
      </p:grpSp>
      <p:grpSp>
        <p:nvGrpSpPr>
          <p:cNvPr id="82016" name="Group 96">
            <a:extLst>
              <a:ext uri="{FF2B5EF4-FFF2-40B4-BE49-F238E27FC236}">
                <a16:creationId xmlns:a16="http://schemas.microsoft.com/office/drawing/2014/main" id="{EFF2189F-BF70-CB49-9902-EF48500CA2A9}"/>
              </a:ext>
            </a:extLst>
          </p:cNvPr>
          <p:cNvGrpSpPr>
            <a:grpSpLocks/>
          </p:cNvGrpSpPr>
          <p:nvPr/>
        </p:nvGrpSpPr>
        <p:grpSpPr bwMode="auto">
          <a:xfrm>
            <a:off x="76200" y="173038"/>
            <a:ext cx="8915400" cy="1731962"/>
            <a:chOff x="48" y="192"/>
            <a:chExt cx="5616" cy="1091"/>
          </a:xfrm>
        </p:grpSpPr>
        <p:graphicFrame>
          <p:nvGraphicFramePr>
            <p:cNvPr id="65544" name="Object 50">
              <a:extLst>
                <a:ext uri="{FF2B5EF4-FFF2-40B4-BE49-F238E27FC236}">
                  <a16:creationId xmlns:a16="http://schemas.microsoft.com/office/drawing/2014/main" id="{8E7A568A-4BEA-234A-9501-2D5A1FC2E40E}"/>
                </a:ext>
              </a:extLst>
            </p:cNvPr>
            <p:cNvGraphicFramePr>
              <a:graphicFrameLocks noChangeAspect="1"/>
            </p:cNvGraphicFramePr>
            <p:nvPr/>
          </p:nvGraphicFramePr>
          <p:xfrm>
            <a:off x="96" y="867"/>
            <a:ext cx="3109" cy="416"/>
          </p:xfrm>
          <a:graphic>
            <a:graphicData uri="http://schemas.openxmlformats.org/presentationml/2006/ole">
              <mc:AlternateContent xmlns:mc="http://schemas.openxmlformats.org/markup-compatibility/2006">
                <mc:Choice xmlns:v="urn:schemas-microsoft-com:vml" Requires="v">
                  <p:oleObj spid="_x0000_s65607" name="公式" r:id="rId7" imgW="2438400" imgH="266700" progId="Equation.3">
                    <p:embed/>
                  </p:oleObj>
                </mc:Choice>
                <mc:Fallback>
                  <p:oleObj name="公式" r:id="rId7" imgW="2438400" imgH="266700" progId="Equation.3">
                    <p:embed/>
                    <p:pic>
                      <p:nvPicPr>
                        <p:cNvPr id="0" name="Object 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 y="867"/>
                          <a:ext cx="310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9" name="Rectangle 95">
              <a:extLst>
                <a:ext uri="{FF2B5EF4-FFF2-40B4-BE49-F238E27FC236}">
                  <a16:creationId xmlns:a16="http://schemas.microsoft.com/office/drawing/2014/main" id="{5BBC0852-2698-1647-AF86-002AFBC82CC1}"/>
                </a:ext>
              </a:extLst>
            </p:cNvPr>
            <p:cNvSpPr>
              <a:spLocks noChangeArrowheads="1"/>
            </p:cNvSpPr>
            <p:nvPr/>
          </p:nvSpPr>
          <p:spPr bwMode="auto">
            <a:xfrm>
              <a:off x="48" y="192"/>
              <a:ext cx="5616" cy="6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kumimoji="1" lang="zh-CN" altLang="en-US" sz="3200" dirty="0">
                  <a:latin typeface="Times New Roman" charset="0"/>
                  <a:ea typeface="楷体_GB2312" charset="0"/>
                  <a:cs typeface="楷体_GB2312" charset="0"/>
                </a:rPr>
                <a:t>设</a:t>
              </a:r>
              <a:r>
                <a:rPr kumimoji="1" lang="en-US" altLang="zh-CN" sz="3200" dirty="0">
                  <a:latin typeface="Times New Roman" charset="0"/>
                  <a:ea typeface="楷体_GB2312" charset="0"/>
                  <a:cs typeface="楷体_GB2312" charset="0"/>
                </a:rPr>
                <a:t>u</a:t>
              </a:r>
              <a:r>
                <a:rPr kumimoji="1" lang="en-US" altLang="zh-CN" sz="3200" baseline="-25000" dirty="0">
                  <a:latin typeface="Times New Roman" charset="0"/>
                  <a:ea typeface="楷体_GB2312" charset="0"/>
                  <a:cs typeface="楷体_GB2312" charset="0"/>
                </a:rPr>
                <a:t>0</a:t>
              </a:r>
              <a:r>
                <a:rPr kumimoji="1" lang="en-US" altLang="zh-CN" sz="3200" dirty="0">
                  <a:latin typeface="Times New Roman" charset="0"/>
                  <a:ea typeface="楷体_GB2312" charset="0"/>
                  <a:cs typeface="楷体_GB2312" charset="0"/>
                </a:rPr>
                <a:t>=a</a:t>
              </a:r>
              <a:r>
                <a:rPr kumimoji="1" lang="zh-CN" altLang="en-US" sz="3200" dirty="0">
                  <a:latin typeface="Times New Roman" charset="0"/>
                  <a:ea typeface="楷体_GB2312" charset="0"/>
                  <a:cs typeface="楷体_GB2312" charset="0"/>
                </a:rPr>
                <a:t>，</a:t>
              </a:r>
              <a:br>
                <a:rPr kumimoji="1" lang="zh-CN" altLang="en-US" sz="3200" dirty="0">
                  <a:latin typeface="Times New Roman" charset="0"/>
                  <a:ea typeface="楷体_GB2312" charset="0"/>
                  <a:cs typeface="楷体_GB2312" charset="0"/>
                </a:rPr>
              </a:br>
              <a:r>
                <a:rPr kumimoji="1" lang="zh-CN" altLang="en-US" sz="3200" dirty="0">
                  <a:latin typeface="Times New Roman" charset="0"/>
                  <a:ea typeface="楷体_GB2312" charset="0"/>
                  <a:cs typeface="楷体_GB2312" charset="0"/>
                </a:rPr>
                <a:t>取</a:t>
              </a:r>
              <a:r>
                <a:rPr kumimoji="1" lang="en-US" altLang="zh-CN" sz="3200" dirty="0">
                  <a:latin typeface="Times New Roman" charset="0"/>
                  <a:ea typeface="楷体_GB2312" charset="0"/>
                  <a:cs typeface="楷体_GB2312" charset="0"/>
                </a:rPr>
                <a:t>u=a</a:t>
              </a:r>
              <a:r>
                <a:rPr kumimoji="1" lang="zh-CN" altLang="en-US" sz="3200" dirty="0">
                  <a:latin typeface="Times New Roman" charset="0"/>
                  <a:ea typeface="楷体_GB2312" charset="0"/>
                  <a:cs typeface="楷体_GB2312" charset="0"/>
                </a:rPr>
                <a:t>，则</a:t>
              </a:r>
              <a:r>
                <a:rPr kumimoji="1" lang="en-US" altLang="zh-CN" sz="3200" dirty="0">
                  <a:latin typeface="Times New Roman" charset="0"/>
                  <a:ea typeface="楷体_GB2312" charset="0"/>
                  <a:cs typeface="楷体_GB2312" charset="0"/>
                </a:rPr>
                <a:t>w(ac)=∞</a:t>
              </a:r>
              <a:r>
                <a:rPr kumimoji="1" lang="zh-CN" altLang="en-US" sz="3200" dirty="0">
                  <a:latin typeface="Times New Roman" charset="0"/>
                  <a:ea typeface="楷体_GB2312" charset="0"/>
                  <a:cs typeface="楷体_GB2312" charset="0"/>
                </a:rPr>
                <a:t>，</a:t>
              </a:r>
              <a:r>
                <a:rPr kumimoji="1" lang="en-US" altLang="zh-CN" sz="3200" dirty="0">
                  <a:latin typeface="Times New Roman" charset="0"/>
                  <a:ea typeface="楷体_GB2312" charset="0"/>
                  <a:cs typeface="楷体_GB2312" charset="0"/>
                </a:rPr>
                <a:t>w(ad)=10</a:t>
              </a:r>
              <a:r>
                <a:rPr kumimoji="1" lang="zh-CN" altLang="en-US" sz="3200" dirty="0">
                  <a:latin typeface="Times New Roman" charset="0"/>
                  <a:ea typeface="楷体_GB2312" charset="0"/>
                  <a:cs typeface="楷体_GB2312" charset="0"/>
                </a:rPr>
                <a:t>，</a:t>
              </a:r>
              <a:r>
                <a:rPr kumimoji="1" lang="en-US" altLang="zh-CN" sz="3200" dirty="0">
                  <a:latin typeface="Times New Roman" charset="0"/>
                  <a:ea typeface="楷体_GB2312" charset="0"/>
                  <a:cs typeface="楷体_GB2312" charset="0"/>
                </a:rPr>
                <a:t>w(</a:t>
              </a:r>
              <a:r>
                <a:rPr kumimoji="1" lang="en-US" altLang="zh-CN" sz="3200" dirty="0" err="1">
                  <a:latin typeface="Times New Roman" charset="0"/>
                  <a:ea typeface="楷体_GB2312" charset="0"/>
                  <a:cs typeface="楷体_GB2312" charset="0"/>
                </a:rPr>
                <a:t>ae</a:t>
              </a:r>
              <a:r>
                <a:rPr kumimoji="1" lang="en-US" altLang="zh-CN" sz="3200" dirty="0">
                  <a:latin typeface="Times New Roman" charset="0"/>
                  <a:ea typeface="楷体_GB2312" charset="0"/>
                  <a:cs typeface="楷体_GB2312" charset="0"/>
                </a:rPr>
                <a:t>)=∞</a:t>
              </a:r>
              <a:r>
                <a:rPr kumimoji="1" lang="zh-CN" altLang="en-US" sz="3200" dirty="0">
                  <a:latin typeface="Times New Roman" charset="0"/>
                  <a:ea typeface="楷体_GB2312" charset="0"/>
                  <a:cs typeface="楷体_GB2312" charset="0"/>
                </a:rPr>
                <a:t>，</a:t>
              </a:r>
            </a:p>
          </p:txBody>
        </p:sp>
      </p:grpSp>
      <p:sp>
        <p:nvSpPr>
          <p:cNvPr id="82019" name="Rectangle 99">
            <a:extLst>
              <a:ext uri="{FF2B5EF4-FFF2-40B4-BE49-F238E27FC236}">
                <a16:creationId xmlns:a16="http://schemas.microsoft.com/office/drawing/2014/main" id="{31BFF408-B992-464E-A8B1-A19E36D9EFBD}"/>
              </a:ext>
            </a:extLst>
          </p:cNvPr>
          <p:cNvSpPr>
            <a:spLocks noChangeArrowheads="1"/>
          </p:cNvSpPr>
          <p:nvPr/>
        </p:nvSpPr>
        <p:spPr bwMode="auto">
          <a:xfrm>
            <a:off x="76200" y="4471988"/>
            <a:ext cx="2976563" cy="15700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zh-CN" altLang="en-US" sz="3200" dirty="0">
                <a:latin typeface="Times New Roman" panose="02020603050405020304" pitchFamily="18" charset="0"/>
                <a:ea typeface="楷体_GB2312" pitchFamily="49" charset="-122"/>
              </a:rPr>
              <a:t>因而</a:t>
            </a:r>
            <a:r>
              <a:rPr lang="en-US" altLang="zh-CN" sz="3200" dirty="0">
                <a:latin typeface="Times New Roman" panose="02020603050405020304" pitchFamily="18" charset="0"/>
                <a:ea typeface="楷体_GB2312" pitchFamily="49" charset="-122"/>
              </a:rPr>
              <a:t>d(a, S’)=2</a:t>
            </a:r>
            <a:r>
              <a:rPr lang="zh-CN" altLang="en-US" sz="3200" dirty="0">
                <a:latin typeface="Times New Roman" panose="02020603050405020304" pitchFamily="18" charset="0"/>
                <a:ea typeface="楷体_GB2312" pitchFamily="49" charset="-122"/>
              </a:rPr>
              <a:t>，</a:t>
            </a:r>
            <a:br>
              <a:rPr lang="zh-CN" altLang="en-US" sz="3200" dirty="0">
                <a:latin typeface="Times New Roman" panose="02020603050405020304" pitchFamily="18" charset="0"/>
                <a:ea typeface="楷体_GB2312" pitchFamily="49" charset="-122"/>
              </a:rPr>
            </a:br>
            <a:r>
              <a:rPr lang="en-US" altLang="zh-CN" sz="3200" dirty="0">
                <a:latin typeface="Times New Roman" panose="02020603050405020304" pitchFamily="18" charset="0"/>
                <a:ea typeface="楷体_GB2312" pitchFamily="49" charset="-122"/>
              </a:rPr>
              <a:t>a</a:t>
            </a:r>
            <a:r>
              <a:rPr lang="zh-CN" altLang="en-US" sz="3200" dirty="0">
                <a:latin typeface="Times New Roman" panose="02020603050405020304" pitchFamily="18" charset="0"/>
                <a:ea typeface="楷体_GB2312" pitchFamily="49" charset="-122"/>
              </a:rPr>
              <a:t>到</a:t>
            </a:r>
            <a:r>
              <a:rPr lang="en-US" altLang="zh-CN" sz="3200" dirty="0">
                <a:latin typeface="Times New Roman" panose="02020603050405020304" pitchFamily="18" charset="0"/>
                <a:ea typeface="楷体_GB2312" pitchFamily="49" charset="-122"/>
              </a:rPr>
              <a:t>S’</a:t>
            </a:r>
            <a:r>
              <a:rPr lang="zh-CN" altLang="en-US" sz="3200" dirty="0">
                <a:latin typeface="Times New Roman" panose="02020603050405020304" pitchFamily="18" charset="0"/>
                <a:ea typeface="楷体_GB2312" pitchFamily="49" charset="-122"/>
              </a:rPr>
              <a:t>的最短路为</a:t>
            </a:r>
            <a:r>
              <a:rPr lang="en-US" altLang="zh-CN" sz="3200" dirty="0">
                <a:latin typeface="Times New Roman" panose="02020603050405020304" pitchFamily="18" charset="0"/>
                <a:ea typeface="楷体_GB2312" pitchFamily="49" charset="-122"/>
              </a:rPr>
              <a:t>(a, f, c)</a:t>
            </a:r>
            <a:r>
              <a:rPr lang="zh-CN" altLang="en-US" sz="3200" dirty="0">
                <a:latin typeface="Times New Roman" panose="02020603050405020304" pitchFamily="18" charset="0"/>
                <a:ea typeface="楷体_GB2312" pitchFamily="49" charset="-122"/>
              </a:rPr>
              <a:t>。 </a:t>
            </a:r>
          </a:p>
        </p:txBody>
      </p:sp>
      <p:graphicFrame>
        <p:nvGraphicFramePr>
          <p:cNvPr id="65543" name="Object 7">
            <a:extLst>
              <a:ext uri="{FF2B5EF4-FFF2-40B4-BE49-F238E27FC236}">
                <a16:creationId xmlns:a16="http://schemas.microsoft.com/office/drawing/2014/main" id="{CF439F87-8931-854C-A7CD-59B10A5A63E3}"/>
              </a:ext>
            </a:extLst>
          </p:cNvPr>
          <p:cNvGraphicFramePr>
            <a:graphicFrameLocks noChangeAspect="1"/>
          </p:cNvGraphicFramePr>
          <p:nvPr/>
        </p:nvGraphicFramePr>
        <p:xfrm>
          <a:off x="4953000" y="0"/>
          <a:ext cx="4191000" cy="808038"/>
        </p:xfrm>
        <a:graphic>
          <a:graphicData uri="http://schemas.openxmlformats.org/presentationml/2006/ole">
            <mc:AlternateContent xmlns:mc="http://schemas.openxmlformats.org/markup-compatibility/2006">
              <mc:Choice xmlns:v="urn:schemas-microsoft-com:vml" Requires="v">
                <p:oleObj spid="_x0000_s65608" name="公式" r:id="rId9" imgW="1993900" imgH="368300" progId="Equation.3">
                  <p:embed/>
                </p:oleObj>
              </mc:Choice>
              <mc:Fallback>
                <p:oleObj name="公式" r:id="rId9" imgW="1993900" imgH="3683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53000" y="0"/>
                        <a:ext cx="4191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2016"/>
                                        </p:tgtEl>
                                        <p:attrNameLst>
                                          <p:attrName>style.visibility</p:attrName>
                                        </p:attrNameLst>
                                      </p:cBhvr>
                                      <p:to>
                                        <p:strVal val="visible"/>
                                      </p:to>
                                    </p:set>
                                    <p:animEffect transition="in" filter="wipe(left)">
                                      <p:cBhvr>
                                        <p:cTn id="7" dur="500"/>
                                        <p:tgtEl>
                                          <p:spTgt spid="820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2020"/>
                                        </p:tgtEl>
                                        <p:attrNameLst>
                                          <p:attrName>style.visibility</p:attrName>
                                        </p:attrNameLst>
                                      </p:cBhvr>
                                      <p:to>
                                        <p:strVal val="visible"/>
                                      </p:to>
                                    </p:set>
                                    <p:animEffect transition="in" filter="wipe(left)">
                                      <p:cBhvr>
                                        <p:cTn id="12" dur="500"/>
                                        <p:tgtEl>
                                          <p:spTgt spid="820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2018"/>
                                        </p:tgtEl>
                                        <p:attrNameLst>
                                          <p:attrName>style.visibility</p:attrName>
                                        </p:attrNameLst>
                                      </p:cBhvr>
                                      <p:to>
                                        <p:strVal val="visible"/>
                                      </p:to>
                                    </p:set>
                                    <p:animEffect transition="in" filter="wipe(left)">
                                      <p:cBhvr>
                                        <p:cTn id="17" dur="500"/>
                                        <p:tgtEl>
                                          <p:spTgt spid="820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2019"/>
                                        </p:tgtEl>
                                        <p:attrNameLst>
                                          <p:attrName>style.visibility</p:attrName>
                                        </p:attrNameLst>
                                      </p:cBhvr>
                                      <p:to>
                                        <p:strVal val="visible"/>
                                      </p:to>
                                    </p:set>
                                    <p:animEffect transition="in" filter="wipe(left)">
                                      <p:cBhvr>
                                        <p:cTn id="22" dur="500"/>
                                        <p:tgtEl>
                                          <p:spTgt spid="82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19" grpId="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1" name="Slide Number Placeholder 5">
            <a:extLst>
              <a:ext uri="{FF2B5EF4-FFF2-40B4-BE49-F238E27FC236}">
                <a16:creationId xmlns:a16="http://schemas.microsoft.com/office/drawing/2014/main" id="{94AE11CC-A723-094A-9655-7266F6284B66}"/>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A1F79A86-D0F8-DB4D-9528-17A266B1E479}" type="slidenum">
              <a:rPr kumimoji="0" lang="zh-CN" altLang="en-US" sz="1200"/>
              <a:pPr/>
              <a:t>39</a:t>
            </a:fld>
            <a:endParaRPr kumimoji="0" lang="en-US" altLang="zh-CN" sz="1200"/>
          </a:p>
        </p:txBody>
      </p:sp>
      <p:sp>
        <p:nvSpPr>
          <p:cNvPr id="77826" name="Rectangle 2">
            <a:extLst>
              <a:ext uri="{FF2B5EF4-FFF2-40B4-BE49-F238E27FC236}">
                <a16:creationId xmlns:a16="http://schemas.microsoft.com/office/drawing/2014/main" id="{A7983A8F-3350-354D-B1CE-0F49C9166BB1}"/>
              </a:ext>
            </a:extLst>
          </p:cNvPr>
          <p:cNvSpPr>
            <a:spLocks noGrp="1" noChangeArrowheads="1"/>
          </p:cNvSpPr>
          <p:nvPr>
            <p:ph type="title"/>
          </p:nvPr>
        </p:nvSpPr>
        <p:spPr>
          <a:xfrm>
            <a:off x="152400" y="457200"/>
            <a:ext cx="8153400" cy="762000"/>
          </a:xfrm>
        </p:spPr>
        <p:txBody>
          <a:bodyPr/>
          <a:lstStyle/>
          <a:p>
            <a:pPr marL="320040" indent="-320040" algn="l" fontAlgn="auto">
              <a:spcAft>
                <a:spcPts val="0"/>
              </a:spcAft>
              <a:buClr>
                <a:schemeClr val="accent6">
                  <a:lumMod val="75000"/>
                </a:schemeClr>
              </a:buClr>
              <a:defRPr/>
            </a:pPr>
            <a:r>
              <a:rPr lang="en-US" altLang="zh-CN" dirty="0" err="1">
                <a:latin typeface="Times New Roman" pitchFamily="18" charset="0"/>
                <a:ea typeface="+mj-ea"/>
                <a:cs typeface="+mj-cs"/>
              </a:rPr>
              <a:t>Dijkstra</a:t>
            </a:r>
            <a:r>
              <a:rPr lang="zh-CN" altLang="en-US" dirty="0">
                <a:latin typeface="Times New Roman" pitchFamily="18" charset="0"/>
                <a:ea typeface="+mj-ea"/>
                <a:cs typeface="+mj-cs"/>
              </a:rPr>
              <a:t>算法</a:t>
            </a:r>
          </a:p>
        </p:txBody>
      </p:sp>
      <p:sp>
        <p:nvSpPr>
          <p:cNvPr id="77827" name="Rectangle 3">
            <a:extLst>
              <a:ext uri="{FF2B5EF4-FFF2-40B4-BE49-F238E27FC236}">
                <a16:creationId xmlns:a16="http://schemas.microsoft.com/office/drawing/2014/main" id="{CE62D1BF-FF6D-414F-8438-B529BCE724D8}"/>
              </a:ext>
            </a:extLst>
          </p:cNvPr>
          <p:cNvSpPr>
            <a:spLocks noGrp="1" noChangeArrowheads="1"/>
          </p:cNvSpPr>
          <p:nvPr>
            <p:ph sz="quarter" idx="13"/>
          </p:nvPr>
        </p:nvSpPr>
        <p:spPr>
          <a:xfrm>
            <a:off x="76200" y="1524000"/>
            <a:ext cx="8763000" cy="4724400"/>
          </a:xfrm>
        </p:spPr>
        <p:txBody>
          <a:bodyPr/>
          <a:lstStyle/>
          <a:p>
            <a:r>
              <a:rPr kumimoji="0" lang="zh-CN" altLang="en-US" sz="3200">
                <a:solidFill>
                  <a:srgbClr val="4E67C8"/>
                </a:solidFill>
                <a:latin typeface="Times New Roman" panose="02020603050405020304" pitchFamily="18" charset="0"/>
                <a:ea typeface="楷体_GB2312" pitchFamily="49" charset="-122"/>
              </a:rPr>
              <a:t>指导思想：</a:t>
            </a:r>
            <a:r>
              <a:rPr kumimoji="0" lang="zh-CN" altLang="en-US" sz="3200">
                <a:latin typeface="Times New Roman" panose="02020603050405020304" pitchFamily="18" charset="0"/>
                <a:ea typeface="楷体_GB2312" pitchFamily="49" charset="-122"/>
              </a:rPr>
              <a:t>设</a:t>
            </a:r>
            <a:r>
              <a:rPr kumimoji="0" lang="en-US" altLang="zh-CN" sz="3200">
                <a:latin typeface="Times New Roman" panose="02020603050405020304" pitchFamily="18" charset="0"/>
                <a:ea typeface="楷体_GB2312" pitchFamily="49" charset="-122"/>
              </a:rPr>
              <a:t>u</a:t>
            </a:r>
            <a:r>
              <a:rPr kumimoji="0" lang="en-US" altLang="zh-CN" sz="3200" baseline="-25000">
                <a:latin typeface="Times New Roman" panose="02020603050405020304" pitchFamily="18" charset="0"/>
                <a:ea typeface="楷体_GB2312" pitchFamily="49" charset="-122"/>
              </a:rPr>
              <a:t>0</a:t>
            </a:r>
            <a:r>
              <a:rPr kumimoji="0" lang="en-US" altLang="zh-CN" sz="3200">
                <a:latin typeface="Times New Roman" panose="02020603050405020304" pitchFamily="18" charset="0"/>
                <a:ea typeface="楷体_GB2312" pitchFamily="49" charset="-122"/>
                <a:sym typeface="Symbol" pitchFamily="2" charset="2"/>
              </a:rPr>
              <a:t>P, </a:t>
            </a:r>
            <a:r>
              <a:rPr kumimoji="0" lang="en-US" altLang="zh-CN" sz="3200">
                <a:latin typeface="Times New Roman" panose="02020603050405020304" pitchFamily="18" charset="0"/>
                <a:ea typeface="楷体_GB2312" pitchFamily="49" charset="-122"/>
              </a:rPr>
              <a:t>v</a:t>
            </a:r>
            <a:r>
              <a:rPr kumimoji="0" lang="en-US" altLang="zh-CN" sz="3200" baseline="-25000">
                <a:latin typeface="Times New Roman" panose="02020603050405020304" pitchFamily="18" charset="0"/>
                <a:ea typeface="楷体_GB2312" pitchFamily="49" charset="-122"/>
              </a:rPr>
              <a:t>0</a:t>
            </a:r>
            <a:r>
              <a:rPr kumimoji="0" lang="en-US" altLang="zh-CN" sz="3200">
                <a:latin typeface="Times New Roman" panose="02020603050405020304" pitchFamily="18" charset="0"/>
                <a:ea typeface="楷体_GB2312" pitchFamily="49" charset="-122"/>
                <a:sym typeface="Symbol" pitchFamily="2" charset="2"/>
              </a:rPr>
              <a:t>P，</a:t>
            </a:r>
            <a:r>
              <a:rPr kumimoji="0" lang="zh-CN" altLang="en-US" sz="3200">
                <a:latin typeface="Times New Roman" panose="02020603050405020304" pitchFamily="18" charset="0"/>
                <a:ea typeface="楷体_GB2312" pitchFamily="49" charset="-122"/>
                <a:sym typeface="Symbol" pitchFamily="2" charset="2"/>
              </a:rPr>
              <a:t>要求</a:t>
            </a:r>
            <a:r>
              <a:rPr kumimoji="0" lang="en-US" altLang="zh-CN" sz="3200">
                <a:latin typeface="Times New Roman" panose="02020603050405020304" pitchFamily="18" charset="0"/>
                <a:ea typeface="楷体_GB2312" pitchFamily="49" charset="-122"/>
              </a:rPr>
              <a:t>u</a:t>
            </a:r>
            <a:r>
              <a:rPr kumimoji="0" lang="en-US" altLang="zh-CN" sz="3200" baseline="-25000">
                <a:latin typeface="Times New Roman" panose="02020603050405020304" pitchFamily="18" charset="0"/>
                <a:ea typeface="楷体_GB2312" pitchFamily="49" charset="-122"/>
              </a:rPr>
              <a:t>0</a:t>
            </a:r>
            <a:r>
              <a:rPr kumimoji="0" lang="zh-CN" altLang="en-US" sz="3200">
                <a:latin typeface="Times New Roman" panose="02020603050405020304" pitchFamily="18" charset="0"/>
                <a:ea typeface="楷体_GB2312" pitchFamily="49" charset="-122"/>
              </a:rPr>
              <a:t>到</a:t>
            </a:r>
            <a:r>
              <a:rPr kumimoji="0" lang="en-US" altLang="zh-CN" sz="3200">
                <a:latin typeface="Times New Roman" panose="02020603050405020304" pitchFamily="18" charset="0"/>
                <a:ea typeface="楷体_GB2312" pitchFamily="49" charset="-122"/>
              </a:rPr>
              <a:t>v</a:t>
            </a:r>
            <a:r>
              <a:rPr kumimoji="0" lang="en-US" altLang="zh-CN" sz="3200" baseline="-25000">
                <a:latin typeface="Times New Roman" panose="02020603050405020304" pitchFamily="18" charset="0"/>
                <a:ea typeface="楷体_GB2312" pitchFamily="49" charset="-122"/>
              </a:rPr>
              <a:t>0</a:t>
            </a:r>
            <a:r>
              <a:rPr kumimoji="0" lang="zh-CN" altLang="en-US" sz="3200">
                <a:latin typeface="Times New Roman" panose="02020603050405020304" pitchFamily="18" charset="0"/>
                <a:ea typeface="楷体_GB2312" pitchFamily="49" charset="-122"/>
              </a:rPr>
              <a:t>点的距离，我们通过求</a:t>
            </a:r>
            <a:r>
              <a:rPr kumimoji="0" lang="en-US" altLang="zh-CN" sz="3200">
                <a:latin typeface="Times New Roman" panose="02020603050405020304" pitchFamily="18" charset="0"/>
                <a:ea typeface="楷体_GB2312" pitchFamily="49" charset="-122"/>
              </a:rPr>
              <a:t>u</a:t>
            </a:r>
            <a:r>
              <a:rPr kumimoji="0" lang="en-US" altLang="zh-CN" sz="3200" baseline="-25000">
                <a:latin typeface="Times New Roman" panose="02020603050405020304" pitchFamily="18" charset="0"/>
                <a:ea typeface="楷体_GB2312" pitchFamily="49" charset="-122"/>
              </a:rPr>
              <a:t>0</a:t>
            </a:r>
            <a:r>
              <a:rPr kumimoji="0" lang="zh-CN" altLang="en-US" sz="3200">
                <a:latin typeface="Times New Roman" panose="02020603050405020304" pitchFamily="18" charset="0"/>
                <a:ea typeface="楷体_GB2312" pitchFamily="49" charset="-122"/>
              </a:rPr>
              <a:t>到图中其它各点的距离。先把</a:t>
            </a:r>
            <a:r>
              <a:rPr kumimoji="0" lang="en-US" altLang="zh-CN" sz="3200">
                <a:latin typeface="Times New Roman" panose="02020603050405020304" pitchFamily="18" charset="0"/>
                <a:ea typeface="楷体_GB2312" pitchFamily="49" charset="-122"/>
              </a:rPr>
              <a:t>P</a:t>
            </a:r>
            <a:r>
              <a:rPr kumimoji="0" lang="zh-CN" altLang="en-US" sz="3200">
                <a:latin typeface="Times New Roman" panose="02020603050405020304" pitchFamily="18" charset="0"/>
                <a:ea typeface="楷体_GB2312" pitchFamily="49" charset="-122"/>
              </a:rPr>
              <a:t>分成两个子集，一个设为</a:t>
            </a:r>
            <a:r>
              <a:rPr kumimoji="0" lang="en-US" altLang="zh-CN" sz="3200">
                <a:latin typeface="Times New Roman" panose="02020603050405020304" pitchFamily="18" charset="0"/>
                <a:ea typeface="楷体_GB2312" pitchFamily="49" charset="-122"/>
              </a:rPr>
              <a:t>S, S={v|v</a:t>
            </a:r>
            <a:r>
              <a:rPr kumimoji="0" lang="en-US" altLang="zh-CN" sz="3200">
                <a:latin typeface="Times New Roman" panose="02020603050405020304" pitchFamily="18" charset="0"/>
                <a:ea typeface="楷体_GB2312" pitchFamily="49" charset="-122"/>
                <a:sym typeface="Symbol" pitchFamily="2" charset="2"/>
              </a:rPr>
              <a:t>P,</a:t>
            </a:r>
            <a:r>
              <a:rPr kumimoji="0" lang="en-US" altLang="zh-CN" sz="3200">
                <a:latin typeface="Times New Roman" panose="02020603050405020304" pitchFamily="18" charset="0"/>
                <a:ea typeface="楷体_GB2312" pitchFamily="49" charset="-122"/>
              </a:rPr>
              <a:t> u</a:t>
            </a:r>
            <a:r>
              <a:rPr kumimoji="0" lang="en-US" altLang="zh-CN" sz="3200" baseline="-25000">
                <a:latin typeface="Times New Roman" panose="02020603050405020304" pitchFamily="18" charset="0"/>
                <a:ea typeface="楷体_GB2312" pitchFamily="49" charset="-122"/>
              </a:rPr>
              <a:t>0</a:t>
            </a:r>
            <a:r>
              <a:rPr kumimoji="0" lang="zh-CN" altLang="en-US" sz="3200">
                <a:latin typeface="Times New Roman" panose="02020603050405020304" pitchFamily="18" charset="0"/>
                <a:ea typeface="楷体_GB2312" pitchFamily="49" charset="-122"/>
              </a:rPr>
              <a:t>到</a:t>
            </a:r>
            <a:r>
              <a:rPr kumimoji="0" lang="en-US" altLang="zh-CN" sz="3200">
                <a:latin typeface="Times New Roman" panose="02020603050405020304" pitchFamily="18" charset="0"/>
                <a:ea typeface="楷体_GB2312" pitchFamily="49" charset="-122"/>
              </a:rPr>
              <a:t>v</a:t>
            </a:r>
            <a:r>
              <a:rPr kumimoji="0" lang="zh-CN" altLang="en-US" sz="3200">
                <a:latin typeface="Times New Roman" panose="02020603050405020304" pitchFamily="18" charset="0"/>
                <a:ea typeface="楷体_GB2312" pitchFamily="49" charset="-122"/>
              </a:rPr>
              <a:t>的距离已求出}，另一个是</a:t>
            </a:r>
            <a:r>
              <a:rPr kumimoji="0" lang="en-US" altLang="zh-CN" sz="3200">
                <a:latin typeface="Times New Roman" panose="02020603050405020304" pitchFamily="18" charset="0"/>
                <a:ea typeface="楷体_GB2312" pitchFamily="49" charset="-122"/>
              </a:rPr>
              <a:t>S</a:t>
            </a:r>
            <a:r>
              <a:rPr kumimoji="0" lang="en-US" altLang="zh-CN" sz="3200">
                <a:latin typeface="Arial" panose="020B0604020202020204" pitchFamily="34" charset="0"/>
                <a:ea typeface="楷体_GB2312" pitchFamily="49" charset="-122"/>
              </a:rPr>
              <a:t>’</a:t>
            </a:r>
            <a:r>
              <a:rPr kumimoji="0" lang="en-US" altLang="zh-CN" sz="3200">
                <a:latin typeface="Times New Roman" panose="02020603050405020304" pitchFamily="18" charset="0"/>
                <a:ea typeface="楷体_GB2312" pitchFamily="49" charset="-122"/>
              </a:rPr>
              <a:t>=P-S。</a:t>
            </a:r>
            <a:r>
              <a:rPr kumimoji="0" lang="zh-CN" altLang="en-US" sz="3200">
                <a:latin typeface="Times New Roman" panose="02020603050405020304" pitchFamily="18" charset="0"/>
                <a:ea typeface="楷体_GB2312" pitchFamily="49" charset="-122"/>
              </a:rPr>
              <a:t>显然，</a:t>
            </a:r>
            <a:r>
              <a:rPr kumimoji="0" lang="en-US" altLang="zh-CN" sz="3200">
                <a:latin typeface="Times New Roman" panose="02020603050405020304" pitchFamily="18" charset="0"/>
                <a:ea typeface="楷体_GB2312" pitchFamily="49" charset="-122"/>
              </a:rPr>
              <a:t>S</a:t>
            </a:r>
            <a:r>
              <a:rPr kumimoji="0" lang="en-US" altLang="zh-CN" sz="3200">
                <a:latin typeface="Times New Roman" panose="02020603050405020304" pitchFamily="18" charset="0"/>
                <a:ea typeface="楷体_GB2312" pitchFamily="49" charset="-122"/>
                <a:sym typeface="Symbol" pitchFamily="2" charset="2"/>
              </a:rPr>
              <a:t>，</a:t>
            </a:r>
            <a:r>
              <a:rPr kumimoji="0" lang="zh-CN" altLang="en-US" sz="3200">
                <a:latin typeface="Times New Roman" panose="02020603050405020304" pitchFamily="18" charset="0"/>
                <a:ea typeface="楷体_GB2312" pitchFamily="49" charset="-122"/>
                <a:sym typeface="Symbol" pitchFamily="2" charset="2"/>
              </a:rPr>
              <a:t>因为至少</a:t>
            </a:r>
            <a:r>
              <a:rPr kumimoji="0" lang="en-US" altLang="zh-CN" sz="3200">
                <a:latin typeface="Times New Roman" panose="02020603050405020304" pitchFamily="18" charset="0"/>
                <a:ea typeface="楷体_GB2312" pitchFamily="49" charset="-122"/>
              </a:rPr>
              <a:t>u</a:t>
            </a:r>
            <a:r>
              <a:rPr kumimoji="0" lang="en-US" altLang="zh-CN" sz="3200" baseline="-25000">
                <a:latin typeface="Times New Roman" panose="02020603050405020304" pitchFamily="18" charset="0"/>
                <a:ea typeface="楷体_GB2312" pitchFamily="49" charset="-122"/>
              </a:rPr>
              <a:t>0</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rPr>
              <a:t>S，</a:t>
            </a:r>
            <a:r>
              <a:rPr kumimoji="0" lang="zh-CN" altLang="en-US" sz="3200">
                <a:latin typeface="Times New Roman" panose="02020603050405020304" pitchFamily="18" charset="0"/>
                <a:ea typeface="楷体_GB2312" pitchFamily="49" charset="-122"/>
              </a:rPr>
              <a:t>算法不断扩大</a:t>
            </a:r>
            <a:r>
              <a:rPr kumimoji="0" lang="en-US" altLang="zh-CN" sz="3200">
                <a:latin typeface="Times New Roman" panose="02020603050405020304" pitchFamily="18" charset="0"/>
                <a:ea typeface="楷体_GB2312" pitchFamily="49" charset="-122"/>
              </a:rPr>
              <a:t>S，</a:t>
            </a:r>
            <a:r>
              <a:rPr kumimoji="0" lang="zh-CN" altLang="en-US" sz="3200">
                <a:latin typeface="Times New Roman" panose="02020603050405020304" pitchFamily="18" charset="0"/>
                <a:ea typeface="楷体_GB2312" pitchFamily="49" charset="-122"/>
              </a:rPr>
              <a:t>直到</a:t>
            </a:r>
            <a:r>
              <a:rPr kumimoji="0" lang="en-US" altLang="zh-CN" sz="3200">
                <a:latin typeface="Times New Roman" panose="02020603050405020304" pitchFamily="18" charset="0"/>
                <a:ea typeface="楷体_GB2312" pitchFamily="49" charset="-122"/>
              </a:rPr>
              <a:t>S=P(</a:t>
            </a:r>
            <a:r>
              <a:rPr kumimoji="0" lang="zh-CN" altLang="en-US" sz="3200">
                <a:latin typeface="Times New Roman" panose="02020603050405020304" pitchFamily="18" charset="0"/>
                <a:ea typeface="楷体_GB2312" pitchFamily="49" charset="-122"/>
              </a:rPr>
              <a:t>或者</a:t>
            </a:r>
            <a:r>
              <a:rPr kumimoji="0" lang="en-US" altLang="zh-CN" sz="3200">
                <a:latin typeface="Times New Roman" panose="02020603050405020304" pitchFamily="18" charset="0"/>
                <a:ea typeface="楷体_GB2312" pitchFamily="49" charset="-122"/>
              </a:rPr>
              <a:t>v</a:t>
            </a:r>
            <a:r>
              <a:rPr kumimoji="0" lang="en-US" altLang="zh-CN" sz="3200" baseline="-25000">
                <a:latin typeface="Times New Roman" panose="02020603050405020304" pitchFamily="18" charset="0"/>
                <a:ea typeface="楷体_GB2312" pitchFamily="49" charset="-122"/>
              </a:rPr>
              <a:t>0 </a:t>
            </a:r>
            <a:r>
              <a:rPr kumimoji="0" lang="en-US" altLang="zh-CN" sz="3200">
                <a:latin typeface="Times New Roman" panose="02020603050405020304" pitchFamily="18" charset="0"/>
                <a:ea typeface="楷体_GB2312" pitchFamily="49" charset="-122"/>
                <a:sym typeface="Symbol" pitchFamily="2" charset="2"/>
              </a:rPr>
              <a:t>S)</a:t>
            </a:r>
          </a:p>
          <a:p>
            <a:r>
              <a:rPr kumimoji="0" lang="zh-CN" altLang="en-US" sz="3200">
                <a:latin typeface="Times New Roman" panose="02020603050405020304" pitchFamily="18" charset="0"/>
                <a:ea typeface="楷体_GB2312" pitchFamily="49" charset="-122"/>
                <a:sym typeface="Symbol" pitchFamily="2" charset="2"/>
              </a:rPr>
              <a:t>对任意的</a:t>
            </a:r>
            <a:r>
              <a:rPr kumimoji="0" lang="en-US" altLang="zh-CN" sz="3200">
                <a:latin typeface="Times New Roman" panose="02020603050405020304" pitchFamily="18" charset="0"/>
                <a:ea typeface="楷体_GB2312" pitchFamily="49" charset="-122"/>
                <a:sym typeface="Symbol" pitchFamily="2" charset="2"/>
              </a:rPr>
              <a:t>vP-{</a:t>
            </a:r>
            <a:r>
              <a:rPr kumimoji="0" lang="en-US" altLang="zh-CN" sz="3200">
                <a:latin typeface="Times New Roman" panose="02020603050405020304" pitchFamily="18" charset="0"/>
                <a:ea typeface="楷体_GB2312" pitchFamily="49" charset="-122"/>
              </a:rPr>
              <a:t>u</a:t>
            </a:r>
            <a:r>
              <a:rPr kumimoji="0" lang="en-US" altLang="zh-CN" sz="3200" baseline="-25000">
                <a:latin typeface="Times New Roman" panose="02020603050405020304" pitchFamily="18" charset="0"/>
                <a:ea typeface="楷体_GB2312" pitchFamily="49" charset="-122"/>
              </a:rPr>
              <a:t>0</a:t>
            </a:r>
            <a:r>
              <a:rPr kumimoji="0" lang="en-US" altLang="zh-CN" sz="3200">
                <a:latin typeface="Times New Roman" panose="02020603050405020304" pitchFamily="18" charset="0"/>
                <a:ea typeface="楷体_GB2312" pitchFamily="49" charset="-122"/>
                <a:sym typeface="Symbol" pitchFamily="2" charset="2"/>
              </a:rPr>
              <a:t>}，</a:t>
            </a:r>
            <a:r>
              <a:rPr kumimoji="0" lang="zh-CN" altLang="en-US" sz="3200">
                <a:latin typeface="Times New Roman" panose="02020603050405020304" pitchFamily="18" charset="0"/>
                <a:ea typeface="楷体_GB2312" pitchFamily="49" charset="-122"/>
                <a:sym typeface="Symbol" pitchFamily="2" charset="2"/>
              </a:rPr>
              <a:t>设</a:t>
            </a:r>
            <a:r>
              <a:rPr kumimoji="0" lang="en-US" altLang="zh-CN" sz="3200">
                <a:latin typeface="Times New Roman" panose="02020603050405020304" pitchFamily="18" charset="0"/>
                <a:ea typeface="楷体_GB2312" pitchFamily="49" charset="-122"/>
                <a:sym typeface="Symbol" pitchFamily="2" charset="2"/>
              </a:rPr>
              <a:t>l(v)</a:t>
            </a:r>
            <a:r>
              <a:rPr kumimoji="0" lang="zh-CN" altLang="en-US" sz="3200">
                <a:latin typeface="Times New Roman" panose="02020603050405020304" pitchFamily="18" charset="0"/>
                <a:ea typeface="楷体_GB2312" pitchFamily="49" charset="-122"/>
                <a:sym typeface="Symbol" pitchFamily="2" charset="2"/>
              </a:rPr>
              <a:t>表示从</a:t>
            </a:r>
            <a:r>
              <a:rPr kumimoji="0" lang="en-US" altLang="zh-CN" sz="3200">
                <a:latin typeface="Times New Roman" panose="02020603050405020304" pitchFamily="18" charset="0"/>
                <a:ea typeface="楷体_GB2312" pitchFamily="49" charset="-122"/>
              </a:rPr>
              <a:t>u</a:t>
            </a:r>
            <a:r>
              <a:rPr kumimoji="0" lang="en-US" altLang="zh-CN" sz="3200" baseline="-25000">
                <a:latin typeface="Times New Roman" panose="02020603050405020304" pitchFamily="18" charset="0"/>
                <a:ea typeface="楷体_GB2312" pitchFamily="49" charset="-122"/>
              </a:rPr>
              <a:t>0</a:t>
            </a:r>
            <a:r>
              <a:rPr kumimoji="0" lang="zh-CN" altLang="en-US" sz="3200">
                <a:latin typeface="Times New Roman" panose="02020603050405020304" pitchFamily="18" charset="0"/>
                <a:ea typeface="楷体_GB2312" pitchFamily="49" charset="-122"/>
              </a:rPr>
              <a:t>仅经过</a:t>
            </a:r>
            <a:r>
              <a:rPr kumimoji="0" lang="en-US" altLang="zh-CN" sz="3200">
                <a:latin typeface="Times New Roman" panose="02020603050405020304" pitchFamily="18" charset="0"/>
                <a:ea typeface="楷体_GB2312" pitchFamily="49" charset="-122"/>
              </a:rPr>
              <a:t>S</a:t>
            </a:r>
            <a:r>
              <a:rPr kumimoji="0" lang="zh-CN" altLang="en-US" sz="3200">
                <a:latin typeface="Times New Roman" panose="02020603050405020304" pitchFamily="18" charset="0"/>
                <a:ea typeface="楷体_GB2312" pitchFamily="49" charset="-122"/>
              </a:rPr>
              <a:t>中点到</a:t>
            </a:r>
            <a:r>
              <a:rPr kumimoji="0" lang="en-US" altLang="zh-CN" sz="3200">
                <a:latin typeface="Times New Roman" panose="02020603050405020304" pitchFamily="18" charset="0"/>
                <a:ea typeface="楷体_GB2312" pitchFamily="49" charset="-122"/>
              </a:rPr>
              <a:t>v</a:t>
            </a:r>
            <a:r>
              <a:rPr kumimoji="0" lang="zh-CN" altLang="en-US" sz="3200">
                <a:latin typeface="Times New Roman" panose="02020603050405020304" pitchFamily="18" charset="0"/>
                <a:ea typeface="楷体_GB2312" pitchFamily="49" charset="-122"/>
              </a:rPr>
              <a:t>的最短路的带权长度。若不存在这样的路，置</a:t>
            </a:r>
            <a:r>
              <a:rPr kumimoji="0" lang="en-US" altLang="zh-CN" sz="3200">
                <a:latin typeface="Times New Roman" panose="02020603050405020304" pitchFamily="18" charset="0"/>
                <a:ea typeface="楷体_GB2312" pitchFamily="49" charset="-122"/>
                <a:sym typeface="Symbol" pitchFamily="2" charset="2"/>
              </a:rPr>
              <a:t>l(v)=</a:t>
            </a:r>
            <a:r>
              <a:rPr kumimoji="0" lang="en-US" altLang="zh-CN" sz="3200">
                <a:latin typeface="宋体" panose="02010600030101010101" pitchFamily="2" charset="-122"/>
                <a:ea typeface="楷体_GB2312" pitchFamily="49" charset="-122"/>
              </a:rPr>
              <a:t>∞。</a:t>
            </a:r>
            <a:endParaRPr kumimoji="0" lang="zh-CN" altLang="en-US" sz="3200">
              <a:latin typeface="宋体" panose="02010600030101010101" pitchFamily="2" charset="-122"/>
              <a:ea typeface="楷体_GB2312" pitchFamily="49"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animEffect transition="in" filter="wipe(left)">
                                      <p:cBhvr>
                                        <p:cTn id="7" dur="500"/>
                                        <p:tgtEl>
                                          <p:spTgt spid="778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827">
                                            <p:txEl>
                                              <p:pRg st="1" end="1"/>
                                            </p:txEl>
                                          </p:spTgt>
                                        </p:tgtEl>
                                        <p:attrNameLst>
                                          <p:attrName>style.visibility</p:attrName>
                                        </p:attrNameLst>
                                      </p:cBhvr>
                                      <p:to>
                                        <p:strVal val="visible"/>
                                      </p:to>
                                    </p:set>
                                    <p:animEffect transition="in" filter="wipe(left)">
                                      <p:cBhvr>
                                        <p:cTn id="12" dur="500"/>
                                        <p:tgtEl>
                                          <p:spTgt spid="778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09" name="Slide Number Placeholder 5">
            <a:extLst>
              <a:ext uri="{FF2B5EF4-FFF2-40B4-BE49-F238E27FC236}">
                <a16:creationId xmlns:a16="http://schemas.microsoft.com/office/drawing/2014/main" id="{18D108EB-2A95-DD49-80BE-51ADE00C726A}"/>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29B25226-370B-A441-B6F7-CA5C904F62CD}" type="slidenum">
              <a:rPr kumimoji="0" lang="zh-CN" altLang="en-US" sz="1200"/>
              <a:pPr/>
              <a:t>40</a:t>
            </a:fld>
            <a:endParaRPr kumimoji="0" lang="en-US" altLang="zh-CN" sz="1200"/>
          </a:p>
        </p:txBody>
      </p:sp>
      <p:sp>
        <p:nvSpPr>
          <p:cNvPr id="75778" name="Rectangle 2">
            <a:extLst>
              <a:ext uri="{FF2B5EF4-FFF2-40B4-BE49-F238E27FC236}">
                <a16:creationId xmlns:a16="http://schemas.microsoft.com/office/drawing/2014/main" id="{5758679C-2875-4B44-85F6-85FF0C27D0DE}"/>
              </a:ext>
            </a:extLst>
          </p:cNvPr>
          <p:cNvSpPr>
            <a:spLocks noGrp="1" noChangeArrowheads="1"/>
          </p:cNvSpPr>
          <p:nvPr>
            <p:ph type="title"/>
          </p:nvPr>
        </p:nvSpPr>
        <p:spPr>
          <a:xfrm>
            <a:off x="228600" y="381000"/>
            <a:ext cx="8153400" cy="762000"/>
          </a:xfrm>
        </p:spPr>
        <p:txBody>
          <a:bodyPr/>
          <a:lstStyle/>
          <a:p>
            <a:pPr marL="320040" indent="-320040" algn="l" fontAlgn="auto">
              <a:spcAft>
                <a:spcPts val="0"/>
              </a:spcAft>
              <a:buClr>
                <a:schemeClr val="accent6">
                  <a:lumMod val="75000"/>
                </a:schemeClr>
              </a:buClr>
              <a:defRPr/>
            </a:pPr>
            <a:r>
              <a:rPr lang="en-US" altLang="zh-CN" dirty="0" err="1">
                <a:latin typeface="Times New Roman" pitchFamily="18" charset="0"/>
                <a:ea typeface="+mj-ea"/>
                <a:cs typeface="+mj-cs"/>
              </a:rPr>
              <a:t>Dijkstra</a:t>
            </a:r>
            <a:r>
              <a:rPr lang="zh-CN" altLang="en-US" dirty="0">
                <a:latin typeface="Times New Roman" pitchFamily="18" charset="0"/>
                <a:ea typeface="+mj-ea"/>
                <a:cs typeface="+mj-cs"/>
              </a:rPr>
              <a:t>算法</a:t>
            </a:r>
          </a:p>
        </p:txBody>
      </p:sp>
      <p:sp>
        <p:nvSpPr>
          <p:cNvPr id="75779" name="Rectangle 3">
            <a:extLst>
              <a:ext uri="{FF2B5EF4-FFF2-40B4-BE49-F238E27FC236}">
                <a16:creationId xmlns:a16="http://schemas.microsoft.com/office/drawing/2014/main" id="{18A1BE6E-B05B-2D47-A5A7-7D9CFE78053F}"/>
              </a:ext>
            </a:extLst>
          </p:cNvPr>
          <p:cNvSpPr>
            <a:spLocks noGrp="1" noChangeArrowheads="1"/>
          </p:cNvSpPr>
          <p:nvPr>
            <p:ph sz="quarter" idx="13"/>
          </p:nvPr>
        </p:nvSpPr>
        <p:spPr>
          <a:xfrm>
            <a:off x="152400" y="1524000"/>
            <a:ext cx="8610600" cy="1143000"/>
          </a:xfrm>
        </p:spPr>
        <p:txBody>
          <a:bodyPr/>
          <a:lstStyle/>
          <a:p>
            <a:pPr marL="552450" indent="-552450">
              <a:buFont typeface="Wingdings" pitchFamily="2" charset="2"/>
              <a:buNone/>
            </a:pPr>
            <a:r>
              <a:rPr kumimoji="0" lang="zh-CN" altLang="en-US" sz="3200">
                <a:solidFill>
                  <a:schemeClr val="tx2"/>
                </a:solidFill>
                <a:latin typeface="Times New Roman" panose="02020603050405020304" pitchFamily="18" charset="0"/>
                <a:ea typeface="楷体_GB2312" pitchFamily="49" charset="-122"/>
              </a:rPr>
              <a:t>(1) </a:t>
            </a:r>
            <a:r>
              <a:rPr kumimoji="0" lang="zh-CN" altLang="en-US" sz="3200">
                <a:latin typeface="Times New Roman" panose="02020603050405020304" pitchFamily="18" charset="0"/>
                <a:ea typeface="楷体_GB2312" pitchFamily="49" charset="-122"/>
              </a:rPr>
              <a:t>初始化，令</a:t>
            </a:r>
            <a:r>
              <a:rPr kumimoji="0" lang="en-US" altLang="zh-CN" sz="3200">
                <a:latin typeface="Times New Roman" panose="02020603050405020304" pitchFamily="18" charset="0"/>
                <a:ea typeface="楷体_GB2312" pitchFamily="49" charset="-122"/>
              </a:rPr>
              <a:t>S={u</a:t>
            </a:r>
            <a:r>
              <a:rPr kumimoji="0" lang="en-US" altLang="zh-CN" sz="3200" baseline="-30000">
                <a:latin typeface="Times New Roman" panose="02020603050405020304" pitchFamily="18" charset="0"/>
                <a:ea typeface="楷体_GB2312" pitchFamily="49" charset="-122"/>
              </a:rPr>
              <a:t>0</a:t>
            </a:r>
            <a:r>
              <a:rPr kumimoji="0" lang="en-US" altLang="zh-CN" sz="3200">
                <a:latin typeface="Times New Roman" panose="02020603050405020304" pitchFamily="18" charset="0"/>
                <a:ea typeface="楷体_GB2312" pitchFamily="49" charset="-122"/>
              </a:rPr>
              <a:t>}，S</a:t>
            </a:r>
            <a:r>
              <a:rPr kumimoji="0" lang="en-US" altLang="zh-CN" sz="3200">
                <a:latin typeface="Arial" panose="020B0604020202020204" pitchFamily="34" charset="0"/>
                <a:ea typeface="楷体_GB2312" pitchFamily="49" charset="-122"/>
              </a:rPr>
              <a:t>’</a:t>
            </a:r>
            <a:r>
              <a:rPr kumimoji="0" lang="en-US" altLang="zh-CN" sz="3200">
                <a:latin typeface="Times New Roman" panose="02020603050405020304" pitchFamily="18" charset="0"/>
                <a:ea typeface="楷体_GB2312" pitchFamily="49" charset="-122"/>
              </a:rPr>
              <a:t>=P-S，</a:t>
            </a:r>
            <a:r>
              <a:rPr kumimoji="0" lang="zh-CN" altLang="en-US" sz="3200">
                <a:latin typeface="Times New Roman" panose="02020603050405020304" pitchFamily="18" charset="0"/>
                <a:ea typeface="楷体_GB2312" pitchFamily="49" charset="-122"/>
              </a:rPr>
              <a:t>对 </a:t>
            </a:r>
            <a:r>
              <a:rPr kumimoji="0" lang="en-US" altLang="zh-CN" sz="3200">
                <a:latin typeface="Times New Roman" panose="02020603050405020304" pitchFamily="18" charset="0"/>
                <a:ea typeface="楷体_GB2312" pitchFamily="49" charset="-122"/>
              </a:rPr>
              <a:t>S</a:t>
            </a:r>
            <a:r>
              <a:rPr kumimoji="0" lang="en-US" altLang="zh-CN" sz="3200">
                <a:latin typeface="Arial" panose="020B0604020202020204" pitchFamily="34" charset="0"/>
                <a:ea typeface="楷体_GB2312" pitchFamily="49" charset="-122"/>
              </a:rPr>
              <a:t>’</a:t>
            </a:r>
            <a:r>
              <a:rPr kumimoji="0" lang="zh-CN" altLang="en-US" sz="3200">
                <a:latin typeface="Times New Roman" panose="02020603050405020304" pitchFamily="18" charset="0"/>
                <a:ea typeface="楷体_GB2312" pitchFamily="49" charset="-122"/>
              </a:rPr>
              <a:t>中每一个顶点</a:t>
            </a:r>
            <a:r>
              <a:rPr kumimoji="0" lang="en-US" altLang="zh-CN" sz="3200">
                <a:latin typeface="Times New Roman" panose="02020603050405020304" pitchFamily="18" charset="0"/>
                <a:ea typeface="楷体_GB2312" pitchFamily="49" charset="-122"/>
              </a:rPr>
              <a:t>v, </a:t>
            </a:r>
            <a:r>
              <a:rPr kumimoji="0" lang="zh-CN" altLang="en-US" sz="3200">
                <a:latin typeface="Times New Roman" panose="02020603050405020304" pitchFamily="18" charset="0"/>
                <a:ea typeface="楷体_GB2312" pitchFamily="49" charset="-122"/>
              </a:rPr>
              <a:t>令</a:t>
            </a:r>
            <a:r>
              <a:rPr kumimoji="0" lang="en-US" altLang="zh-CN" sz="3200">
                <a:latin typeface="Times New Roman" panose="02020603050405020304" pitchFamily="18" charset="0"/>
                <a:ea typeface="楷体_GB2312" pitchFamily="49" charset="-122"/>
              </a:rPr>
              <a:t>l(v)=w(u</a:t>
            </a:r>
            <a:r>
              <a:rPr kumimoji="0" lang="en-US" altLang="zh-CN" sz="3200" baseline="-25000">
                <a:latin typeface="Times New Roman" panose="02020603050405020304" pitchFamily="18" charset="0"/>
                <a:ea typeface="楷体_GB2312" pitchFamily="49" charset="-122"/>
              </a:rPr>
              <a:t>0</a:t>
            </a:r>
            <a:r>
              <a:rPr kumimoji="0" lang="en-US" altLang="zh-CN" sz="3200">
                <a:latin typeface="Times New Roman" panose="02020603050405020304" pitchFamily="18" charset="0"/>
                <a:ea typeface="楷体_GB2312" pitchFamily="49" charset="-122"/>
              </a:rPr>
              <a:t>,v)；</a:t>
            </a:r>
          </a:p>
        </p:txBody>
      </p:sp>
      <p:grpSp>
        <p:nvGrpSpPr>
          <p:cNvPr id="75791" name="Group 15">
            <a:extLst>
              <a:ext uri="{FF2B5EF4-FFF2-40B4-BE49-F238E27FC236}">
                <a16:creationId xmlns:a16="http://schemas.microsoft.com/office/drawing/2014/main" id="{674AA74F-89F1-8241-971A-545C9DD601A0}"/>
              </a:ext>
            </a:extLst>
          </p:cNvPr>
          <p:cNvGrpSpPr>
            <a:grpSpLocks/>
          </p:cNvGrpSpPr>
          <p:nvPr/>
        </p:nvGrpSpPr>
        <p:grpSpPr bwMode="auto">
          <a:xfrm>
            <a:off x="214313" y="2852738"/>
            <a:ext cx="8701087" cy="725487"/>
            <a:chOff x="135" y="1344"/>
            <a:chExt cx="5625" cy="457"/>
          </a:xfrm>
        </p:grpSpPr>
        <p:sp>
          <p:nvSpPr>
            <p:cNvPr id="43018" name="Rectangle 8">
              <a:extLst>
                <a:ext uri="{FF2B5EF4-FFF2-40B4-BE49-F238E27FC236}">
                  <a16:creationId xmlns:a16="http://schemas.microsoft.com/office/drawing/2014/main" id="{350CAA85-DB0F-5645-B73F-A353975C1AFB}"/>
                </a:ext>
              </a:extLst>
            </p:cNvPr>
            <p:cNvSpPr>
              <a:spLocks noChangeArrowheads="1"/>
            </p:cNvSpPr>
            <p:nvPr/>
          </p:nvSpPr>
          <p:spPr bwMode="auto">
            <a:xfrm>
              <a:off x="135" y="1344"/>
              <a:ext cx="5625" cy="3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2"/>
                </a:buClr>
                <a:buFont typeface="Wingdings" pitchFamily="2" charset="2"/>
                <a:buNone/>
              </a:pPr>
              <a:r>
                <a:rPr lang="zh-CN" altLang="en-US" sz="3200">
                  <a:solidFill>
                    <a:schemeClr val="tx2"/>
                  </a:solidFill>
                  <a:latin typeface="Times New Roman" panose="02020603050405020304" pitchFamily="18" charset="0"/>
                  <a:ea typeface="楷体_GB2312" pitchFamily="49" charset="-122"/>
                </a:rPr>
                <a:t>(2) </a:t>
              </a:r>
              <a:r>
                <a:rPr lang="zh-CN" altLang="en-US" sz="3200">
                  <a:latin typeface="Times New Roman" panose="02020603050405020304" pitchFamily="18" charset="0"/>
                  <a:ea typeface="楷体_GB2312" pitchFamily="49" charset="-122"/>
                </a:rPr>
                <a:t>找到</a:t>
              </a:r>
              <a:r>
                <a:rPr lang="en-US" altLang="zh-CN" sz="3200">
                  <a:latin typeface="Times New Roman" panose="02020603050405020304" pitchFamily="18" charset="0"/>
                  <a:ea typeface="楷体_GB2312" pitchFamily="49" charset="-122"/>
                </a:rPr>
                <a:t>u</a:t>
              </a:r>
              <a:r>
                <a:rPr lang="en-US" altLang="zh-CN" sz="3200" baseline="-25000">
                  <a:latin typeface="Times New Roman" panose="02020603050405020304" pitchFamily="18" charset="0"/>
                  <a:ea typeface="楷体_GB2312" pitchFamily="49" charset="-122"/>
                </a:rPr>
                <a:t>i</a:t>
              </a:r>
              <a:r>
                <a:rPr lang="en-US" altLang="zh-CN" sz="3200">
                  <a:latin typeface="Times New Roman" panose="02020603050405020304" pitchFamily="18" charset="0"/>
                  <a:ea typeface="楷体_GB2312" pitchFamily="49" charset="-122"/>
                  <a:sym typeface="Symbol" pitchFamily="2" charset="2"/>
                </a:rPr>
                <a:t></a:t>
              </a:r>
              <a:r>
                <a:rPr lang="en-US" altLang="zh-CN" sz="3200">
                  <a:latin typeface="Times New Roman" panose="02020603050405020304" pitchFamily="18" charset="0"/>
                  <a:ea typeface="楷体_GB2312" pitchFamily="49" charset="-122"/>
                </a:rPr>
                <a:t>S’，</a:t>
              </a:r>
              <a:r>
                <a:rPr lang="zh-CN" altLang="en-US" sz="3200">
                  <a:latin typeface="Times New Roman" panose="02020603050405020304" pitchFamily="18" charset="0"/>
                  <a:ea typeface="楷体_GB2312" pitchFamily="49" charset="-122"/>
                </a:rPr>
                <a:t>满足</a:t>
              </a:r>
            </a:p>
          </p:txBody>
        </p:sp>
        <p:graphicFrame>
          <p:nvGraphicFramePr>
            <p:cNvPr id="68618" name="Object 12">
              <a:extLst>
                <a:ext uri="{FF2B5EF4-FFF2-40B4-BE49-F238E27FC236}">
                  <a16:creationId xmlns:a16="http://schemas.microsoft.com/office/drawing/2014/main" id="{1174FB66-A30B-9F4E-9491-F6A509C6AABA}"/>
                </a:ext>
              </a:extLst>
            </p:cNvPr>
            <p:cNvGraphicFramePr>
              <a:graphicFrameLocks noChangeAspect="1"/>
            </p:cNvGraphicFramePr>
            <p:nvPr/>
          </p:nvGraphicFramePr>
          <p:xfrm>
            <a:off x="2603" y="1384"/>
            <a:ext cx="1549" cy="417"/>
          </p:xfrm>
          <a:graphic>
            <a:graphicData uri="http://schemas.openxmlformats.org/presentationml/2006/ole">
              <mc:AlternateContent xmlns:mc="http://schemas.openxmlformats.org/markup-compatibility/2006">
                <mc:Choice xmlns:v="urn:schemas-microsoft-com:vml" Requires="v">
                  <p:oleObj spid="_x0000_s68631" name="公式" r:id="rId4" imgW="1066800" imgH="266700" progId="Equation.3">
                    <p:embed/>
                  </p:oleObj>
                </mc:Choice>
                <mc:Fallback>
                  <p:oleObj name="公式" r:id="rId4" imgW="1066800" imgH="266700"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3" y="1384"/>
                          <a:ext cx="1549"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75792" name="Group 16">
            <a:extLst>
              <a:ext uri="{FF2B5EF4-FFF2-40B4-BE49-F238E27FC236}">
                <a16:creationId xmlns:a16="http://schemas.microsoft.com/office/drawing/2014/main" id="{0677F64A-EA77-784D-B916-2A969613F321}"/>
              </a:ext>
            </a:extLst>
          </p:cNvPr>
          <p:cNvGrpSpPr>
            <a:grpSpLocks/>
          </p:cNvGrpSpPr>
          <p:nvPr/>
        </p:nvGrpSpPr>
        <p:grpSpPr bwMode="auto">
          <a:xfrm>
            <a:off x="228600" y="3783013"/>
            <a:ext cx="8610600" cy="2470150"/>
            <a:chOff x="144" y="1776"/>
            <a:chExt cx="5424" cy="1556"/>
          </a:xfrm>
        </p:grpSpPr>
        <p:sp>
          <p:nvSpPr>
            <p:cNvPr id="43015" name="Rectangle 11">
              <a:extLst>
                <a:ext uri="{FF2B5EF4-FFF2-40B4-BE49-F238E27FC236}">
                  <a16:creationId xmlns:a16="http://schemas.microsoft.com/office/drawing/2014/main" id="{EE5BC974-D022-AE45-A176-46E228861149}"/>
                </a:ext>
              </a:extLst>
            </p:cNvPr>
            <p:cNvSpPr>
              <a:spLocks noChangeArrowheads="1"/>
            </p:cNvSpPr>
            <p:nvPr/>
          </p:nvSpPr>
          <p:spPr bwMode="auto">
            <a:xfrm>
              <a:off x="144" y="1776"/>
              <a:ext cx="5424" cy="6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565150" indent="-565150">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2"/>
                </a:buClr>
                <a:buFont typeface="Wingdings" pitchFamily="2" charset="2"/>
                <a:buNone/>
              </a:pPr>
              <a:r>
                <a:rPr lang="zh-CN" altLang="en-US" sz="3200">
                  <a:solidFill>
                    <a:schemeClr val="tx2"/>
                  </a:solidFill>
                  <a:latin typeface="Times New Roman" panose="02020603050405020304" pitchFamily="18" charset="0"/>
                  <a:ea typeface="楷体_GB2312" pitchFamily="49" charset="-122"/>
                </a:rPr>
                <a:t>(3)</a:t>
              </a:r>
              <a:r>
                <a:rPr lang="zh-CN" altLang="en-US" sz="3200">
                  <a:latin typeface="Times New Roman" panose="02020603050405020304" pitchFamily="18" charset="0"/>
                  <a:ea typeface="楷体_GB2312" pitchFamily="49" charset="-122"/>
                </a:rPr>
                <a:t> 若</a:t>
              </a:r>
              <a:r>
                <a:rPr lang="en-US" altLang="zh-CN" sz="3200">
                  <a:latin typeface="Times New Roman" panose="02020603050405020304" pitchFamily="18" charset="0"/>
                  <a:ea typeface="楷体_GB2312" pitchFamily="49" charset="-122"/>
                </a:rPr>
                <a:t>S=P，</a:t>
              </a:r>
              <a:r>
                <a:rPr lang="zh-CN" altLang="en-US" sz="3200">
                  <a:latin typeface="Times New Roman" panose="02020603050405020304" pitchFamily="18" charset="0"/>
                  <a:ea typeface="楷体_GB2312" pitchFamily="49" charset="-122"/>
                </a:rPr>
                <a:t>则终止；否则令</a:t>
              </a:r>
              <a:r>
                <a:rPr lang="en-US" altLang="zh-CN" sz="3200">
                  <a:latin typeface="Times New Roman" panose="02020603050405020304" pitchFamily="18" charset="0"/>
                  <a:ea typeface="楷体_GB2312" pitchFamily="49" charset="-122"/>
                </a:rPr>
                <a:t>S=S</a:t>
              </a:r>
              <a:r>
                <a:rPr lang="zh-CN" altLang="en-US" sz="3200">
                  <a:latin typeface="Times New Roman" panose="02020603050405020304" pitchFamily="18" charset="0"/>
                  <a:ea typeface="楷体_GB2312" pitchFamily="49" charset="-122"/>
                </a:rPr>
                <a:t>∪{</a:t>
              </a:r>
              <a:r>
                <a:rPr lang="en-US" altLang="zh-CN" sz="3200">
                  <a:latin typeface="Times New Roman" panose="02020603050405020304" pitchFamily="18" charset="0"/>
                  <a:ea typeface="楷体_GB2312" pitchFamily="49" charset="-122"/>
                </a:rPr>
                <a:t>u</a:t>
              </a:r>
              <a:r>
                <a:rPr lang="en-US" altLang="zh-CN" sz="3200" baseline="-25000">
                  <a:latin typeface="Times New Roman" panose="02020603050405020304" pitchFamily="18" charset="0"/>
                  <a:ea typeface="楷体_GB2312" pitchFamily="49" charset="-122"/>
                </a:rPr>
                <a:t>i</a:t>
              </a:r>
              <a:r>
                <a:rPr lang="en-US" altLang="zh-CN" sz="3200">
                  <a:latin typeface="Times New Roman" panose="02020603050405020304" pitchFamily="18" charset="0"/>
                  <a:ea typeface="楷体_GB2312" pitchFamily="49" charset="-122"/>
                </a:rPr>
                <a:t>}，</a:t>
              </a:r>
              <a:br>
                <a:rPr lang="en-US" altLang="zh-CN" sz="3200">
                  <a:latin typeface="Times New Roman" panose="02020603050405020304" pitchFamily="18" charset="0"/>
                  <a:ea typeface="楷体_GB2312" pitchFamily="49" charset="-122"/>
                </a:rPr>
              </a:br>
              <a:r>
                <a:rPr lang="en-US" altLang="zh-CN" sz="3200">
                  <a:latin typeface="Times New Roman" panose="02020603050405020304" pitchFamily="18" charset="0"/>
                  <a:ea typeface="楷体_GB2312" pitchFamily="49" charset="-122"/>
                </a:rPr>
                <a:t>S’=S’-</a:t>
              </a:r>
              <a:r>
                <a:rPr lang="zh-CN" altLang="en-US" sz="3200">
                  <a:latin typeface="Times New Roman" panose="02020603050405020304" pitchFamily="18" charset="0"/>
                  <a:ea typeface="楷体_GB2312" pitchFamily="49" charset="-122"/>
                </a:rPr>
                <a:t>{</a:t>
              </a:r>
              <a:r>
                <a:rPr lang="en-US" altLang="zh-CN" sz="3200">
                  <a:latin typeface="Times New Roman" panose="02020603050405020304" pitchFamily="18" charset="0"/>
                  <a:ea typeface="楷体_GB2312" pitchFamily="49" charset="-122"/>
                </a:rPr>
                <a:t>u</a:t>
              </a:r>
              <a:r>
                <a:rPr lang="en-US" altLang="zh-CN" sz="3200" baseline="-25000">
                  <a:latin typeface="Times New Roman" panose="02020603050405020304" pitchFamily="18" charset="0"/>
                  <a:ea typeface="楷体_GB2312" pitchFamily="49" charset="-122"/>
                </a:rPr>
                <a:t>i</a:t>
              </a:r>
              <a:r>
                <a:rPr lang="en-US" altLang="zh-CN" sz="3200">
                  <a:latin typeface="Times New Roman" panose="02020603050405020304" pitchFamily="18" charset="0"/>
                  <a:ea typeface="楷体_GB2312" pitchFamily="49" charset="-122"/>
                </a:rPr>
                <a:t>},</a:t>
              </a:r>
              <a:r>
                <a:rPr lang="zh-CN" altLang="en-US" sz="3200">
                  <a:latin typeface="Times New Roman" panose="02020603050405020304" pitchFamily="18" charset="0"/>
                  <a:ea typeface="楷体_GB2312" pitchFamily="49" charset="-122"/>
                </a:rPr>
                <a:t>对 </a:t>
              </a:r>
              <a:r>
                <a:rPr lang="en-US" altLang="zh-CN" sz="3200">
                  <a:latin typeface="Times New Roman" panose="02020603050405020304" pitchFamily="18" charset="0"/>
                  <a:ea typeface="楷体_GB2312" pitchFamily="49" charset="-122"/>
                </a:rPr>
                <a:t>S’</a:t>
              </a:r>
              <a:r>
                <a:rPr lang="zh-CN" altLang="en-US" sz="3200">
                  <a:latin typeface="Times New Roman" panose="02020603050405020304" pitchFamily="18" charset="0"/>
                  <a:ea typeface="楷体_GB2312" pitchFamily="49" charset="-122"/>
                </a:rPr>
                <a:t>中每一个顶点</a:t>
              </a:r>
              <a:r>
                <a:rPr lang="en-US" altLang="zh-CN" sz="3200">
                  <a:latin typeface="Times New Roman" panose="02020603050405020304" pitchFamily="18" charset="0"/>
                  <a:ea typeface="楷体_GB2312" pitchFamily="49" charset="-122"/>
                </a:rPr>
                <a:t>v，</a:t>
              </a:r>
              <a:r>
                <a:rPr lang="zh-CN" altLang="en-US" sz="3200">
                  <a:latin typeface="Times New Roman" panose="02020603050405020304" pitchFamily="18" charset="0"/>
                  <a:ea typeface="楷体_GB2312" pitchFamily="49" charset="-122"/>
                </a:rPr>
                <a:t>计算</a:t>
              </a:r>
            </a:p>
          </p:txBody>
        </p:sp>
        <p:graphicFrame>
          <p:nvGraphicFramePr>
            <p:cNvPr id="68615" name="Object 13">
              <a:extLst>
                <a:ext uri="{FF2B5EF4-FFF2-40B4-BE49-F238E27FC236}">
                  <a16:creationId xmlns:a16="http://schemas.microsoft.com/office/drawing/2014/main" id="{46822DDC-7D5B-8A49-94EA-86355EF2EAD1}"/>
                </a:ext>
              </a:extLst>
            </p:cNvPr>
            <p:cNvGraphicFramePr>
              <a:graphicFrameLocks noChangeAspect="1"/>
            </p:cNvGraphicFramePr>
            <p:nvPr/>
          </p:nvGraphicFramePr>
          <p:xfrm>
            <a:off x="1406" y="2502"/>
            <a:ext cx="2743" cy="423"/>
          </p:xfrm>
          <a:graphic>
            <a:graphicData uri="http://schemas.openxmlformats.org/presentationml/2006/ole">
              <mc:AlternateContent xmlns:mc="http://schemas.openxmlformats.org/markup-compatibility/2006">
                <mc:Choice xmlns:v="urn:schemas-microsoft-com:vml" Requires="v">
                  <p:oleObj spid="_x0000_s68632" name="公式" r:id="rId6" imgW="1879600" imgH="266700" progId="Equation.3">
                    <p:embed/>
                  </p:oleObj>
                </mc:Choice>
                <mc:Fallback>
                  <p:oleObj name="公式" r:id="rId6" imgW="1879600" imgH="266700" progId="Equation.3">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6" y="2502"/>
                          <a:ext cx="2743"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7" name="Rectangle 14">
              <a:extLst>
                <a:ext uri="{FF2B5EF4-FFF2-40B4-BE49-F238E27FC236}">
                  <a16:creationId xmlns:a16="http://schemas.microsoft.com/office/drawing/2014/main" id="{6999326B-EBF3-9849-AEC5-9C99BD51FB1A}"/>
                </a:ext>
              </a:extLst>
            </p:cNvPr>
            <p:cNvSpPr>
              <a:spLocks noChangeArrowheads="1"/>
            </p:cNvSpPr>
            <p:nvPr/>
          </p:nvSpPr>
          <p:spPr bwMode="auto">
            <a:xfrm>
              <a:off x="550" y="2964"/>
              <a:ext cx="1241" cy="3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kumimoji="1" lang="zh-CN" altLang="en-US" sz="3200">
                  <a:latin typeface="Times New Roman" charset="0"/>
                  <a:ea typeface="楷体_GB2312" charset="0"/>
                  <a:cs typeface="楷体_GB2312" charset="0"/>
                </a:rPr>
                <a:t>转到</a:t>
              </a:r>
              <a:r>
                <a:rPr kumimoji="1" lang="zh-CN" altLang="en-US" sz="3200">
                  <a:solidFill>
                    <a:schemeClr val="tx2"/>
                  </a:solidFill>
                  <a:latin typeface="Times New Roman" charset="0"/>
                  <a:ea typeface="楷体_GB2312" charset="0"/>
                  <a:cs typeface="楷体_GB2312" charset="0"/>
                </a:rPr>
                <a:t>(2)。</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wipe(left)">
                                      <p:cBhvr>
                                        <p:cTn id="7" dur="500"/>
                                        <p:tgtEl>
                                          <p:spTgt spid="757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5791"/>
                                        </p:tgtEl>
                                        <p:attrNameLst>
                                          <p:attrName>style.visibility</p:attrName>
                                        </p:attrNameLst>
                                      </p:cBhvr>
                                      <p:to>
                                        <p:strVal val="visible"/>
                                      </p:to>
                                    </p:set>
                                    <p:animEffect transition="in" filter="wipe(left)">
                                      <p:cBhvr>
                                        <p:cTn id="12" dur="500"/>
                                        <p:tgtEl>
                                          <p:spTgt spid="757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5792"/>
                                        </p:tgtEl>
                                        <p:attrNameLst>
                                          <p:attrName>style.visibility</p:attrName>
                                        </p:attrNameLst>
                                      </p:cBhvr>
                                      <p:to>
                                        <p:strVal val="visible"/>
                                      </p:to>
                                    </p:set>
                                    <p:animEffect transition="in" filter="wipe(left)">
                                      <p:cBhvr>
                                        <p:cTn id="17" dur="500"/>
                                        <p:tgtEl>
                                          <p:spTgt spid="75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7" name="Slide Number Placeholder 5">
            <a:extLst>
              <a:ext uri="{FF2B5EF4-FFF2-40B4-BE49-F238E27FC236}">
                <a16:creationId xmlns:a16="http://schemas.microsoft.com/office/drawing/2014/main" id="{BB2249CF-2ED5-A944-BD55-17D5D8899FB2}"/>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5D6353F2-6AE6-7441-95D9-A0F586B5B4A7}" type="slidenum">
              <a:rPr kumimoji="0" lang="zh-CN" altLang="en-US" sz="1200"/>
              <a:pPr/>
              <a:t>41</a:t>
            </a:fld>
            <a:endParaRPr kumimoji="0" lang="en-US" altLang="zh-CN" sz="1200"/>
          </a:p>
        </p:txBody>
      </p:sp>
      <p:sp>
        <p:nvSpPr>
          <p:cNvPr id="90114" name="Rectangle 2">
            <a:extLst>
              <a:ext uri="{FF2B5EF4-FFF2-40B4-BE49-F238E27FC236}">
                <a16:creationId xmlns:a16="http://schemas.microsoft.com/office/drawing/2014/main" id="{9502F90F-4D48-C743-A0B0-D55E6269DF4B}"/>
              </a:ext>
            </a:extLst>
          </p:cNvPr>
          <p:cNvSpPr>
            <a:spLocks noGrp="1" noChangeArrowheads="1"/>
          </p:cNvSpPr>
          <p:nvPr>
            <p:ph type="title"/>
          </p:nvPr>
        </p:nvSpPr>
        <p:spPr>
          <a:xfrm>
            <a:off x="228600" y="381000"/>
            <a:ext cx="8153400" cy="762000"/>
          </a:xfrm>
        </p:spPr>
        <p:txBody>
          <a:bodyPr/>
          <a:lstStyle/>
          <a:p>
            <a:pPr marL="320040" indent="-320040" algn="l" fontAlgn="auto">
              <a:spcAft>
                <a:spcPts val="0"/>
              </a:spcAft>
              <a:buClr>
                <a:schemeClr val="accent6">
                  <a:lumMod val="75000"/>
                </a:schemeClr>
              </a:buClr>
              <a:defRPr/>
            </a:pPr>
            <a:r>
              <a:rPr lang="en-US" altLang="zh-CN" dirty="0" err="1">
                <a:latin typeface="Times New Roman" pitchFamily="18" charset="0"/>
                <a:ea typeface="+mj-ea"/>
                <a:cs typeface="+mj-cs"/>
              </a:rPr>
              <a:t>Dijkstra</a:t>
            </a:r>
            <a:r>
              <a:rPr lang="zh-CN" altLang="en-US" dirty="0">
                <a:latin typeface="Times New Roman" pitchFamily="18" charset="0"/>
                <a:ea typeface="+mj-ea"/>
                <a:cs typeface="+mj-cs"/>
              </a:rPr>
              <a:t>算法</a:t>
            </a:r>
          </a:p>
        </p:txBody>
      </p:sp>
      <p:grpSp>
        <p:nvGrpSpPr>
          <p:cNvPr id="70659" name="Group 1">
            <a:extLst>
              <a:ext uri="{FF2B5EF4-FFF2-40B4-BE49-F238E27FC236}">
                <a16:creationId xmlns:a16="http://schemas.microsoft.com/office/drawing/2014/main" id="{85AE641C-714C-2E40-A73D-9AA5D235E7F7}"/>
              </a:ext>
            </a:extLst>
          </p:cNvPr>
          <p:cNvGrpSpPr>
            <a:grpSpLocks/>
          </p:cNvGrpSpPr>
          <p:nvPr/>
        </p:nvGrpSpPr>
        <p:grpSpPr bwMode="auto">
          <a:xfrm>
            <a:off x="969963" y="1828800"/>
            <a:ext cx="7058025" cy="4040188"/>
            <a:chOff x="969963" y="1828800"/>
            <a:chExt cx="7058025" cy="4040188"/>
          </a:xfrm>
        </p:grpSpPr>
        <p:sp>
          <p:nvSpPr>
            <p:cNvPr id="90117" name="Text Box 5">
              <a:extLst>
                <a:ext uri="{FF2B5EF4-FFF2-40B4-BE49-F238E27FC236}">
                  <a16:creationId xmlns:a16="http://schemas.microsoft.com/office/drawing/2014/main" id="{95EFB1DA-57EA-0E4D-8F86-AF94C1F08FCE}"/>
                </a:ext>
              </a:extLst>
            </p:cNvPr>
            <p:cNvSpPr txBox="1">
              <a:spLocks noChangeArrowheads="1"/>
            </p:cNvSpPr>
            <p:nvPr/>
          </p:nvSpPr>
          <p:spPr bwMode="auto">
            <a:xfrm>
              <a:off x="2798763" y="5226050"/>
              <a:ext cx="43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0070C0"/>
                  </a:solidFill>
                  <a:effectLst>
                    <a:outerShdw blurRad="38100" dist="38100" dir="2700000" algn="tl">
                      <a:srgbClr val="C0C0C0"/>
                    </a:outerShdw>
                  </a:effectLst>
                  <a:latin typeface="Times New Roman" panose="02020603050405020304" pitchFamily="18" charset="0"/>
                </a:rPr>
                <a:t>b</a:t>
              </a:r>
              <a:endParaRPr lang="en-US" altLang="zh-CN" sz="3600" b="1" baseline="-25000">
                <a:solidFill>
                  <a:srgbClr val="0070C0"/>
                </a:solidFill>
                <a:effectLst>
                  <a:outerShdw blurRad="38100" dist="38100" dir="2700000" algn="tl">
                    <a:srgbClr val="C0C0C0"/>
                  </a:outerShdw>
                </a:effectLst>
                <a:latin typeface="Times New Roman" panose="02020603050405020304" pitchFamily="18" charset="0"/>
              </a:endParaRPr>
            </a:p>
          </p:txBody>
        </p:sp>
        <p:sp>
          <p:nvSpPr>
            <p:cNvPr id="44038" name="Line 6">
              <a:extLst>
                <a:ext uri="{FF2B5EF4-FFF2-40B4-BE49-F238E27FC236}">
                  <a16:creationId xmlns:a16="http://schemas.microsoft.com/office/drawing/2014/main" id="{DBC95390-4BB5-B941-8405-8BBB466F1147}"/>
                </a:ext>
              </a:extLst>
            </p:cNvPr>
            <p:cNvSpPr>
              <a:spLocks noChangeShapeType="1"/>
            </p:cNvSpPr>
            <p:nvPr/>
          </p:nvSpPr>
          <p:spPr bwMode="auto">
            <a:xfrm flipV="1">
              <a:off x="3024188" y="3776663"/>
              <a:ext cx="2651125" cy="1436687"/>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4039" name="Line 7">
              <a:extLst>
                <a:ext uri="{FF2B5EF4-FFF2-40B4-BE49-F238E27FC236}">
                  <a16:creationId xmlns:a16="http://schemas.microsoft.com/office/drawing/2014/main" id="{7FDF1093-1601-164A-BFA0-DA12637AE590}"/>
                </a:ext>
              </a:extLst>
            </p:cNvPr>
            <p:cNvSpPr>
              <a:spLocks noChangeShapeType="1"/>
            </p:cNvSpPr>
            <p:nvPr/>
          </p:nvSpPr>
          <p:spPr bwMode="auto">
            <a:xfrm flipV="1">
              <a:off x="3024188" y="2449513"/>
              <a:ext cx="2651125" cy="143827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4040" name="Line 8">
              <a:extLst>
                <a:ext uri="{FF2B5EF4-FFF2-40B4-BE49-F238E27FC236}">
                  <a16:creationId xmlns:a16="http://schemas.microsoft.com/office/drawing/2014/main" id="{292E16CC-8505-A94F-AA57-25ED826C242C}"/>
                </a:ext>
              </a:extLst>
            </p:cNvPr>
            <p:cNvSpPr>
              <a:spLocks noChangeShapeType="1"/>
            </p:cNvSpPr>
            <p:nvPr/>
          </p:nvSpPr>
          <p:spPr bwMode="auto">
            <a:xfrm flipH="1" flipV="1">
              <a:off x="1546225" y="3781425"/>
              <a:ext cx="4068763" cy="143192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4041" name="Line 9">
              <a:extLst>
                <a:ext uri="{FF2B5EF4-FFF2-40B4-BE49-F238E27FC236}">
                  <a16:creationId xmlns:a16="http://schemas.microsoft.com/office/drawing/2014/main" id="{F9464EB7-E537-834B-B89A-64213DC100B7}"/>
                </a:ext>
              </a:extLst>
            </p:cNvPr>
            <p:cNvSpPr>
              <a:spLocks noChangeShapeType="1"/>
            </p:cNvSpPr>
            <p:nvPr/>
          </p:nvSpPr>
          <p:spPr bwMode="auto">
            <a:xfrm flipH="1" flipV="1">
              <a:off x="3121025" y="2519363"/>
              <a:ext cx="4316413" cy="125730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4042" name="Line 10">
              <a:extLst>
                <a:ext uri="{FF2B5EF4-FFF2-40B4-BE49-F238E27FC236}">
                  <a16:creationId xmlns:a16="http://schemas.microsoft.com/office/drawing/2014/main" id="{36AE23CE-D11F-CF48-BD80-31336F38852E}"/>
                </a:ext>
              </a:extLst>
            </p:cNvPr>
            <p:cNvSpPr>
              <a:spLocks noChangeShapeType="1"/>
            </p:cNvSpPr>
            <p:nvPr/>
          </p:nvSpPr>
          <p:spPr bwMode="auto">
            <a:xfrm flipV="1">
              <a:off x="3079750" y="2560638"/>
              <a:ext cx="0" cy="265271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4043" name="Line 11">
              <a:extLst>
                <a:ext uri="{FF2B5EF4-FFF2-40B4-BE49-F238E27FC236}">
                  <a16:creationId xmlns:a16="http://schemas.microsoft.com/office/drawing/2014/main" id="{9D70E23C-C4ED-4E4A-B974-5503C5EDFA57}"/>
                </a:ext>
              </a:extLst>
            </p:cNvPr>
            <p:cNvSpPr>
              <a:spLocks noChangeShapeType="1"/>
            </p:cNvSpPr>
            <p:nvPr/>
          </p:nvSpPr>
          <p:spPr bwMode="auto">
            <a:xfrm flipV="1">
              <a:off x="5634038" y="2560638"/>
              <a:ext cx="0" cy="265271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90124" name="Text Box 12">
              <a:extLst>
                <a:ext uri="{FF2B5EF4-FFF2-40B4-BE49-F238E27FC236}">
                  <a16:creationId xmlns:a16="http://schemas.microsoft.com/office/drawing/2014/main" id="{D06CD8CF-9FE8-264D-8496-2E05929D6559}"/>
                </a:ext>
              </a:extLst>
            </p:cNvPr>
            <p:cNvSpPr txBox="1">
              <a:spLocks noChangeArrowheads="1"/>
            </p:cNvSpPr>
            <p:nvPr/>
          </p:nvSpPr>
          <p:spPr bwMode="auto">
            <a:xfrm>
              <a:off x="969963" y="32893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0070C0"/>
                  </a:solidFill>
                  <a:effectLst>
                    <a:outerShdw blurRad="38100" dist="38100" dir="2700000" algn="tl">
                      <a:srgbClr val="C0C0C0"/>
                    </a:outerShdw>
                  </a:effectLst>
                  <a:latin typeface="Times New Roman" panose="02020603050405020304" pitchFamily="18" charset="0"/>
                </a:rPr>
                <a:t>a</a:t>
              </a:r>
              <a:endParaRPr lang="en-US" altLang="zh-CN" sz="3600" b="1" baseline="-25000">
                <a:solidFill>
                  <a:srgbClr val="0070C0"/>
                </a:solidFill>
                <a:effectLst>
                  <a:outerShdw blurRad="38100" dist="38100" dir="2700000" algn="tl">
                    <a:srgbClr val="C0C0C0"/>
                  </a:outerShdw>
                </a:effectLst>
                <a:latin typeface="Times New Roman" panose="02020603050405020304" pitchFamily="18" charset="0"/>
              </a:endParaRPr>
            </a:p>
          </p:txBody>
        </p:sp>
        <p:sp>
          <p:nvSpPr>
            <p:cNvPr id="90125" name="Text Box 13">
              <a:extLst>
                <a:ext uri="{FF2B5EF4-FFF2-40B4-BE49-F238E27FC236}">
                  <a16:creationId xmlns:a16="http://schemas.microsoft.com/office/drawing/2014/main" id="{BD019EED-945B-A147-A031-0C2002FFD935}"/>
                </a:ext>
              </a:extLst>
            </p:cNvPr>
            <p:cNvSpPr txBox="1">
              <a:spLocks noChangeArrowheads="1"/>
            </p:cNvSpPr>
            <p:nvPr/>
          </p:nvSpPr>
          <p:spPr bwMode="auto">
            <a:xfrm>
              <a:off x="5465763" y="5227638"/>
              <a:ext cx="38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0070C0"/>
                  </a:solidFill>
                  <a:effectLst>
                    <a:outerShdw blurRad="38100" dist="38100" dir="2700000" algn="tl">
                      <a:srgbClr val="C0C0C0"/>
                    </a:outerShdw>
                  </a:effectLst>
                  <a:latin typeface="Times New Roman" panose="02020603050405020304" pitchFamily="18" charset="0"/>
                </a:rPr>
                <a:t>c</a:t>
              </a:r>
              <a:endParaRPr lang="en-US" altLang="zh-CN" sz="3600" b="1" baseline="-25000">
                <a:solidFill>
                  <a:srgbClr val="0070C0"/>
                </a:solidFill>
                <a:effectLst>
                  <a:outerShdw blurRad="38100" dist="38100" dir="2700000" algn="tl">
                    <a:srgbClr val="C0C0C0"/>
                  </a:outerShdw>
                </a:effectLst>
                <a:latin typeface="Times New Roman" panose="02020603050405020304" pitchFamily="18" charset="0"/>
              </a:endParaRPr>
            </a:p>
          </p:txBody>
        </p:sp>
        <p:sp>
          <p:nvSpPr>
            <p:cNvPr id="90126" name="Text Box 14">
              <a:extLst>
                <a:ext uri="{FF2B5EF4-FFF2-40B4-BE49-F238E27FC236}">
                  <a16:creationId xmlns:a16="http://schemas.microsoft.com/office/drawing/2014/main" id="{67489586-2A90-A246-BDB7-62358B5A0B9C}"/>
                </a:ext>
              </a:extLst>
            </p:cNvPr>
            <p:cNvSpPr txBox="1">
              <a:spLocks noChangeArrowheads="1"/>
            </p:cNvSpPr>
            <p:nvPr/>
          </p:nvSpPr>
          <p:spPr bwMode="auto">
            <a:xfrm>
              <a:off x="7589838" y="3471863"/>
              <a:ext cx="43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0070C0"/>
                  </a:solidFill>
                  <a:effectLst>
                    <a:outerShdw blurRad="38100" dist="38100" dir="2700000" algn="tl">
                      <a:srgbClr val="C0C0C0"/>
                    </a:outerShdw>
                  </a:effectLst>
                  <a:latin typeface="Times New Roman" panose="02020603050405020304" pitchFamily="18" charset="0"/>
                </a:rPr>
                <a:t>d</a:t>
              </a:r>
              <a:endParaRPr lang="en-US" altLang="zh-CN" sz="3600" b="1" baseline="-25000">
                <a:solidFill>
                  <a:srgbClr val="0070C0"/>
                </a:solidFill>
                <a:effectLst>
                  <a:outerShdw blurRad="38100" dist="38100" dir="2700000" algn="tl">
                    <a:srgbClr val="C0C0C0"/>
                  </a:outerShdw>
                </a:effectLst>
                <a:latin typeface="Times New Roman" panose="02020603050405020304" pitchFamily="18" charset="0"/>
              </a:endParaRPr>
            </a:p>
          </p:txBody>
        </p:sp>
        <p:sp>
          <p:nvSpPr>
            <p:cNvPr id="90127" name="Text Box 15">
              <a:extLst>
                <a:ext uri="{FF2B5EF4-FFF2-40B4-BE49-F238E27FC236}">
                  <a16:creationId xmlns:a16="http://schemas.microsoft.com/office/drawing/2014/main" id="{0F2AC544-DEB6-E242-815D-08C3D72436DE}"/>
                </a:ext>
              </a:extLst>
            </p:cNvPr>
            <p:cNvSpPr txBox="1">
              <a:spLocks noChangeArrowheads="1"/>
            </p:cNvSpPr>
            <p:nvPr/>
          </p:nvSpPr>
          <p:spPr bwMode="auto">
            <a:xfrm>
              <a:off x="2025650" y="2833688"/>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7</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28" name="Text Box 16">
              <a:extLst>
                <a:ext uri="{FF2B5EF4-FFF2-40B4-BE49-F238E27FC236}">
                  <a16:creationId xmlns:a16="http://schemas.microsoft.com/office/drawing/2014/main" id="{82407D99-179B-184C-A268-90B0B1F1A66C}"/>
                </a:ext>
              </a:extLst>
            </p:cNvPr>
            <p:cNvSpPr txBox="1">
              <a:spLocks noChangeArrowheads="1"/>
            </p:cNvSpPr>
            <p:nvPr/>
          </p:nvSpPr>
          <p:spPr bwMode="auto">
            <a:xfrm>
              <a:off x="4341813" y="51054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6</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29" name="Text Box 17">
              <a:extLst>
                <a:ext uri="{FF2B5EF4-FFF2-40B4-BE49-F238E27FC236}">
                  <a16:creationId xmlns:a16="http://schemas.microsoft.com/office/drawing/2014/main" id="{FE19D7EF-BD53-0645-8F71-B6A72F1152A8}"/>
                </a:ext>
              </a:extLst>
            </p:cNvPr>
            <p:cNvSpPr txBox="1">
              <a:spLocks noChangeArrowheads="1"/>
            </p:cNvSpPr>
            <p:nvPr/>
          </p:nvSpPr>
          <p:spPr bwMode="auto">
            <a:xfrm>
              <a:off x="1903413" y="43307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2</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44050" name="Line 18">
              <a:extLst>
                <a:ext uri="{FF2B5EF4-FFF2-40B4-BE49-F238E27FC236}">
                  <a16:creationId xmlns:a16="http://schemas.microsoft.com/office/drawing/2014/main" id="{40E8F937-2898-C746-8C20-EBE703ED8318}"/>
                </a:ext>
              </a:extLst>
            </p:cNvPr>
            <p:cNvSpPr>
              <a:spLocks noChangeShapeType="1"/>
            </p:cNvSpPr>
            <p:nvPr/>
          </p:nvSpPr>
          <p:spPr bwMode="auto">
            <a:xfrm>
              <a:off x="1546225" y="3841750"/>
              <a:ext cx="1533525" cy="1436688"/>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4051" name="Line 19">
              <a:extLst>
                <a:ext uri="{FF2B5EF4-FFF2-40B4-BE49-F238E27FC236}">
                  <a16:creationId xmlns:a16="http://schemas.microsoft.com/office/drawing/2014/main" id="{0B398C1B-9B4E-C548-9C6F-3C0D0FD6067E}"/>
                </a:ext>
              </a:extLst>
            </p:cNvPr>
            <p:cNvSpPr>
              <a:spLocks noChangeShapeType="1"/>
            </p:cNvSpPr>
            <p:nvPr/>
          </p:nvSpPr>
          <p:spPr bwMode="auto">
            <a:xfrm>
              <a:off x="3079750" y="5213350"/>
              <a:ext cx="2590800"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4052" name="Line 20">
              <a:extLst>
                <a:ext uri="{FF2B5EF4-FFF2-40B4-BE49-F238E27FC236}">
                  <a16:creationId xmlns:a16="http://schemas.microsoft.com/office/drawing/2014/main" id="{F3E8F57D-2598-EB4F-A781-0995F30F4441}"/>
                </a:ext>
              </a:extLst>
            </p:cNvPr>
            <p:cNvSpPr>
              <a:spLocks noChangeShapeType="1"/>
            </p:cNvSpPr>
            <p:nvPr/>
          </p:nvSpPr>
          <p:spPr bwMode="auto">
            <a:xfrm flipV="1">
              <a:off x="5670550" y="3817938"/>
              <a:ext cx="1822450" cy="1436687"/>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4053" name="Line 21">
              <a:extLst>
                <a:ext uri="{FF2B5EF4-FFF2-40B4-BE49-F238E27FC236}">
                  <a16:creationId xmlns:a16="http://schemas.microsoft.com/office/drawing/2014/main" id="{14C8D5BD-71D5-4D44-AFC9-B5DE10038D5A}"/>
                </a:ext>
              </a:extLst>
            </p:cNvPr>
            <p:cNvSpPr>
              <a:spLocks noChangeShapeType="1"/>
            </p:cNvSpPr>
            <p:nvPr/>
          </p:nvSpPr>
          <p:spPr bwMode="auto">
            <a:xfrm>
              <a:off x="1546225" y="3841750"/>
              <a:ext cx="5946775"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4054" name="Line 22">
              <a:extLst>
                <a:ext uri="{FF2B5EF4-FFF2-40B4-BE49-F238E27FC236}">
                  <a16:creationId xmlns:a16="http://schemas.microsoft.com/office/drawing/2014/main" id="{52FF2B4C-7AC3-0947-87E7-D44845C12647}"/>
                </a:ext>
              </a:extLst>
            </p:cNvPr>
            <p:cNvSpPr>
              <a:spLocks noChangeShapeType="1"/>
            </p:cNvSpPr>
            <p:nvPr/>
          </p:nvSpPr>
          <p:spPr bwMode="auto">
            <a:xfrm flipV="1">
              <a:off x="1546225" y="2514600"/>
              <a:ext cx="1533525" cy="132715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4055" name="Line 23">
              <a:extLst>
                <a:ext uri="{FF2B5EF4-FFF2-40B4-BE49-F238E27FC236}">
                  <a16:creationId xmlns:a16="http://schemas.microsoft.com/office/drawing/2014/main" id="{DE06B5C8-3488-5E43-B887-87D0890B1247}"/>
                </a:ext>
              </a:extLst>
            </p:cNvPr>
            <p:cNvSpPr>
              <a:spLocks noChangeShapeType="1"/>
            </p:cNvSpPr>
            <p:nvPr/>
          </p:nvSpPr>
          <p:spPr bwMode="auto">
            <a:xfrm>
              <a:off x="3079750" y="2514600"/>
              <a:ext cx="2590800"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4056" name="Line 24">
              <a:extLst>
                <a:ext uri="{FF2B5EF4-FFF2-40B4-BE49-F238E27FC236}">
                  <a16:creationId xmlns:a16="http://schemas.microsoft.com/office/drawing/2014/main" id="{C6642051-626C-5647-8590-1006980B5315}"/>
                </a:ext>
              </a:extLst>
            </p:cNvPr>
            <p:cNvSpPr>
              <a:spLocks noChangeShapeType="1"/>
            </p:cNvSpPr>
            <p:nvPr/>
          </p:nvSpPr>
          <p:spPr bwMode="auto">
            <a:xfrm>
              <a:off x="5670550" y="2514600"/>
              <a:ext cx="1822450" cy="132715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4057" name="Oval 25">
              <a:extLst>
                <a:ext uri="{FF2B5EF4-FFF2-40B4-BE49-F238E27FC236}">
                  <a16:creationId xmlns:a16="http://schemas.microsoft.com/office/drawing/2014/main" id="{726ED2AE-35DE-F447-9C6C-337A53EAB430}"/>
                </a:ext>
              </a:extLst>
            </p:cNvPr>
            <p:cNvSpPr>
              <a:spLocks noChangeArrowheads="1"/>
            </p:cNvSpPr>
            <p:nvPr/>
          </p:nvSpPr>
          <p:spPr bwMode="auto">
            <a:xfrm>
              <a:off x="2984500" y="2403475"/>
              <a:ext cx="192088" cy="22225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4058" name="Oval 26">
              <a:extLst>
                <a:ext uri="{FF2B5EF4-FFF2-40B4-BE49-F238E27FC236}">
                  <a16:creationId xmlns:a16="http://schemas.microsoft.com/office/drawing/2014/main" id="{509304CF-1C90-264C-9C7B-430E6ECE79E9}"/>
                </a:ext>
              </a:extLst>
            </p:cNvPr>
            <p:cNvSpPr>
              <a:spLocks noChangeArrowheads="1"/>
            </p:cNvSpPr>
            <p:nvPr/>
          </p:nvSpPr>
          <p:spPr bwMode="auto">
            <a:xfrm>
              <a:off x="2984500" y="5103813"/>
              <a:ext cx="192088" cy="220662"/>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4059" name="Oval 27">
              <a:extLst>
                <a:ext uri="{FF2B5EF4-FFF2-40B4-BE49-F238E27FC236}">
                  <a16:creationId xmlns:a16="http://schemas.microsoft.com/office/drawing/2014/main" id="{E1CA3380-9909-7343-B7FE-54982F44F342}"/>
                </a:ext>
              </a:extLst>
            </p:cNvPr>
            <p:cNvSpPr>
              <a:spLocks noChangeArrowheads="1"/>
            </p:cNvSpPr>
            <p:nvPr/>
          </p:nvSpPr>
          <p:spPr bwMode="auto">
            <a:xfrm>
              <a:off x="5567363" y="2403475"/>
              <a:ext cx="190500" cy="22225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4060" name="Oval 28">
              <a:extLst>
                <a:ext uri="{FF2B5EF4-FFF2-40B4-BE49-F238E27FC236}">
                  <a16:creationId xmlns:a16="http://schemas.microsoft.com/office/drawing/2014/main" id="{905916C2-67A6-3A44-AE87-1B7C715D24F5}"/>
                </a:ext>
              </a:extLst>
            </p:cNvPr>
            <p:cNvSpPr>
              <a:spLocks noChangeArrowheads="1"/>
            </p:cNvSpPr>
            <p:nvPr/>
          </p:nvSpPr>
          <p:spPr bwMode="auto">
            <a:xfrm>
              <a:off x="5567363" y="5121275"/>
              <a:ext cx="190500" cy="22225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4061" name="Oval 29">
              <a:extLst>
                <a:ext uri="{FF2B5EF4-FFF2-40B4-BE49-F238E27FC236}">
                  <a16:creationId xmlns:a16="http://schemas.microsoft.com/office/drawing/2014/main" id="{EDDAEE63-0273-8844-BFB3-2919910C4695}"/>
                </a:ext>
              </a:extLst>
            </p:cNvPr>
            <p:cNvSpPr>
              <a:spLocks noChangeArrowheads="1"/>
            </p:cNvSpPr>
            <p:nvPr/>
          </p:nvSpPr>
          <p:spPr bwMode="auto">
            <a:xfrm>
              <a:off x="1449388" y="3711575"/>
              <a:ext cx="192087" cy="22225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4062" name="Oval 30">
              <a:extLst>
                <a:ext uri="{FF2B5EF4-FFF2-40B4-BE49-F238E27FC236}">
                  <a16:creationId xmlns:a16="http://schemas.microsoft.com/office/drawing/2014/main" id="{C4281834-D539-B74D-B06A-A347EC911789}"/>
                </a:ext>
              </a:extLst>
            </p:cNvPr>
            <p:cNvSpPr>
              <a:spLocks noChangeArrowheads="1"/>
            </p:cNvSpPr>
            <p:nvPr/>
          </p:nvSpPr>
          <p:spPr bwMode="auto">
            <a:xfrm>
              <a:off x="7397750" y="3730625"/>
              <a:ext cx="192088" cy="2206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90143" name="Text Box 31">
              <a:extLst>
                <a:ext uri="{FF2B5EF4-FFF2-40B4-BE49-F238E27FC236}">
                  <a16:creationId xmlns:a16="http://schemas.microsoft.com/office/drawing/2014/main" id="{F86E684F-916F-434D-B183-B0331379E4F4}"/>
                </a:ext>
              </a:extLst>
            </p:cNvPr>
            <p:cNvSpPr txBox="1">
              <a:spLocks noChangeArrowheads="1"/>
            </p:cNvSpPr>
            <p:nvPr/>
          </p:nvSpPr>
          <p:spPr bwMode="auto">
            <a:xfrm>
              <a:off x="2951163" y="1828800"/>
              <a:ext cx="336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0070C0"/>
                  </a:solidFill>
                  <a:effectLst>
                    <a:outerShdw blurRad="38100" dist="38100" dir="2700000" algn="tl">
                      <a:srgbClr val="C0C0C0"/>
                    </a:outerShdw>
                  </a:effectLst>
                  <a:latin typeface="Times New Roman" panose="02020603050405020304" pitchFamily="18" charset="0"/>
                </a:rPr>
                <a:t>f</a:t>
              </a:r>
              <a:endParaRPr lang="en-US" altLang="zh-CN" sz="3600" b="1" baseline="-25000">
                <a:solidFill>
                  <a:srgbClr val="0070C0"/>
                </a:solidFill>
                <a:effectLst>
                  <a:outerShdw blurRad="38100" dist="38100" dir="2700000" algn="tl">
                    <a:srgbClr val="C0C0C0"/>
                  </a:outerShdw>
                </a:effectLst>
                <a:latin typeface="Times New Roman" panose="02020603050405020304" pitchFamily="18" charset="0"/>
              </a:endParaRPr>
            </a:p>
          </p:txBody>
        </p:sp>
        <p:sp>
          <p:nvSpPr>
            <p:cNvPr id="90144" name="Text Box 32">
              <a:extLst>
                <a:ext uri="{FF2B5EF4-FFF2-40B4-BE49-F238E27FC236}">
                  <a16:creationId xmlns:a16="http://schemas.microsoft.com/office/drawing/2014/main" id="{4F19FCFA-9381-8A4B-9740-C6DCB9F2E759}"/>
                </a:ext>
              </a:extLst>
            </p:cNvPr>
            <p:cNvSpPr txBox="1">
              <a:spLocks noChangeArrowheads="1"/>
            </p:cNvSpPr>
            <p:nvPr/>
          </p:nvSpPr>
          <p:spPr bwMode="auto">
            <a:xfrm>
              <a:off x="5575300" y="1828800"/>
              <a:ext cx="38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0070C0"/>
                  </a:solidFill>
                  <a:effectLst>
                    <a:outerShdw blurRad="38100" dist="38100" dir="2700000" algn="tl">
                      <a:srgbClr val="C0C0C0"/>
                    </a:outerShdw>
                  </a:effectLst>
                  <a:latin typeface="Times New Roman" panose="02020603050405020304" pitchFamily="18" charset="0"/>
                </a:rPr>
                <a:t>e</a:t>
              </a:r>
              <a:endParaRPr lang="en-US" altLang="zh-CN" sz="3600" b="1" baseline="-25000">
                <a:solidFill>
                  <a:srgbClr val="0070C0"/>
                </a:solidFill>
                <a:effectLst>
                  <a:outerShdw blurRad="38100" dist="38100" dir="2700000" algn="tl">
                    <a:srgbClr val="C0C0C0"/>
                  </a:outerShdw>
                </a:effectLst>
                <a:latin typeface="Times New Roman" panose="02020603050405020304" pitchFamily="18" charset="0"/>
              </a:endParaRPr>
            </a:p>
          </p:txBody>
        </p:sp>
        <p:sp>
          <p:nvSpPr>
            <p:cNvPr id="44065" name="Oval 33">
              <a:extLst>
                <a:ext uri="{FF2B5EF4-FFF2-40B4-BE49-F238E27FC236}">
                  <a16:creationId xmlns:a16="http://schemas.microsoft.com/office/drawing/2014/main" id="{91C51C7E-7582-564E-A5DC-3737DDB1FD6B}"/>
                </a:ext>
              </a:extLst>
            </p:cNvPr>
            <p:cNvSpPr>
              <a:spLocks noChangeArrowheads="1"/>
            </p:cNvSpPr>
            <p:nvPr/>
          </p:nvSpPr>
          <p:spPr bwMode="auto">
            <a:xfrm>
              <a:off x="5534025" y="3730625"/>
              <a:ext cx="192088" cy="2206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4066" name="Oval 34">
              <a:extLst>
                <a:ext uri="{FF2B5EF4-FFF2-40B4-BE49-F238E27FC236}">
                  <a16:creationId xmlns:a16="http://schemas.microsoft.com/office/drawing/2014/main" id="{EA7A656A-22F5-3146-B623-50E54E936A7B}"/>
                </a:ext>
              </a:extLst>
            </p:cNvPr>
            <p:cNvSpPr>
              <a:spLocks noChangeArrowheads="1"/>
            </p:cNvSpPr>
            <p:nvPr/>
          </p:nvSpPr>
          <p:spPr bwMode="auto">
            <a:xfrm>
              <a:off x="2984500" y="3730625"/>
              <a:ext cx="192088" cy="2206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90147" name="Text Box 35">
              <a:extLst>
                <a:ext uri="{FF2B5EF4-FFF2-40B4-BE49-F238E27FC236}">
                  <a16:creationId xmlns:a16="http://schemas.microsoft.com/office/drawing/2014/main" id="{F4ACE551-B5CC-0B46-B0ED-AF99929CF548}"/>
                </a:ext>
              </a:extLst>
            </p:cNvPr>
            <p:cNvSpPr txBox="1">
              <a:spLocks noChangeArrowheads="1"/>
            </p:cNvSpPr>
            <p:nvPr/>
          </p:nvSpPr>
          <p:spPr bwMode="auto">
            <a:xfrm>
              <a:off x="2300288" y="3379788"/>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8</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48" name="Text Box 36">
              <a:extLst>
                <a:ext uri="{FF2B5EF4-FFF2-40B4-BE49-F238E27FC236}">
                  <a16:creationId xmlns:a16="http://schemas.microsoft.com/office/drawing/2014/main" id="{C5480F42-0499-1143-BC72-6C7FC2F885BD}"/>
                </a:ext>
              </a:extLst>
            </p:cNvPr>
            <p:cNvSpPr txBox="1">
              <a:spLocks noChangeArrowheads="1"/>
            </p:cNvSpPr>
            <p:nvPr/>
          </p:nvSpPr>
          <p:spPr bwMode="auto">
            <a:xfrm>
              <a:off x="2817813" y="29718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1</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49" name="Text Box 37">
              <a:extLst>
                <a:ext uri="{FF2B5EF4-FFF2-40B4-BE49-F238E27FC236}">
                  <a16:creationId xmlns:a16="http://schemas.microsoft.com/office/drawing/2014/main" id="{A960A265-178E-4D49-A379-F01C2BBCE2E3}"/>
                </a:ext>
              </a:extLst>
            </p:cNvPr>
            <p:cNvSpPr txBox="1">
              <a:spLocks noChangeArrowheads="1"/>
            </p:cNvSpPr>
            <p:nvPr/>
          </p:nvSpPr>
          <p:spPr bwMode="auto">
            <a:xfrm>
              <a:off x="2741613" y="4433888"/>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4</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50" name="Text Box 38">
              <a:extLst>
                <a:ext uri="{FF2B5EF4-FFF2-40B4-BE49-F238E27FC236}">
                  <a16:creationId xmlns:a16="http://schemas.microsoft.com/office/drawing/2014/main" id="{D4DC3243-8445-9A40-A5B5-43E2CF3B02B2}"/>
                </a:ext>
              </a:extLst>
            </p:cNvPr>
            <p:cNvSpPr txBox="1">
              <a:spLocks noChangeArrowheads="1"/>
            </p:cNvSpPr>
            <p:nvPr/>
          </p:nvSpPr>
          <p:spPr bwMode="auto">
            <a:xfrm>
              <a:off x="3579813" y="41148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4</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51" name="Text Box 39">
              <a:extLst>
                <a:ext uri="{FF2B5EF4-FFF2-40B4-BE49-F238E27FC236}">
                  <a16:creationId xmlns:a16="http://schemas.microsoft.com/office/drawing/2014/main" id="{8D60EDB5-407F-4F43-9519-87D0012F73F3}"/>
                </a:ext>
              </a:extLst>
            </p:cNvPr>
            <p:cNvSpPr txBox="1">
              <a:spLocks noChangeArrowheads="1"/>
            </p:cNvSpPr>
            <p:nvPr/>
          </p:nvSpPr>
          <p:spPr bwMode="auto">
            <a:xfrm>
              <a:off x="4551363" y="4191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3</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52" name="Text Box 40">
              <a:extLst>
                <a:ext uri="{FF2B5EF4-FFF2-40B4-BE49-F238E27FC236}">
                  <a16:creationId xmlns:a16="http://schemas.microsoft.com/office/drawing/2014/main" id="{26AD6582-C26B-5440-85A9-B468F1630AD1}"/>
                </a:ext>
              </a:extLst>
            </p:cNvPr>
            <p:cNvSpPr txBox="1">
              <a:spLocks noChangeArrowheads="1"/>
            </p:cNvSpPr>
            <p:nvPr/>
          </p:nvSpPr>
          <p:spPr bwMode="auto">
            <a:xfrm>
              <a:off x="5621338" y="42672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4</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53" name="Text Box 41">
              <a:extLst>
                <a:ext uri="{FF2B5EF4-FFF2-40B4-BE49-F238E27FC236}">
                  <a16:creationId xmlns:a16="http://schemas.microsoft.com/office/drawing/2014/main" id="{8A31E6C4-E224-5C4E-B990-8A5A085F85BD}"/>
                </a:ext>
              </a:extLst>
            </p:cNvPr>
            <p:cNvSpPr txBox="1">
              <a:spLocks noChangeArrowheads="1"/>
            </p:cNvSpPr>
            <p:nvPr/>
          </p:nvSpPr>
          <p:spPr bwMode="auto">
            <a:xfrm>
              <a:off x="4322763" y="339725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7</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54" name="Text Box 42">
              <a:extLst>
                <a:ext uri="{FF2B5EF4-FFF2-40B4-BE49-F238E27FC236}">
                  <a16:creationId xmlns:a16="http://schemas.microsoft.com/office/drawing/2014/main" id="{0E57D00F-4C13-F341-8F4D-CF1A781AB92C}"/>
                </a:ext>
              </a:extLst>
            </p:cNvPr>
            <p:cNvSpPr txBox="1">
              <a:spLocks noChangeArrowheads="1"/>
            </p:cNvSpPr>
            <p:nvPr/>
          </p:nvSpPr>
          <p:spPr bwMode="auto">
            <a:xfrm>
              <a:off x="3636963" y="29718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2</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55" name="Text Box 43">
              <a:extLst>
                <a:ext uri="{FF2B5EF4-FFF2-40B4-BE49-F238E27FC236}">
                  <a16:creationId xmlns:a16="http://schemas.microsoft.com/office/drawing/2014/main" id="{2B118E88-3B3D-F648-AE11-500AF843696E}"/>
                </a:ext>
              </a:extLst>
            </p:cNvPr>
            <p:cNvSpPr txBox="1">
              <a:spLocks noChangeArrowheads="1"/>
            </p:cNvSpPr>
            <p:nvPr/>
          </p:nvSpPr>
          <p:spPr bwMode="auto">
            <a:xfrm>
              <a:off x="4932363" y="29718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3</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56" name="Text Box 44">
              <a:extLst>
                <a:ext uri="{FF2B5EF4-FFF2-40B4-BE49-F238E27FC236}">
                  <a16:creationId xmlns:a16="http://schemas.microsoft.com/office/drawing/2014/main" id="{D52D4CB7-98D4-E347-8B95-F5694F59FA13}"/>
                </a:ext>
              </a:extLst>
            </p:cNvPr>
            <p:cNvSpPr txBox="1">
              <a:spLocks noChangeArrowheads="1"/>
            </p:cNvSpPr>
            <p:nvPr/>
          </p:nvSpPr>
          <p:spPr bwMode="auto">
            <a:xfrm>
              <a:off x="5618163" y="28194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5</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57" name="Text Box 45">
              <a:extLst>
                <a:ext uri="{FF2B5EF4-FFF2-40B4-BE49-F238E27FC236}">
                  <a16:creationId xmlns:a16="http://schemas.microsoft.com/office/drawing/2014/main" id="{09B03D1C-92D6-0A46-B9A4-2BD72CA164E2}"/>
                </a:ext>
              </a:extLst>
            </p:cNvPr>
            <p:cNvSpPr txBox="1">
              <a:spLocks noChangeArrowheads="1"/>
            </p:cNvSpPr>
            <p:nvPr/>
          </p:nvSpPr>
          <p:spPr bwMode="auto">
            <a:xfrm>
              <a:off x="6475413" y="44196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6</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58" name="Text Box 46">
              <a:extLst>
                <a:ext uri="{FF2B5EF4-FFF2-40B4-BE49-F238E27FC236}">
                  <a16:creationId xmlns:a16="http://schemas.microsoft.com/office/drawing/2014/main" id="{D068226D-66A3-A843-9394-E648DF0AAC62}"/>
                </a:ext>
              </a:extLst>
            </p:cNvPr>
            <p:cNvSpPr txBox="1">
              <a:spLocks noChangeArrowheads="1"/>
            </p:cNvSpPr>
            <p:nvPr/>
          </p:nvSpPr>
          <p:spPr bwMode="auto">
            <a:xfrm>
              <a:off x="6323013" y="37338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3</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59" name="Text Box 47">
              <a:extLst>
                <a:ext uri="{FF2B5EF4-FFF2-40B4-BE49-F238E27FC236}">
                  <a16:creationId xmlns:a16="http://schemas.microsoft.com/office/drawing/2014/main" id="{C35ADE82-8330-E049-8C60-B19247B0D858}"/>
                </a:ext>
              </a:extLst>
            </p:cNvPr>
            <p:cNvSpPr txBox="1">
              <a:spLocks noChangeArrowheads="1"/>
            </p:cNvSpPr>
            <p:nvPr/>
          </p:nvSpPr>
          <p:spPr bwMode="auto">
            <a:xfrm>
              <a:off x="4246563" y="20574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2</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60" name="Text Box 48">
              <a:extLst>
                <a:ext uri="{FF2B5EF4-FFF2-40B4-BE49-F238E27FC236}">
                  <a16:creationId xmlns:a16="http://schemas.microsoft.com/office/drawing/2014/main" id="{4C531056-F0BB-8B48-96BA-B51C3C46CA1E}"/>
                </a:ext>
              </a:extLst>
            </p:cNvPr>
            <p:cNvSpPr txBox="1">
              <a:spLocks noChangeArrowheads="1"/>
            </p:cNvSpPr>
            <p:nvPr/>
          </p:nvSpPr>
          <p:spPr bwMode="auto">
            <a:xfrm>
              <a:off x="6456363" y="27432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1</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0161" name="Text Box 49">
              <a:extLst>
                <a:ext uri="{FF2B5EF4-FFF2-40B4-BE49-F238E27FC236}">
                  <a16:creationId xmlns:a16="http://schemas.microsoft.com/office/drawing/2014/main" id="{C44791F5-EF22-C94F-8192-357F900971C4}"/>
                </a:ext>
              </a:extLst>
            </p:cNvPr>
            <p:cNvSpPr txBox="1">
              <a:spLocks noChangeArrowheads="1"/>
            </p:cNvSpPr>
            <p:nvPr/>
          </p:nvSpPr>
          <p:spPr bwMode="auto">
            <a:xfrm>
              <a:off x="3071813" y="3702050"/>
              <a:ext cx="590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dirty="0">
                  <a:solidFill>
                    <a:srgbClr val="0070C0"/>
                  </a:solidFill>
                  <a:effectLst>
                    <a:outerShdw blurRad="38100" dist="38100" dir="2700000" algn="tl">
                      <a:srgbClr val="C0C0C0"/>
                    </a:outerShdw>
                  </a:effectLst>
                  <a:latin typeface="Times New Roman" panose="02020603050405020304" pitchFamily="18" charset="0"/>
                </a:rPr>
                <a:t>u</a:t>
              </a:r>
              <a:r>
                <a:rPr lang="en-US" altLang="zh-CN" sz="3600" b="1" baseline="-25000" dirty="0">
                  <a:solidFill>
                    <a:srgbClr val="0070C0"/>
                  </a:solidFill>
                  <a:effectLst>
                    <a:outerShdw blurRad="38100" dist="38100" dir="2700000" algn="tl">
                      <a:srgbClr val="C0C0C0"/>
                    </a:outerShdw>
                  </a:effectLst>
                  <a:latin typeface="Times New Roman" panose="02020603050405020304" pitchFamily="18" charset="0"/>
                </a:rPr>
                <a:t>0</a:t>
              </a:r>
            </a:p>
          </p:txBody>
        </p:sp>
        <p:sp>
          <p:nvSpPr>
            <p:cNvPr id="90162" name="Text Box 50">
              <a:extLst>
                <a:ext uri="{FF2B5EF4-FFF2-40B4-BE49-F238E27FC236}">
                  <a16:creationId xmlns:a16="http://schemas.microsoft.com/office/drawing/2014/main" id="{CB5519E7-8FD9-044B-95A6-9F77873D1CA0}"/>
                </a:ext>
              </a:extLst>
            </p:cNvPr>
            <p:cNvSpPr txBox="1">
              <a:spLocks noChangeArrowheads="1"/>
            </p:cNvSpPr>
            <p:nvPr/>
          </p:nvSpPr>
          <p:spPr bwMode="auto">
            <a:xfrm>
              <a:off x="5618163" y="3624263"/>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rgbClr val="0070C0"/>
                  </a:solidFill>
                  <a:effectLst>
                    <a:outerShdw blurRad="38100" dist="38100" dir="2700000" algn="tl">
                      <a:srgbClr val="C0C0C0"/>
                    </a:outerShdw>
                  </a:effectLst>
                  <a:latin typeface="Times New Roman" panose="02020603050405020304" pitchFamily="18" charset="0"/>
                </a:rPr>
                <a:t>g</a:t>
              </a:r>
              <a:endParaRPr lang="en-US" altLang="zh-CN" sz="3600" b="1" baseline="-25000">
                <a:solidFill>
                  <a:srgbClr val="0070C0"/>
                </a:solidFill>
                <a:effectLst>
                  <a:outerShdw blurRad="38100" dist="38100" dir="2700000" algn="tl">
                    <a:srgbClr val="C0C0C0"/>
                  </a:outerShdw>
                </a:effectLst>
                <a:latin typeface="Times New Roman" panose="02020603050405020304" pitchFamily="18" charset="0"/>
              </a:endParaRPr>
            </a:p>
          </p:txBody>
        </p:sp>
      </p:grpSp>
    </p:spTree>
  </p:cSld>
  <p:clrMapOvr>
    <a:masterClrMapping/>
  </p:clrMapOvr>
  <p:transition>
    <p:blinds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Number Placeholder 5">
            <a:extLst>
              <a:ext uri="{FF2B5EF4-FFF2-40B4-BE49-F238E27FC236}">
                <a16:creationId xmlns:a16="http://schemas.microsoft.com/office/drawing/2014/main" id="{09FDD174-FAEB-3447-BE30-241FE414CC1A}"/>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AD7B6469-D695-BE45-80B5-614FBBE247C9}" type="slidenum">
              <a:rPr kumimoji="0" lang="zh-CN" altLang="en-US" sz="1200"/>
              <a:pPr/>
              <a:t>42</a:t>
            </a:fld>
            <a:endParaRPr kumimoji="0" lang="en-US" altLang="zh-CN" sz="1200"/>
          </a:p>
        </p:txBody>
      </p:sp>
      <p:sp>
        <p:nvSpPr>
          <p:cNvPr id="88066" name="Rectangle 2">
            <a:extLst>
              <a:ext uri="{FF2B5EF4-FFF2-40B4-BE49-F238E27FC236}">
                <a16:creationId xmlns:a16="http://schemas.microsoft.com/office/drawing/2014/main" id="{0933F650-5F4C-AA4B-9DF5-087846FD84D3}"/>
              </a:ext>
            </a:extLst>
          </p:cNvPr>
          <p:cNvSpPr>
            <a:spLocks noGrp="1" noChangeArrowheads="1"/>
          </p:cNvSpPr>
          <p:nvPr>
            <p:ph type="title"/>
          </p:nvPr>
        </p:nvSpPr>
        <p:spPr>
          <a:xfrm>
            <a:off x="76200" y="381000"/>
            <a:ext cx="8153400" cy="762000"/>
          </a:xfrm>
        </p:spPr>
        <p:txBody>
          <a:bodyPr/>
          <a:lstStyle/>
          <a:p>
            <a:pPr marL="320040" indent="-320040" algn="l" fontAlgn="auto">
              <a:spcAft>
                <a:spcPts val="0"/>
              </a:spcAft>
              <a:buClr>
                <a:schemeClr val="accent6">
                  <a:lumMod val="75000"/>
                </a:schemeClr>
              </a:buClr>
              <a:defRPr/>
            </a:pPr>
            <a:r>
              <a:rPr lang="en-US" altLang="zh-CN" dirty="0" err="1">
                <a:latin typeface="Times New Roman" charset="0"/>
                <a:ea typeface="楷体_GB2312" charset="0"/>
                <a:cs typeface="+mj-cs"/>
              </a:rPr>
              <a:t>Dijkstra</a:t>
            </a:r>
            <a:r>
              <a:rPr lang="zh-CN" altLang="en-US" dirty="0">
                <a:latin typeface="Times New Roman" charset="0"/>
                <a:ea typeface="楷体_GB2312" charset="0"/>
                <a:cs typeface="+mj-cs"/>
              </a:rPr>
              <a:t>算法执行过程</a:t>
            </a:r>
          </a:p>
        </p:txBody>
      </p:sp>
      <p:grpSp>
        <p:nvGrpSpPr>
          <p:cNvPr id="72707" name="Group 241">
            <a:extLst>
              <a:ext uri="{FF2B5EF4-FFF2-40B4-BE49-F238E27FC236}">
                <a16:creationId xmlns:a16="http://schemas.microsoft.com/office/drawing/2014/main" id="{201D3634-313F-8943-AD27-593FCA08CE30}"/>
              </a:ext>
            </a:extLst>
          </p:cNvPr>
          <p:cNvGrpSpPr>
            <a:grpSpLocks/>
          </p:cNvGrpSpPr>
          <p:nvPr/>
        </p:nvGrpSpPr>
        <p:grpSpPr bwMode="auto">
          <a:xfrm>
            <a:off x="76200" y="1489075"/>
            <a:ext cx="8686800" cy="542925"/>
            <a:chOff x="144" y="858"/>
            <a:chExt cx="5472" cy="342"/>
          </a:xfrm>
        </p:grpSpPr>
        <p:sp>
          <p:nvSpPr>
            <p:cNvPr id="88141" name="Rectangle 77">
              <a:extLst>
                <a:ext uri="{FF2B5EF4-FFF2-40B4-BE49-F238E27FC236}">
                  <a16:creationId xmlns:a16="http://schemas.microsoft.com/office/drawing/2014/main" id="{D0A8BE98-2E52-8247-996C-95D64DC102BD}"/>
                </a:ext>
              </a:extLst>
            </p:cNvPr>
            <p:cNvSpPr>
              <a:spLocks noChangeArrowheads="1"/>
            </p:cNvSpPr>
            <p:nvPr/>
          </p:nvSpPr>
          <p:spPr bwMode="auto">
            <a:xfrm>
              <a:off x="5184" y="858"/>
              <a:ext cx="432" cy="34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spcBef>
                  <a:spcPct val="20000"/>
                </a:spcBef>
                <a:buClr>
                  <a:schemeClr val="tx1"/>
                </a:buClr>
                <a:buSzPct val="90000"/>
                <a:buFont typeface="Wingdings" pitchFamily="2" charset="2"/>
                <a:buNone/>
              </a:pPr>
              <a:r>
                <a:rPr kumimoji="0" lang="en-US" altLang="zh-CN"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rPr>
                <a:t>l(g)</a:t>
              </a:r>
              <a:endParaRPr kumimoji="0" lang="zh-CN" altLang="en-US"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endParaRPr>
            </a:p>
          </p:txBody>
        </p:sp>
        <p:sp>
          <p:nvSpPr>
            <p:cNvPr id="88140" name="Rectangle 76">
              <a:extLst>
                <a:ext uri="{FF2B5EF4-FFF2-40B4-BE49-F238E27FC236}">
                  <a16:creationId xmlns:a16="http://schemas.microsoft.com/office/drawing/2014/main" id="{076E433A-C147-404F-BE44-6C6DC7B572BF}"/>
                </a:ext>
              </a:extLst>
            </p:cNvPr>
            <p:cNvSpPr>
              <a:spLocks noChangeArrowheads="1"/>
            </p:cNvSpPr>
            <p:nvPr/>
          </p:nvSpPr>
          <p:spPr bwMode="auto">
            <a:xfrm>
              <a:off x="4800" y="858"/>
              <a:ext cx="384" cy="34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spcBef>
                  <a:spcPct val="20000"/>
                </a:spcBef>
                <a:buClr>
                  <a:schemeClr val="tx1"/>
                </a:buClr>
                <a:buSzPct val="90000"/>
                <a:buFont typeface="Wingdings" pitchFamily="2" charset="2"/>
                <a:buNone/>
              </a:pPr>
              <a:r>
                <a:rPr kumimoji="0" lang="en-US" altLang="zh-CN"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rPr>
                <a:t>l(f)</a:t>
              </a:r>
              <a:endParaRPr kumimoji="0" lang="zh-CN" altLang="en-US"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endParaRPr>
            </a:p>
          </p:txBody>
        </p:sp>
        <p:sp>
          <p:nvSpPr>
            <p:cNvPr id="88139" name="Rectangle 75">
              <a:extLst>
                <a:ext uri="{FF2B5EF4-FFF2-40B4-BE49-F238E27FC236}">
                  <a16:creationId xmlns:a16="http://schemas.microsoft.com/office/drawing/2014/main" id="{10A53296-BA88-694E-AF0A-7AA5A610B6D5}"/>
                </a:ext>
              </a:extLst>
            </p:cNvPr>
            <p:cNvSpPr>
              <a:spLocks noChangeArrowheads="1"/>
            </p:cNvSpPr>
            <p:nvPr/>
          </p:nvSpPr>
          <p:spPr bwMode="auto">
            <a:xfrm>
              <a:off x="4416" y="858"/>
              <a:ext cx="384" cy="34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spcBef>
                  <a:spcPct val="20000"/>
                </a:spcBef>
                <a:buClr>
                  <a:schemeClr val="tx1"/>
                </a:buClr>
                <a:buSzPct val="90000"/>
                <a:buFont typeface="Wingdings" pitchFamily="2" charset="2"/>
                <a:buNone/>
              </a:pPr>
              <a:r>
                <a:rPr kumimoji="0" lang="en-US" altLang="zh-CN"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rPr>
                <a:t>l(e)</a:t>
              </a:r>
              <a:endParaRPr kumimoji="0" lang="zh-CN" altLang="en-US"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endParaRPr>
            </a:p>
          </p:txBody>
        </p:sp>
        <p:sp>
          <p:nvSpPr>
            <p:cNvPr id="88138" name="Rectangle 74">
              <a:extLst>
                <a:ext uri="{FF2B5EF4-FFF2-40B4-BE49-F238E27FC236}">
                  <a16:creationId xmlns:a16="http://schemas.microsoft.com/office/drawing/2014/main" id="{F85879BE-3F1C-7942-BF4A-0EEA9BACFDA3}"/>
                </a:ext>
              </a:extLst>
            </p:cNvPr>
            <p:cNvSpPr>
              <a:spLocks noChangeArrowheads="1"/>
            </p:cNvSpPr>
            <p:nvPr/>
          </p:nvSpPr>
          <p:spPr bwMode="auto">
            <a:xfrm>
              <a:off x="4032" y="858"/>
              <a:ext cx="384" cy="34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spcBef>
                  <a:spcPct val="20000"/>
                </a:spcBef>
                <a:buClr>
                  <a:schemeClr val="tx1"/>
                </a:buClr>
                <a:buSzPct val="90000"/>
                <a:buFont typeface="Wingdings" pitchFamily="2" charset="2"/>
                <a:buNone/>
              </a:pPr>
              <a:r>
                <a:rPr kumimoji="0" lang="en-US" altLang="zh-CN"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rPr>
                <a:t>l(d)</a:t>
              </a:r>
              <a:endParaRPr kumimoji="0" lang="zh-CN" altLang="en-US"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endParaRPr>
            </a:p>
          </p:txBody>
        </p:sp>
        <p:sp>
          <p:nvSpPr>
            <p:cNvPr id="88137" name="Rectangle 73">
              <a:extLst>
                <a:ext uri="{FF2B5EF4-FFF2-40B4-BE49-F238E27FC236}">
                  <a16:creationId xmlns:a16="http://schemas.microsoft.com/office/drawing/2014/main" id="{5D07821C-07E2-E54A-BE9D-4087B9979BF6}"/>
                </a:ext>
              </a:extLst>
            </p:cNvPr>
            <p:cNvSpPr>
              <a:spLocks noChangeArrowheads="1"/>
            </p:cNvSpPr>
            <p:nvPr/>
          </p:nvSpPr>
          <p:spPr bwMode="auto">
            <a:xfrm>
              <a:off x="3648" y="858"/>
              <a:ext cx="384" cy="34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spcBef>
                  <a:spcPct val="20000"/>
                </a:spcBef>
                <a:buClr>
                  <a:schemeClr val="tx1"/>
                </a:buClr>
                <a:buSzPct val="90000"/>
                <a:buFont typeface="Wingdings" pitchFamily="2" charset="2"/>
                <a:buNone/>
              </a:pPr>
              <a:r>
                <a:rPr kumimoji="0" lang="en-US" altLang="zh-CN"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rPr>
                <a:t>l(c)</a:t>
              </a:r>
              <a:endParaRPr kumimoji="0" lang="zh-CN" altLang="en-US"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endParaRPr>
            </a:p>
          </p:txBody>
        </p:sp>
        <p:sp>
          <p:nvSpPr>
            <p:cNvPr id="88136" name="Rectangle 72">
              <a:extLst>
                <a:ext uri="{FF2B5EF4-FFF2-40B4-BE49-F238E27FC236}">
                  <a16:creationId xmlns:a16="http://schemas.microsoft.com/office/drawing/2014/main" id="{3AEC6B50-F3C0-B843-B3CE-E4533071C4F4}"/>
                </a:ext>
              </a:extLst>
            </p:cNvPr>
            <p:cNvSpPr>
              <a:spLocks noChangeArrowheads="1"/>
            </p:cNvSpPr>
            <p:nvPr/>
          </p:nvSpPr>
          <p:spPr bwMode="auto">
            <a:xfrm>
              <a:off x="3264" y="858"/>
              <a:ext cx="384" cy="34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spcBef>
                  <a:spcPct val="20000"/>
                </a:spcBef>
                <a:buClr>
                  <a:schemeClr val="tx1"/>
                </a:buClr>
                <a:buSzPct val="90000"/>
                <a:buFont typeface="Wingdings" pitchFamily="2" charset="2"/>
                <a:buNone/>
              </a:pPr>
              <a:r>
                <a:rPr kumimoji="0" lang="en-US" altLang="zh-CN"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rPr>
                <a:t>l(b)</a:t>
              </a:r>
              <a:endParaRPr kumimoji="0" lang="zh-CN" altLang="en-US"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endParaRPr>
            </a:p>
          </p:txBody>
        </p:sp>
        <p:sp>
          <p:nvSpPr>
            <p:cNvPr id="88135" name="Rectangle 71">
              <a:extLst>
                <a:ext uri="{FF2B5EF4-FFF2-40B4-BE49-F238E27FC236}">
                  <a16:creationId xmlns:a16="http://schemas.microsoft.com/office/drawing/2014/main" id="{B791D7BD-321A-3347-8D3B-298C06BE9235}"/>
                </a:ext>
              </a:extLst>
            </p:cNvPr>
            <p:cNvSpPr>
              <a:spLocks noChangeArrowheads="1"/>
            </p:cNvSpPr>
            <p:nvPr/>
          </p:nvSpPr>
          <p:spPr bwMode="auto">
            <a:xfrm>
              <a:off x="2880" y="858"/>
              <a:ext cx="384" cy="34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spcBef>
                  <a:spcPct val="20000"/>
                </a:spcBef>
                <a:buClr>
                  <a:schemeClr val="tx1"/>
                </a:buClr>
                <a:buSzPct val="90000"/>
                <a:buFont typeface="Wingdings" pitchFamily="2" charset="2"/>
                <a:buNone/>
              </a:pPr>
              <a:r>
                <a:rPr kumimoji="0" lang="en-US" altLang="zh-CN"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rPr>
                <a:t>l(a)</a:t>
              </a:r>
            </a:p>
          </p:txBody>
        </p:sp>
        <p:sp>
          <p:nvSpPr>
            <p:cNvPr id="88134" name="Rectangle 70">
              <a:extLst>
                <a:ext uri="{FF2B5EF4-FFF2-40B4-BE49-F238E27FC236}">
                  <a16:creationId xmlns:a16="http://schemas.microsoft.com/office/drawing/2014/main" id="{237D93A3-D33C-FF40-A4BD-32A52661597C}"/>
                </a:ext>
              </a:extLst>
            </p:cNvPr>
            <p:cNvSpPr>
              <a:spLocks noChangeArrowheads="1"/>
            </p:cNvSpPr>
            <p:nvPr/>
          </p:nvSpPr>
          <p:spPr bwMode="auto">
            <a:xfrm>
              <a:off x="1776" y="858"/>
              <a:ext cx="1104" cy="34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spcBef>
                  <a:spcPct val="20000"/>
                </a:spcBef>
                <a:buClr>
                  <a:schemeClr val="tx1"/>
                </a:buClr>
                <a:buSzPct val="90000"/>
                <a:buFont typeface="Wingdings" pitchFamily="2" charset="2"/>
                <a:buNone/>
              </a:pPr>
              <a:r>
                <a:rPr kumimoji="0" lang="en-US" altLang="zh-CN"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rPr>
                <a:t>S</a:t>
              </a:r>
              <a:r>
                <a:rPr kumimoji="0" lang="en-US" altLang="zh-CN" sz="2000" b="1">
                  <a:solidFill>
                    <a:schemeClr val="tx2"/>
                  </a:solidFill>
                  <a:effectLst>
                    <a:outerShdw blurRad="38100" dist="38100" dir="2700000" algn="tl">
                      <a:srgbClr val="C0C0C0"/>
                    </a:outerShdw>
                  </a:effectLst>
                  <a:ea typeface="楷体_GB2312" pitchFamily="49" charset="-122"/>
                </a:rPr>
                <a:t>’</a:t>
              </a:r>
              <a:endParaRPr kumimoji="0" lang="en-US" altLang="zh-CN"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endParaRPr>
            </a:p>
          </p:txBody>
        </p:sp>
        <p:sp>
          <p:nvSpPr>
            <p:cNvPr id="88133" name="Rectangle 69">
              <a:extLst>
                <a:ext uri="{FF2B5EF4-FFF2-40B4-BE49-F238E27FC236}">
                  <a16:creationId xmlns:a16="http://schemas.microsoft.com/office/drawing/2014/main" id="{E371A395-1975-D441-A2B6-B8C79C2DD56A}"/>
                </a:ext>
              </a:extLst>
            </p:cNvPr>
            <p:cNvSpPr>
              <a:spLocks noChangeArrowheads="1"/>
            </p:cNvSpPr>
            <p:nvPr/>
          </p:nvSpPr>
          <p:spPr bwMode="auto">
            <a:xfrm>
              <a:off x="480" y="858"/>
              <a:ext cx="1296" cy="34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spcBef>
                  <a:spcPct val="20000"/>
                </a:spcBef>
                <a:buClr>
                  <a:schemeClr val="tx1"/>
                </a:buClr>
                <a:buSzPct val="90000"/>
                <a:buFont typeface="Wingdings" pitchFamily="2" charset="2"/>
                <a:buNone/>
              </a:pPr>
              <a:r>
                <a:rPr kumimoji="0" lang="en-US" altLang="zh-CN" sz="2000" b="1">
                  <a:solidFill>
                    <a:schemeClr val="tx2"/>
                  </a:solidFill>
                  <a:effectLst>
                    <a:outerShdw blurRad="38100" dist="38100" dir="2700000" algn="tl">
                      <a:srgbClr val="C0C0C0"/>
                    </a:outerShdw>
                  </a:effectLst>
                  <a:latin typeface="Times New Roman" panose="02020603050405020304" pitchFamily="18" charset="0"/>
                  <a:ea typeface="楷体_GB2312" pitchFamily="49" charset="-122"/>
                </a:rPr>
                <a:t>S</a:t>
              </a:r>
            </a:p>
          </p:txBody>
        </p:sp>
        <p:sp>
          <p:nvSpPr>
            <p:cNvPr id="88132" name="Rectangle 68">
              <a:extLst>
                <a:ext uri="{FF2B5EF4-FFF2-40B4-BE49-F238E27FC236}">
                  <a16:creationId xmlns:a16="http://schemas.microsoft.com/office/drawing/2014/main" id="{63271CA9-4D5A-4D4F-8B5A-D974C871F8B2}"/>
                </a:ext>
              </a:extLst>
            </p:cNvPr>
            <p:cNvSpPr>
              <a:spLocks noChangeArrowheads="1"/>
            </p:cNvSpPr>
            <p:nvPr/>
          </p:nvSpPr>
          <p:spPr bwMode="auto">
            <a:xfrm>
              <a:off x="144" y="858"/>
              <a:ext cx="336" cy="34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spcBef>
                  <a:spcPct val="20000"/>
                </a:spcBef>
                <a:buClr>
                  <a:schemeClr val="tx1"/>
                </a:buClr>
                <a:buSzPct val="90000"/>
                <a:buFont typeface="Wingdings" pitchFamily="2" charset="2"/>
                <a:buNone/>
                <a:defRPr/>
              </a:pPr>
              <a:endParaRPr lang="en-US" altLang="zh-CN" sz="2000" b="1">
                <a:solidFill>
                  <a:schemeClr val="tx2"/>
                </a:solidFill>
                <a:effectLst>
                  <a:outerShdw blurRad="38100" dist="38100" dir="2700000" algn="tl">
                    <a:srgbClr val="000000"/>
                  </a:outerShdw>
                </a:effectLst>
                <a:latin typeface="Times New Roman" pitchFamily="18" charset="0"/>
                <a:ea typeface="楷体_GB2312" pitchFamily="49" charset="-122"/>
              </a:endParaRPr>
            </a:p>
          </p:txBody>
        </p:sp>
        <p:sp>
          <p:nvSpPr>
            <p:cNvPr id="45179" name="Line 178">
              <a:extLst>
                <a:ext uri="{FF2B5EF4-FFF2-40B4-BE49-F238E27FC236}">
                  <a16:creationId xmlns:a16="http://schemas.microsoft.com/office/drawing/2014/main" id="{7B098664-429E-FA4C-B53E-2D5CBDC6DFB9}"/>
                </a:ext>
              </a:extLst>
            </p:cNvPr>
            <p:cNvSpPr>
              <a:spLocks noChangeShapeType="1"/>
            </p:cNvSpPr>
            <p:nvPr/>
          </p:nvSpPr>
          <p:spPr bwMode="auto">
            <a:xfrm>
              <a:off x="144" y="858"/>
              <a:ext cx="5472" cy="0"/>
            </a:xfrm>
            <a:prstGeom prst="line">
              <a:avLst/>
            </a:prstGeom>
            <a:noFill/>
            <a:ln w="28575"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sz="2000">
                <a:latin typeface="Arial" charset="0"/>
                <a:ea typeface="宋体" charset="0"/>
                <a:cs typeface="宋体" charset="0"/>
              </a:endParaRPr>
            </a:p>
          </p:txBody>
        </p:sp>
        <p:sp>
          <p:nvSpPr>
            <p:cNvPr id="45180" name="Line 179">
              <a:extLst>
                <a:ext uri="{FF2B5EF4-FFF2-40B4-BE49-F238E27FC236}">
                  <a16:creationId xmlns:a16="http://schemas.microsoft.com/office/drawing/2014/main" id="{3108EDAF-FBF4-8B4F-893C-A8B9DDA094DF}"/>
                </a:ext>
              </a:extLst>
            </p:cNvPr>
            <p:cNvSpPr>
              <a:spLocks noChangeShapeType="1"/>
            </p:cNvSpPr>
            <p:nvPr/>
          </p:nvSpPr>
          <p:spPr bwMode="auto">
            <a:xfrm>
              <a:off x="144" y="1200"/>
              <a:ext cx="5472"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sz="2000">
                <a:latin typeface="Arial" charset="0"/>
                <a:ea typeface="宋体" charset="0"/>
                <a:cs typeface="宋体" charset="0"/>
              </a:endParaRPr>
            </a:p>
          </p:txBody>
        </p:sp>
      </p:grpSp>
      <p:grpSp>
        <p:nvGrpSpPr>
          <p:cNvPr id="88306" name="Group 242">
            <a:extLst>
              <a:ext uri="{FF2B5EF4-FFF2-40B4-BE49-F238E27FC236}">
                <a16:creationId xmlns:a16="http://schemas.microsoft.com/office/drawing/2014/main" id="{25B0EE55-0F9E-6546-9755-2AC0FECC04DF}"/>
              </a:ext>
            </a:extLst>
          </p:cNvPr>
          <p:cNvGrpSpPr>
            <a:grpSpLocks/>
          </p:cNvGrpSpPr>
          <p:nvPr/>
        </p:nvGrpSpPr>
        <p:grpSpPr bwMode="auto">
          <a:xfrm>
            <a:off x="76200" y="2022475"/>
            <a:ext cx="8686800" cy="517525"/>
            <a:chOff x="144" y="1200"/>
            <a:chExt cx="5472" cy="326"/>
          </a:xfrm>
        </p:grpSpPr>
        <p:sp>
          <p:nvSpPr>
            <p:cNvPr id="88152" name="Rectangle 88">
              <a:extLst>
                <a:ext uri="{FF2B5EF4-FFF2-40B4-BE49-F238E27FC236}">
                  <a16:creationId xmlns:a16="http://schemas.microsoft.com/office/drawing/2014/main" id="{4C2505C8-52C4-4345-B407-71232C2AB953}"/>
                </a:ext>
              </a:extLst>
            </p:cNvPr>
            <p:cNvSpPr>
              <a:spLocks noChangeArrowheads="1"/>
            </p:cNvSpPr>
            <p:nvPr/>
          </p:nvSpPr>
          <p:spPr bwMode="auto">
            <a:xfrm>
              <a:off x="5184" y="1200"/>
              <a:ext cx="432"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7</a:t>
              </a:r>
            </a:p>
          </p:txBody>
        </p:sp>
        <p:sp>
          <p:nvSpPr>
            <p:cNvPr id="88151" name="Rectangle 87">
              <a:extLst>
                <a:ext uri="{FF2B5EF4-FFF2-40B4-BE49-F238E27FC236}">
                  <a16:creationId xmlns:a16="http://schemas.microsoft.com/office/drawing/2014/main" id="{19691010-C604-1E4E-B66F-E2C59730916E}"/>
                </a:ext>
              </a:extLst>
            </p:cNvPr>
            <p:cNvSpPr>
              <a:spLocks noChangeArrowheads="1"/>
            </p:cNvSpPr>
            <p:nvPr/>
          </p:nvSpPr>
          <p:spPr bwMode="auto">
            <a:xfrm>
              <a:off x="4800" y="1200"/>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dirty="0">
                  <a:solidFill>
                    <a:srgbClr val="0070C0"/>
                  </a:solidFill>
                  <a:effectLst>
                    <a:outerShdw blurRad="38100" dist="38100" dir="2700000" algn="tl">
                      <a:srgbClr val="C0C0C0"/>
                    </a:outerShdw>
                  </a:effectLst>
                  <a:ea typeface="楷体_GB2312" pitchFamily="49" charset="-122"/>
                </a:rPr>
                <a:t>1</a:t>
              </a:r>
            </a:p>
          </p:txBody>
        </p:sp>
        <p:sp>
          <p:nvSpPr>
            <p:cNvPr id="88150" name="Rectangle 86">
              <a:extLst>
                <a:ext uri="{FF2B5EF4-FFF2-40B4-BE49-F238E27FC236}">
                  <a16:creationId xmlns:a16="http://schemas.microsoft.com/office/drawing/2014/main" id="{D1BDFA44-A6EB-164F-8D50-7B6EF5464143}"/>
                </a:ext>
              </a:extLst>
            </p:cNvPr>
            <p:cNvSpPr>
              <a:spLocks noChangeArrowheads="1"/>
            </p:cNvSpPr>
            <p:nvPr/>
          </p:nvSpPr>
          <p:spPr bwMode="auto">
            <a:xfrm>
              <a:off x="4416" y="1200"/>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2</a:t>
              </a:r>
            </a:p>
          </p:txBody>
        </p:sp>
        <p:sp>
          <p:nvSpPr>
            <p:cNvPr id="88149" name="Rectangle 85">
              <a:extLst>
                <a:ext uri="{FF2B5EF4-FFF2-40B4-BE49-F238E27FC236}">
                  <a16:creationId xmlns:a16="http://schemas.microsoft.com/office/drawing/2014/main" id="{25FC0DB7-8E50-8841-8E75-9491E6593423}"/>
                </a:ext>
              </a:extLst>
            </p:cNvPr>
            <p:cNvSpPr>
              <a:spLocks noChangeArrowheads="1"/>
            </p:cNvSpPr>
            <p:nvPr/>
          </p:nvSpPr>
          <p:spPr bwMode="auto">
            <a:xfrm>
              <a:off x="4032" y="1200"/>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r>
                <a:rPr lang="en-US" altLang="zh-CN" sz="2800" b="1">
                  <a:effectLst>
                    <a:outerShdw blurRad="38100" dist="38100" dir="2700000" algn="tl">
                      <a:srgbClr val="000000"/>
                    </a:outerShdw>
                  </a:effectLst>
                  <a:latin typeface="宋体" pitchFamily="2" charset="-122"/>
                  <a:ea typeface="楷体_GB2312" pitchFamily="49" charset="-122"/>
                </a:rPr>
                <a:t>∞</a:t>
              </a:r>
              <a:endParaRPr lang="zh-CN" altLang="en-US" sz="2800" b="1">
                <a:effectLst>
                  <a:outerShdw blurRad="38100" dist="38100" dir="2700000" algn="tl">
                    <a:srgbClr val="000000"/>
                  </a:outerShdw>
                </a:effectLst>
                <a:latin typeface="宋体" pitchFamily="2" charset="-122"/>
                <a:ea typeface="楷体_GB2312" pitchFamily="49" charset="-122"/>
              </a:endParaRPr>
            </a:p>
          </p:txBody>
        </p:sp>
        <p:sp>
          <p:nvSpPr>
            <p:cNvPr id="88148" name="Rectangle 84">
              <a:extLst>
                <a:ext uri="{FF2B5EF4-FFF2-40B4-BE49-F238E27FC236}">
                  <a16:creationId xmlns:a16="http://schemas.microsoft.com/office/drawing/2014/main" id="{B04D2120-00C5-9146-B7CF-96F3F3C5369A}"/>
                </a:ext>
              </a:extLst>
            </p:cNvPr>
            <p:cNvSpPr>
              <a:spLocks noChangeArrowheads="1"/>
            </p:cNvSpPr>
            <p:nvPr/>
          </p:nvSpPr>
          <p:spPr bwMode="auto">
            <a:xfrm>
              <a:off x="3648" y="1200"/>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r>
                <a:rPr lang="en-US" altLang="zh-CN" sz="2800" b="1">
                  <a:effectLst>
                    <a:outerShdw blurRad="38100" dist="38100" dir="2700000" algn="tl">
                      <a:srgbClr val="000000"/>
                    </a:outerShdw>
                  </a:effectLst>
                  <a:latin typeface="宋体" pitchFamily="2" charset="-122"/>
                  <a:ea typeface="楷体_GB2312" pitchFamily="49" charset="-122"/>
                </a:rPr>
                <a:t>∞</a:t>
              </a:r>
              <a:endParaRPr lang="zh-CN" altLang="en-US" sz="2800" b="1">
                <a:effectLst>
                  <a:outerShdw blurRad="38100" dist="38100" dir="2700000" algn="tl">
                    <a:srgbClr val="000000"/>
                  </a:outerShdw>
                </a:effectLst>
                <a:latin typeface="宋体" pitchFamily="2" charset="-122"/>
                <a:ea typeface="楷体_GB2312" pitchFamily="49" charset="-122"/>
              </a:endParaRPr>
            </a:p>
          </p:txBody>
        </p:sp>
        <p:sp>
          <p:nvSpPr>
            <p:cNvPr id="88147" name="Rectangle 83">
              <a:extLst>
                <a:ext uri="{FF2B5EF4-FFF2-40B4-BE49-F238E27FC236}">
                  <a16:creationId xmlns:a16="http://schemas.microsoft.com/office/drawing/2014/main" id="{FB2CF0A2-69A7-5941-A8CF-0620E036C38B}"/>
                </a:ext>
              </a:extLst>
            </p:cNvPr>
            <p:cNvSpPr>
              <a:spLocks noChangeArrowheads="1"/>
            </p:cNvSpPr>
            <p:nvPr/>
          </p:nvSpPr>
          <p:spPr bwMode="auto">
            <a:xfrm>
              <a:off x="3264" y="1200"/>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4</a:t>
              </a:r>
            </a:p>
          </p:txBody>
        </p:sp>
        <p:sp>
          <p:nvSpPr>
            <p:cNvPr id="88146" name="Rectangle 82">
              <a:extLst>
                <a:ext uri="{FF2B5EF4-FFF2-40B4-BE49-F238E27FC236}">
                  <a16:creationId xmlns:a16="http://schemas.microsoft.com/office/drawing/2014/main" id="{A63D389F-F361-C54C-A651-E1C9C0914B3F}"/>
                </a:ext>
              </a:extLst>
            </p:cNvPr>
            <p:cNvSpPr>
              <a:spLocks noChangeArrowheads="1"/>
            </p:cNvSpPr>
            <p:nvPr/>
          </p:nvSpPr>
          <p:spPr bwMode="auto">
            <a:xfrm>
              <a:off x="2880" y="1200"/>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8</a:t>
              </a:r>
            </a:p>
          </p:txBody>
        </p:sp>
        <p:sp>
          <p:nvSpPr>
            <p:cNvPr id="88145" name="Rectangle 81">
              <a:extLst>
                <a:ext uri="{FF2B5EF4-FFF2-40B4-BE49-F238E27FC236}">
                  <a16:creationId xmlns:a16="http://schemas.microsoft.com/office/drawing/2014/main" id="{49519F1A-8C43-784F-B416-CCEE31E04C58}"/>
                </a:ext>
              </a:extLst>
            </p:cNvPr>
            <p:cNvSpPr>
              <a:spLocks noChangeArrowheads="1"/>
            </p:cNvSpPr>
            <p:nvPr/>
          </p:nvSpPr>
          <p:spPr bwMode="auto">
            <a:xfrm>
              <a:off x="1776" y="1200"/>
              <a:ext cx="110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abcdefg</a:t>
              </a:r>
            </a:p>
          </p:txBody>
        </p:sp>
        <p:sp>
          <p:nvSpPr>
            <p:cNvPr id="88144" name="Rectangle 80">
              <a:extLst>
                <a:ext uri="{FF2B5EF4-FFF2-40B4-BE49-F238E27FC236}">
                  <a16:creationId xmlns:a16="http://schemas.microsoft.com/office/drawing/2014/main" id="{FD42EE7E-E3B1-194B-9AC2-785E07D52808}"/>
                </a:ext>
              </a:extLst>
            </p:cNvPr>
            <p:cNvSpPr>
              <a:spLocks noChangeArrowheads="1"/>
            </p:cNvSpPr>
            <p:nvPr/>
          </p:nvSpPr>
          <p:spPr bwMode="auto">
            <a:xfrm>
              <a:off x="480" y="1200"/>
              <a:ext cx="129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u</a:t>
              </a:r>
              <a:r>
                <a:rPr kumimoji="0" lang="en-US" altLang="zh-CN" sz="2800" b="1" baseline="-25000">
                  <a:effectLst>
                    <a:outerShdw blurRad="38100" dist="38100" dir="2700000" algn="tl">
                      <a:srgbClr val="C0C0C0"/>
                    </a:outerShdw>
                  </a:effectLst>
                  <a:ea typeface="楷体_GB2312" pitchFamily="49" charset="-122"/>
                </a:rPr>
                <a:t>0</a:t>
              </a:r>
              <a:endParaRPr kumimoji="0" lang="en-US" altLang="zh-CN" sz="2800" b="1">
                <a:effectLst>
                  <a:outerShdw blurRad="38100" dist="38100" dir="2700000" algn="tl">
                    <a:srgbClr val="C0C0C0"/>
                  </a:outerShdw>
                </a:effectLst>
                <a:ea typeface="楷体_GB2312" pitchFamily="49" charset="-122"/>
              </a:endParaRPr>
            </a:p>
          </p:txBody>
        </p:sp>
        <p:sp>
          <p:nvSpPr>
            <p:cNvPr id="88143" name="Rectangle 79">
              <a:extLst>
                <a:ext uri="{FF2B5EF4-FFF2-40B4-BE49-F238E27FC236}">
                  <a16:creationId xmlns:a16="http://schemas.microsoft.com/office/drawing/2014/main" id="{39494AEA-278A-7C42-BA29-FBE445400E5C}"/>
                </a:ext>
              </a:extLst>
            </p:cNvPr>
            <p:cNvSpPr>
              <a:spLocks noChangeArrowheads="1"/>
            </p:cNvSpPr>
            <p:nvPr/>
          </p:nvSpPr>
          <p:spPr bwMode="auto">
            <a:xfrm>
              <a:off x="144" y="1200"/>
              <a:ext cx="33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1</a:t>
              </a:r>
            </a:p>
          </p:txBody>
        </p:sp>
        <p:sp>
          <p:nvSpPr>
            <p:cNvPr id="45168" name="Line 180">
              <a:extLst>
                <a:ext uri="{FF2B5EF4-FFF2-40B4-BE49-F238E27FC236}">
                  <a16:creationId xmlns:a16="http://schemas.microsoft.com/office/drawing/2014/main" id="{278AAA24-7A74-FA47-AEBD-0B671329D680}"/>
                </a:ext>
              </a:extLst>
            </p:cNvPr>
            <p:cNvSpPr>
              <a:spLocks noChangeShapeType="1"/>
            </p:cNvSpPr>
            <p:nvPr/>
          </p:nvSpPr>
          <p:spPr bwMode="auto">
            <a:xfrm>
              <a:off x="144" y="1526"/>
              <a:ext cx="5472"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grpSp>
      <p:grpSp>
        <p:nvGrpSpPr>
          <p:cNvPr id="88307" name="Group 243">
            <a:extLst>
              <a:ext uri="{FF2B5EF4-FFF2-40B4-BE49-F238E27FC236}">
                <a16:creationId xmlns:a16="http://schemas.microsoft.com/office/drawing/2014/main" id="{86F72C16-FEFC-DD41-869B-5C0B3EF69536}"/>
              </a:ext>
            </a:extLst>
          </p:cNvPr>
          <p:cNvGrpSpPr>
            <a:grpSpLocks/>
          </p:cNvGrpSpPr>
          <p:nvPr/>
        </p:nvGrpSpPr>
        <p:grpSpPr bwMode="auto">
          <a:xfrm>
            <a:off x="76200" y="2540000"/>
            <a:ext cx="8686800" cy="517525"/>
            <a:chOff x="144" y="1526"/>
            <a:chExt cx="5472" cy="326"/>
          </a:xfrm>
        </p:grpSpPr>
        <p:sp>
          <p:nvSpPr>
            <p:cNvPr id="88163" name="Rectangle 99">
              <a:extLst>
                <a:ext uri="{FF2B5EF4-FFF2-40B4-BE49-F238E27FC236}">
                  <a16:creationId xmlns:a16="http://schemas.microsoft.com/office/drawing/2014/main" id="{DBF47181-555A-DF40-B671-5614BA7C19A3}"/>
                </a:ext>
              </a:extLst>
            </p:cNvPr>
            <p:cNvSpPr>
              <a:spLocks noChangeArrowheads="1"/>
            </p:cNvSpPr>
            <p:nvPr/>
          </p:nvSpPr>
          <p:spPr bwMode="auto">
            <a:xfrm>
              <a:off x="5184" y="1526"/>
              <a:ext cx="432"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7</a:t>
              </a:r>
            </a:p>
          </p:txBody>
        </p:sp>
        <p:sp>
          <p:nvSpPr>
            <p:cNvPr id="88162" name="Rectangle 98">
              <a:extLst>
                <a:ext uri="{FF2B5EF4-FFF2-40B4-BE49-F238E27FC236}">
                  <a16:creationId xmlns:a16="http://schemas.microsoft.com/office/drawing/2014/main" id="{3544C105-FCF2-814E-8E03-AAB16C35B8B1}"/>
                </a:ext>
              </a:extLst>
            </p:cNvPr>
            <p:cNvSpPr>
              <a:spLocks noChangeArrowheads="1"/>
            </p:cNvSpPr>
            <p:nvPr/>
          </p:nvSpPr>
          <p:spPr bwMode="auto">
            <a:xfrm>
              <a:off x="4800" y="1526"/>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161" name="Rectangle 97">
              <a:extLst>
                <a:ext uri="{FF2B5EF4-FFF2-40B4-BE49-F238E27FC236}">
                  <a16:creationId xmlns:a16="http://schemas.microsoft.com/office/drawing/2014/main" id="{256F3FA5-5246-2E4D-8BCE-1AA21C24A6A0}"/>
                </a:ext>
              </a:extLst>
            </p:cNvPr>
            <p:cNvSpPr>
              <a:spLocks noChangeArrowheads="1"/>
            </p:cNvSpPr>
            <p:nvPr/>
          </p:nvSpPr>
          <p:spPr bwMode="auto">
            <a:xfrm>
              <a:off x="4416" y="1526"/>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dirty="0">
                  <a:solidFill>
                    <a:srgbClr val="0070C0"/>
                  </a:solidFill>
                  <a:effectLst>
                    <a:outerShdw blurRad="38100" dist="38100" dir="2700000" algn="tl">
                      <a:srgbClr val="C0C0C0"/>
                    </a:outerShdw>
                  </a:effectLst>
                  <a:ea typeface="楷体_GB2312" pitchFamily="49" charset="-122"/>
                </a:rPr>
                <a:t>2</a:t>
              </a:r>
            </a:p>
          </p:txBody>
        </p:sp>
        <p:sp>
          <p:nvSpPr>
            <p:cNvPr id="88160" name="Rectangle 96">
              <a:extLst>
                <a:ext uri="{FF2B5EF4-FFF2-40B4-BE49-F238E27FC236}">
                  <a16:creationId xmlns:a16="http://schemas.microsoft.com/office/drawing/2014/main" id="{EE1AF9D1-5221-D94E-979C-489CC1AB7487}"/>
                </a:ext>
              </a:extLst>
            </p:cNvPr>
            <p:cNvSpPr>
              <a:spLocks noChangeArrowheads="1"/>
            </p:cNvSpPr>
            <p:nvPr/>
          </p:nvSpPr>
          <p:spPr bwMode="auto">
            <a:xfrm>
              <a:off x="4032" y="1526"/>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4</a:t>
              </a:r>
            </a:p>
          </p:txBody>
        </p:sp>
        <p:sp>
          <p:nvSpPr>
            <p:cNvPr id="88159" name="Rectangle 95">
              <a:extLst>
                <a:ext uri="{FF2B5EF4-FFF2-40B4-BE49-F238E27FC236}">
                  <a16:creationId xmlns:a16="http://schemas.microsoft.com/office/drawing/2014/main" id="{451694C7-EE96-3F41-86D0-8A9B1FCE1322}"/>
                </a:ext>
              </a:extLst>
            </p:cNvPr>
            <p:cNvSpPr>
              <a:spLocks noChangeArrowheads="1"/>
            </p:cNvSpPr>
            <p:nvPr/>
          </p:nvSpPr>
          <p:spPr bwMode="auto">
            <a:xfrm>
              <a:off x="3648" y="1526"/>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r>
                <a:rPr lang="en-US" altLang="zh-CN" sz="2800" b="1">
                  <a:effectLst>
                    <a:outerShdw blurRad="38100" dist="38100" dir="2700000" algn="tl">
                      <a:srgbClr val="000000"/>
                    </a:outerShdw>
                  </a:effectLst>
                  <a:latin typeface="宋体" pitchFamily="2" charset="-122"/>
                  <a:ea typeface="楷体_GB2312" pitchFamily="49" charset="-122"/>
                </a:rPr>
                <a:t>∞</a:t>
              </a:r>
              <a:endParaRPr lang="zh-CN" altLang="en-US" sz="2800" b="1">
                <a:effectLst>
                  <a:outerShdw blurRad="38100" dist="38100" dir="2700000" algn="tl">
                    <a:srgbClr val="000000"/>
                  </a:outerShdw>
                </a:effectLst>
                <a:latin typeface="宋体" pitchFamily="2" charset="-122"/>
                <a:ea typeface="楷体_GB2312" pitchFamily="49" charset="-122"/>
              </a:endParaRPr>
            </a:p>
          </p:txBody>
        </p:sp>
        <p:sp>
          <p:nvSpPr>
            <p:cNvPr id="88158" name="Rectangle 94">
              <a:extLst>
                <a:ext uri="{FF2B5EF4-FFF2-40B4-BE49-F238E27FC236}">
                  <a16:creationId xmlns:a16="http://schemas.microsoft.com/office/drawing/2014/main" id="{BE3DB8ED-8485-B646-A04E-38AA92E4B3BF}"/>
                </a:ext>
              </a:extLst>
            </p:cNvPr>
            <p:cNvSpPr>
              <a:spLocks noChangeArrowheads="1"/>
            </p:cNvSpPr>
            <p:nvPr/>
          </p:nvSpPr>
          <p:spPr bwMode="auto">
            <a:xfrm>
              <a:off x="3264" y="1526"/>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4</a:t>
              </a:r>
            </a:p>
          </p:txBody>
        </p:sp>
        <p:sp>
          <p:nvSpPr>
            <p:cNvPr id="88157" name="Rectangle 93">
              <a:extLst>
                <a:ext uri="{FF2B5EF4-FFF2-40B4-BE49-F238E27FC236}">
                  <a16:creationId xmlns:a16="http://schemas.microsoft.com/office/drawing/2014/main" id="{74EAC2AC-8FDA-BE41-8A73-402EAAFA7083}"/>
                </a:ext>
              </a:extLst>
            </p:cNvPr>
            <p:cNvSpPr>
              <a:spLocks noChangeArrowheads="1"/>
            </p:cNvSpPr>
            <p:nvPr/>
          </p:nvSpPr>
          <p:spPr bwMode="auto">
            <a:xfrm>
              <a:off x="2880" y="1526"/>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8</a:t>
              </a:r>
            </a:p>
          </p:txBody>
        </p:sp>
        <p:sp>
          <p:nvSpPr>
            <p:cNvPr id="88156" name="Rectangle 92">
              <a:extLst>
                <a:ext uri="{FF2B5EF4-FFF2-40B4-BE49-F238E27FC236}">
                  <a16:creationId xmlns:a16="http://schemas.microsoft.com/office/drawing/2014/main" id="{35343B39-2230-E14F-A61D-F54DF78D48BC}"/>
                </a:ext>
              </a:extLst>
            </p:cNvPr>
            <p:cNvSpPr>
              <a:spLocks noChangeArrowheads="1"/>
            </p:cNvSpPr>
            <p:nvPr/>
          </p:nvSpPr>
          <p:spPr bwMode="auto">
            <a:xfrm>
              <a:off x="1776" y="1526"/>
              <a:ext cx="110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abcdeg</a:t>
              </a:r>
              <a:endParaRPr kumimoji="0" lang="zh-CN" altLang="en-US" sz="2800" b="1">
                <a:effectLst>
                  <a:outerShdw blurRad="38100" dist="38100" dir="2700000" algn="tl">
                    <a:srgbClr val="C0C0C0"/>
                  </a:outerShdw>
                </a:effectLst>
                <a:ea typeface="楷体_GB2312" pitchFamily="49" charset="-122"/>
              </a:endParaRPr>
            </a:p>
          </p:txBody>
        </p:sp>
        <p:sp>
          <p:nvSpPr>
            <p:cNvPr id="88155" name="Rectangle 91">
              <a:extLst>
                <a:ext uri="{FF2B5EF4-FFF2-40B4-BE49-F238E27FC236}">
                  <a16:creationId xmlns:a16="http://schemas.microsoft.com/office/drawing/2014/main" id="{1790AC2D-1CCF-7D41-88A4-C0B8A393D03A}"/>
                </a:ext>
              </a:extLst>
            </p:cNvPr>
            <p:cNvSpPr>
              <a:spLocks noChangeArrowheads="1"/>
            </p:cNvSpPr>
            <p:nvPr/>
          </p:nvSpPr>
          <p:spPr bwMode="auto">
            <a:xfrm>
              <a:off x="480" y="1526"/>
              <a:ext cx="129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u</a:t>
              </a:r>
              <a:r>
                <a:rPr kumimoji="0" lang="en-US" altLang="zh-CN" sz="2800" b="1" baseline="-25000">
                  <a:effectLst>
                    <a:outerShdw blurRad="38100" dist="38100" dir="2700000" algn="tl">
                      <a:srgbClr val="C0C0C0"/>
                    </a:outerShdw>
                  </a:effectLst>
                  <a:ea typeface="楷体_GB2312" pitchFamily="49" charset="-122"/>
                </a:rPr>
                <a:t>0 </a:t>
              </a:r>
              <a:r>
                <a:rPr kumimoji="0" lang="en-US" altLang="zh-CN" sz="2800" b="1">
                  <a:effectLst>
                    <a:outerShdw blurRad="38100" dist="38100" dir="2700000" algn="tl">
                      <a:srgbClr val="C0C0C0"/>
                    </a:outerShdw>
                  </a:effectLst>
                  <a:ea typeface="楷体_GB2312" pitchFamily="49" charset="-122"/>
                </a:rPr>
                <a:t>f</a:t>
              </a:r>
              <a:endParaRPr kumimoji="0" lang="zh-CN" altLang="en-US" sz="2800" b="1">
                <a:effectLst>
                  <a:outerShdw blurRad="38100" dist="38100" dir="2700000" algn="tl">
                    <a:srgbClr val="C0C0C0"/>
                  </a:outerShdw>
                </a:effectLst>
                <a:ea typeface="楷体_GB2312" pitchFamily="49" charset="-122"/>
              </a:endParaRPr>
            </a:p>
          </p:txBody>
        </p:sp>
        <p:sp>
          <p:nvSpPr>
            <p:cNvPr id="88154" name="Rectangle 90">
              <a:extLst>
                <a:ext uri="{FF2B5EF4-FFF2-40B4-BE49-F238E27FC236}">
                  <a16:creationId xmlns:a16="http://schemas.microsoft.com/office/drawing/2014/main" id="{9F2FA133-AE48-3F46-AEFC-6B836968D749}"/>
                </a:ext>
              </a:extLst>
            </p:cNvPr>
            <p:cNvSpPr>
              <a:spLocks noChangeArrowheads="1"/>
            </p:cNvSpPr>
            <p:nvPr/>
          </p:nvSpPr>
          <p:spPr bwMode="auto">
            <a:xfrm>
              <a:off x="144" y="1526"/>
              <a:ext cx="33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2</a:t>
              </a:r>
            </a:p>
          </p:txBody>
        </p:sp>
        <p:sp>
          <p:nvSpPr>
            <p:cNvPr id="45157" name="Line 181">
              <a:extLst>
                <a:ext uri="{FF2B5EF4-FFF2-40B4-BE49-F238E27FC236}">
                  <a16:creationId xmlns:a16="http://schemas.microsoft.com/office/drawing/2014/main" id="{E05F53D9-FA81-9F4E-8ED6-003CA6DA71AE}"/>
                </a:ext>
              </a:extLst>
            </p:cNvPr>
            <p:cNvSpPr>
              <a:spLocks noChangeShapeType="1"/>
            </p:cNvSpPr>
            <p:nvPr/>
          </p:nvSpPr>
          <p:spPr bwMode="auto">
            <a:xfrm>
              <a:off x="144" y="1852"/>
              <a:ext cx="5472"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grpSp>
      <p:grpSp>
        <p:nvGrpSpPr>
          <p:cNvPr id="88308" name="Group 244">
            <a:extLst>
              <a:ext uri="{FF2B5EF4-FFF2-40B4-BE49-F238E27FC236}">
                <a16:creationId xmlns:a16="http://schemas.microsoft.com/office/drawing/2014/main" id="{6EF43A13-FA8B-7640-9D5F-62CD37E7A668}"/>
              </a:ext>
            </a:extLst>
          </p:cNvPr>
          <p:cNvGrpSpPr>
            <a:grpSpLocks/>
          </p:cNvGrpSpPr>
          <p:nvPr/>
        </p:nvGrpSpPr>
        <p:grpSpPr bwMode="auto">
          <a:xfrm>
            <a:off x="76200" y="3057525"/>
            <a:ext cx="8686800" cy="517525"/>
            <a:chOff x="144" y="1852"/>
            <a:chExt cx="5472" cy="326"/>
          </a:xfrm>
        </p:grpSpPr>
        <p:sp>
          <p:nvSpPr>
            <p:cNvPr id="88174" name="Rectangle 110">
              <a:extLst>
                <a:ext uri="{FF2B5EF4-FFF2-40B4-BE49-F238E27FC236}">
                  <a16:creationId xmlns:a16="http://schemas.microsoft.com/office/drawing/2014/main" id="{D9C97B88-916C-9D41-A71E-48D1A359549E}"/>
                </a:ext>
              </a:extLst>
            </p:cNvPr>
            <p:cNvSpPr>
              <a:spLocks noChangeArrowheads="1"/>
            </p:cNvSpPr>
            <p:nvPr/>
          </p:nvSpPr>
          <p:spPr bwMode="auto">
            <a:xfrm>
              <a:off x="5184" y="1852"/>
              <a:ext cx="432"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7</a:t>
              </a:r>
            </a:p>
          </p:txBody>
        </p:sp>
        <p:sp>
          <p:nvSpPr>
            <p:cNvPr id="88173" name="Rectangle 109">
              <a:extLst>
                <a:ext uri="{FF2B5EF4-FFF2-40B4-BE49-F238E27FC236}">
                  <a16:creationId xmlns:a16="http://schemas.microsoft.com/office/drawing/2014/main" id="{6CC5BACF-C9E0-DA48-B77D-A05FCF4C4DBB}"/>
                </a:ext>
              </a:extLst>
            </p:cNvPr>
            <p:cNvSpPr>
              <a:spLocks noChangeArrowheads="1"/>
            </p:cNvSpPr>
            <p:nvPr/>
          </p:nvSpPr>
          <p:spPr bwMode="auto">
            <a:xfrm>
              <a:off x="4800" y="1852"/>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172" name="Rectangle 108">
              <a:extLst>
                <a:ext uri="{FF2B5EF4-FFF2-40B4-BE49-F238E27FC236}">
                  <a16:creationId xmlns:a16="http://schemas.microsoft.com/office/drawing/2014/main" id="{AE9C210B-7293-2045-AE6C-7E2F16C8067D}"/>
                </a:ext>
              </a:extLst>
            </p:cNvPr>
            <p:cNvSpPr>
              <a:spLocks noChangeArrowheads="1"/>
            </p:cNvSpPr>
            <p:nvPr/>
          </p:nvSpPr>
          <p:spPr bwMode="auto">
            <a:xfrm>
              <a:off x="4416" y="1852"/>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171" name="Rectangle 107">
              <a:extLst>
                <a:ext uri="{FF2B5EF4-FFF2-40B4-BE49-F238E27FC236}">
                  <a16:creationId xmlns:a16="http://schemas.microsoft.com/office/drawing/2014/main" id="{4FDAB550-E33B-2248-95A7-605C48087CC2}"/>
                </a:ext>
              </a:extLst>
            </p:cNvPr>
            <p:cNvSpPr>
              <a:spLocks noChangeArrowheads="1"/>
            </p:cNvSpPr>
            <p:nvPr/>
          </p:nvSpPr>
          <p:spPr bwMode="auto">
            <a:xfrm>
              <a:off x="4032" y="1852"/>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dirty="0">
                  <a:solidFill>
                    <a:srgbClr val="0070C0"/>
                  </a:solidFill>
                  <a:effectLst>
                    <a:outerShdw blurRad="38100" dist="38100" dir="2700000" algn="tl">
                      <a:srgbClr val="C0C0C0"/>
                    </a:outerShdw>
                  </a:effectLst>
                  <a:ea typeface="楷体_GB2312" pitchFamily="49" charset="-122"/>
                </a:rPr>
                <a:t>3</a:t>
              </a:r>
            </a:p>
          </p:txBody>
        </p:sp>
        <p:sp>
          <p:nvSpPr>
            <p:cNvPr id="88170" name="Rectangle 106">
              <a:extLst>
                <a:ext uri="{FF2B5EF4-FFF2-40B4-BE49-F238E27FC236}">
                  <a16:creationId xmlns:a16="http://schemas.microsoft.com/office/drawing/2014/main" id="{F9B63C77-F843-344D-891B-7D481B5E9BF1}"/>
                </a:ext>
              </a:extLst>
            </p:cNvPr>
            <p:cNvSpPr>
              <a:spLocks noChangeArrowheads="1"/>
            </p:cNvSpPr>
            <p:nvPr/>
          </p:nvSpPr>
          <p:spPr bwMode="auto">
            <a:xfrm>
              <a:off x="3648" y="1852"/>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r>
                <a:rPr lang="en-US" altLang="zh-CN" sz="2800" b="1">
                  <a:effectLst>
                    <a:outerShdw blurRad="38100" dist="38100" dir="2700000" algn="tl">
                      <a:srgbClr val="000000"/>
                    </a:outerShdw>
                  </a:effectLst>
                  <a:latin typeface="宋体" pitchFamily="2" charset="-122"/>
                  <a:ea typeface="楷体_GB2312" pitchFamily="49" charset="-122"/>
                </a:rPr>
                <a:t>∞</a:t>
              </a:r>
              <a:endParaRPr lang="zh-CN" altLang="en-US" sz="2800" b="1">
                <a:effectLst>
                  <a:outerShdw blurRad="38100" dist="38100" dir="2700000" algn="tl">
                    <a:srgbClr val="000000"/>
                  </a:outerShdw>
                </a:effectLst>
                <a:latin typeface="宋体" pitchFamily="2" charset="-122"/>
                <a:ea typeface="楷体_GB2312" pitchFamily="49" charset="-122"/>
              </a:endParaRPr>
            </a:p>
          </p:txBody>
        </p:sp>
        <p:sp>
          <p:nvSpPr>
            <p:cNvPr id="88169" name="Rectangle 105">
              <a:extLst>
                <a:ext uri="{FF2B5EF4-FFF2-40B4-BE49-F238E27FC236}">
                  <a16:creationId xmlns:a16="http://schemas.microsoft.com/office/drawing/2014/main" id="{C57AA8E2-0C6C-1046-9ADA-93867B878DF4}"/>
                </a:ext>
              </a:extLst>
            </p:cNvPr>
            <p:cNvSpPr>
              <a:spLocks noChangeArrowheads="1"/>
            </p:cNvSpPr>
            <p:nvPr/>
          </p:nvSpPr>
          <p:spPr bwMode="auto">
            <a:xfrm>
              <a:off x="3264" y="1852"/>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4</a:t>
              </a:r>
            </a:p>
          </p:txBody>
        </p:sp>
        <p:sp>
          <p:nvSpPr>
            <p:cNvPr id="88168" name="Rectangle 104">
              <a:extLst>
                <a:ext uri="{FF2B5EF4-FFF2-40B4-BE49-F238E27FC236}">
                  <a16:creationId xmlns:a16="http://schemas.microsoft.com/office/drawing/2014/main" id="{4D331332-5A04-BF40-A3C6-4313482687D9}"/>
                </a:ext>
              </a:extLst>
            </p:cNvPr>
            <p:cNvSpPr>
              <a:spLocks noChangeArrowheads="1"/>
            </p:cNvSpPr>
            <p:nvPr/>
          </p:nvSpPr>
          <p:spPr bwMode="auto">
            <a:xfrm>
              <a:off x="2880" y="1852"/>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8</a:t>
              </a:r>
            </a:p>
          </p:txBody>
        </p:sp>
        <p:sp>
          <p:nvSpPr>
            <p:cNvPr id="88167" name="Rectangle 103">
              <a:extLst>
                <a:ext uri="{FF2B5EF4-FFF2-40B4-BE49-F238E27FC236}">
                  <a16:creationId xmlns:a16="http://schemas.microsoft.com/office/drawing/2014/main" id="{A8199E68-2FD8-CB45-A898-F9F1958BD25E}"/>
                </a:ext>
              </a:extLst>
            </p:cNvPr>
            <p:cNvSpPr>
              <a:spLocks noChangeArrowheads="1"/>
            </p:cNvSpPr>
            <p:nvPr/>
          </p:nvSpPr>
          <p:spPr bwMode="auto">
            <a:xfrm>
              <a:off x="1776" y="1852"/>
              <a:ext cx="110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abcdg</a:t>
              </a:r>
              <a:endParaRPr kumimoji="0" lang="zh-CN" altLang="en-US" sz="2800" b="1">
                <a:effectLst>
                  <a:outerShdw blurRad="38100" dist="38100" dir="2700000" algn="tl">
                    <a:srgbClr val="C0C0C0"/>
                  </a:outerShdw>
                </a:effectLst>
                <a:ea typeface="楷体_GB2312" pitchFamily="49" charset="-122"/>
              </a:endParaRPr>
            </a:p>
          </p:txBody>
        </p:sp>
        <p:sp>
          <p:nvSpPr>
            <p:cNvPr id="88166" name="Rectangle 102">
              <a:extLst>
                <a:ext uri="{FF2B5EF4-FFF2-40B4-BE49-F238E27FC236}">
                  <a16:creationId xmlns:a16="http://schemas.microsoft.com/office/drawing/2014/main" id="{0C07E4CD-78FD-B647-ABC7-536A23B39182}"/>
                </a:ext>
              </a:extLst>
            </p:cNvPr>
            <p:cNvSpPr>
              <a:spLocks noChangeArrowheads="1"/>
            </p:cNvSpPr>
            <p:nvPr/>
          </p:nvSpPr>
          <p:spPr bwMode="auto">
            <a:xfrm>
              <a:off x="480" y="1852"/>
              <a:ext cx="129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u</a:t>
              </a:r>
              <a:r>
                <a:rPr kumimoji="0" lang="en-US" altLang="zh-CN" sz="2800" b="1" baseline="-25000">
                  <a:effectLst>
                    <a:outerShdw blurRad="38100" dist="38100" dir="2700000" algn="tl">
                      <a:srgbClr val="C0C0C0"/>
                    </a:outerShdw>
                  </a:effectLst>
                  <a:ea typeface="楷体_GB2312" pitchFamily="49" charset="-122"/>
                </a:rPr>
                <a:t>0 </a:t>
              </a:r>
              <a:r>
                <a:rPr kumimoji="0" lang="en-US" altLang="zh-CN" sz="2800" b="1">
                  <a:effectLst>
                    <a:outerShdw blurRad="38100" dist="38100" dir="2700000" algn="tl">
                      <a:srgbClr val="C0C0C0"/>
                    </a:outerShdw>
                  </a:effectLst>
                  <a:ea typeface="楷体_GB2312" pitchFamily="49" charset="-122"/>
                </a:rPr>
                <a:t>fe</a:t>
              </a:r>
              <a:endParaRPr kumimoji="0" lang="zh-CN" altLang="en-US" sz="2800" b="1">
                <a:effectLst>
                  <a:outerShdw blurRad="38100" dist="38100" dir="2700000" algn="tl">
                    <a:srgbClr val="C0C0C0"/>
                  </a:outerShdw>
                </a:effectLst>
                <a:ea typeface="楷体_GB2312" pitchFamily="49" charset="-122"/>
              </a:endParaRPr>
            </a:p>
          </p:txBody>
        </p:sp>
        <p:sp>
          <p:nvSpPr>
            <p:cNvPr id="88165" name="Rectangle 101">
              <a:extLst>
                <a:ext uri="{FF2B5EF4-FFF2-40B4-BE49-F238E27FC236}">
                  <a16:creationId xmlns:a16="http://schemas.microsoft.com/office/drawing/2014/main" id="{D1B8293C-C79A-E54F-AC73-E8232E1B812C}"/>
                </a:ext>
              </a:extLst>
            </p:cNvPr>
            <p:cNvSpPr>
              <a:spLocks noChangeArrowheads="1"/>
            </p:cNvSpPr>
            <p:nvPr/>
          </p:nvSpPr>
          <p:spPr bwMode="auto">
            <a:xfrm>
              <a:off x="144" y="1852"/>
              <a:ext cx="33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3</a:t>
              </a:r>
            </a:p>
          </p:txBody>
        </p:sp>
        <p:sp>
          <p:nvSpPr>
            <p:cNvPr id="45146" name="Line 182">
              <a:extLst>
                <a:ext uri="{FF2B5EF4-FFF2-40B4-BE49-F238E27FC236}">
                  <a16:creationId xmlns:a16="http://schemas.microsoft.com/office/drawing/2014/main" id="{E01BC667-4955-544E-95E1-CA3DA80D6A59}"/>
                </a:ext>
              </a:extLst>
            </p:cNvPr>
            <p:cNvSpPr>
              <a:spLocks noChangeShapeType="1"/>
            </p:cNvSpPr>
            <p:nvPr/>
          </p:nvSpPr>
          <p:spPr bwMode="auto">
            <a:xfrm>
              <a:off x="144" y="2178"/>
              <a:ext cx="5472"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grpSp>
      <p:grpSp>
        <p:nvGrpSpPr>
          <p:cNvPr id="88309" name="Group 245">
            <a:extLst>
              <a:ext uri="{FF2B5EF4-FFF2-40B4-BE49-F238E27FC236}">
                <a16:creationId xmlns:a16="http://schemas.microsoft.com/office/drawing/2014/main" id="{D5DF308E-6FF7-BC48-B2DC-5E9FA609E0FA}"/>
              </a:ext>
            </a:extLst>
          </p:cNvPr>
          <p:cNvGrpSpPr>
            <a:grpSpLocks/>
          </p:cNvGrpSpPr>
          <p:nvPr/>
        </p:nvGrpSpPr>
        <p:grpSpPr bwMode="auto">
          <a:xfrm>
            <a:off x="76200" y="3575050"/>
            <a:ext cx="8686800" cy="517525"/>
            <a:chOff x="144" y="2178"/>
            <a:chExt cx="5472" cy="326"/>
          </a:xfrm>
        </p:grpSpPr>
        <p:sp>
          <p:nvSpPr>
            <p:cNvPr id="88185" name="Rectangle 121">
              <a:extLst>
                <a:ext uri="{FF2B5EF4-FFF2-40B4-BE49-F238E27FC236}">
                  <a16:creationId xmlns:a16="http://schemas.microsoft.com/office/drawing/2014/main" id="{F7A38053-652A-C74C-80B1-AC1A2724B31A}"/>
                </a:ext>
              </a:extLst>
            </p:cNvPr>
            <p:cNvSpPr>
              <a:spLocks noChangeArrowheads="1"/>
            </p:cNvSpPr>
            <p:nvPr/>
          </p:nvSpPr>
          <p:spPr bwMode="auto">
            <a:xfrm>
              <a:off x="5184" y="2178"/>
              <a:ext cx="432"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6</a:t>
              </a:r>
            </a:p>
          </p:txBody>
        </p:sp>
        <p:sp>
          <p:nvSpPr>
            <p:cNvPr id="88184" name="Rectangle 120">
              <a:extLst>
                <a:ext uri="{FF2B5EF4-FFF2-40B4-BE49-F238E27FC236}">
                  <a16:creationId xmlns:a16="http://schemas.microsoft.com/office/drawing/2014/main" id="{B27B6BE4-5BA4-4B48-A33B-6427DBA1C98C}"/>
                </a:ext>
              </a:extLst>
            </p:cNvPr>
            <p:cNvSpPr>
              <a:spLocks noChangeArrowheads="1"/>
            </p:cNvSpPr>
            <p:nvPr/>
          </p:nvSpPr>
          <p:spPr bwMode="auto">
            <a:xfrm>
              <a:off x="4800" y="2178"/>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183" name="Rectangle 119">
              <a:extLst>
                <a:ext uri="{FF2B5EF4-FFF2-40B4-BE49-F238E27FC236}">
                  <a16:creationId xmlns:a16="http://schemas.microsoft.com/office/drawing/2014/main" id="{ACAA0534-AD18-474E-9655-537AC252D4F4}"/>
                </a:ext>
              </a:extLst>
            </p:cNvPr>
            <p:cNvSpPr>
              <a:spLocks noChangeArrowheads="1"/>
            </p:cNvSpPr>
            <p:nvPr/>
          </p:nvSpPr>
          <p:spPr bwMode="auto">
            <a:xfrm>
              <a:off x="4416" y="2178"/>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182" name="Rectangle 118">
              <a:extLst>
                <a:ext uri="{FF2B5EF4-FFF2-40B4-BE49-F238E27FC236}">
                  <a16:creationId xmlns:a16="http://schemas.microsoft.com/office/drawing/2014/main" id="{740D7698-CF0A-7E45-8898-341958418086}"/>
                </a:ext>
              </a:extLst>
            </p:cNvPr>
            <p:cNvSpPr>
              <a:spLocks noChangeArrowheads="1"/>
            </p:cNvSpPr>
            <p:nvPr/>
          </p:nvSpPr>
          <p:spPr bwMode="auto">
            <a:xfrm>
              <a:off x="4032" y="2178"/>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181" name="Rectangle 117">
              <a:extLst>
                <a:ext uri="{FF2B5EF4-FFF2-40B4-BE49-F238E27FC236}">
                  <a16:creationId xmlns:a16="http://schemas.microsoft.com/office/drawing/2014/main" id="{A7B5D910-CC09-B747-8835-1EA9653F28AA}"/>
                </a:ext>
              </a:extLst>
            </p:cNvPr>
            <p:cNvSpPr>
              <a:spLocks noChangeArrowheads="1"/>
            </p:cNvSpPr>
            <p:nvPr/>
          </p:nvSpPr>
          <p:spPr bwMode="auto">
            <a:xfrm>
              <a:off x="3648" y="2178"/>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9</a:t>
              </a:r>
            </a:p>
          </p:txBody>
        </p:sp>
        <p:sp>
          <p:nvSpPr>
            <p:cNvPr id="88180" name="Rectangle 116">
              <a:extLst>
                <a:ext uri="{FF2B5EF4-FFF2-40B4-BE49-F238E27FC236}">
                  <a16:creationId xmlns:a16="http://schemas.microsoft.com/office/drawing/2014/main" id="{A1F5D029-323D-1E4A-B103-29C9E47D3446}"/>
                </a:ext>
              </a:extLst>
            </p:cNvPr>
            <p:cNvSpPr>
              <a:spLocks noChangeArrowheads="1"/>
            </p:cNvSpPr>
            <p:nvPr/>
          </p:nvSpPr>
          <p:spPr bwMode="auto">
            <a:xfrm>
              <a:off x="3264" y="2178"/>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dirty="0">
                  <a:solidFill>
                    <a:srgbClr val="0070C0"/>
                  </a:solidFill>
                  <a:effectLst>
                    <a:outerShdw blurRad="38100" dist="38100" dir="2700000" algn="tl">
                      <a:srgbClr val="C0C0C0"/>
                    </a:outerShdw>
                  </a:effectLst>
                  <a:ea typeface="楷体_GB2312" pitchFamily="49" charset="-122"/>
                </a:rPr>
                <a:t>4</a:t>
              </a:r>
            </a:p>
          </p:txBody>
        </p:sp>
        <p:sp>
          <p:nvSpPr>
            <p:cNvPr id="88179" name="Rectangle 115">
              <a:extLst>
                <a:ext uri="{FF2B5EF4-FFF2-40B4-BE49-F238E27FC236}">
                  <a16:creationId xmlns:a16="http://schemas.microsoft.com/office/drawing/2014/main" id="{2833B4A7-A9ED-004C-A5CE-0436F274D0E9}"/>
                </a:ext>
              </a:extLst>
            </p:cNvPr>
            <p:cNvSpPr>
              <a:spLocks noChangeArrowheads="1"/>
            </p:cNvSpPr>
            <p:nvPr/>
          </p:nvSpPr>
          <p:spPr bwMode="auto">
            <a:xfrm>
              <a:off x="2880" y="2178"/>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8</a:t>
              </a:r>
            </a:p>
          </p:txBody>
        </p:sp>
        <p:sp>
          <p:nvSpPr>
            <p:cNvPr id="88178" name="Rectangle 114">
              <a:extLst>
                <a:ext uri="{FF2B5EF4-FFF2-40B4-BE49-F238E27FC236}">
                  <a16:creationId xmlns:a16="http://schemas.microsoft.com/office/drawing/2014/main" id="{87B62C0C-B388-DA48-8083-0736B8FBB008}"/>
                </a:ext>
              </a:extLst>
            </p:cNvPr>
            <p:cNvSpPr>
              <a:spLocks noChangeArrowheads="1"/>
            </p:cNvSpPr>
            <p:nvPr/>
          </p:nvSpPr>
          <p:spPr bwMode="auto">
            <a:xfrm>
              <a:off x="1776" y="2178"/>
              <a:ext cx="110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abcg</a:t>
              </a:r>
              <a:endParaRPr kumimoji="0" lang="zh-CN" altLang="en-US" sz="2800" b="1">
                <a:effectLst>
                  <a:outerShdw blurRad="38100" dist="38100" dir="2700000" algn="tl">
                    <a:srgbClr val="C0C0C0"/>
                  </a:outerShdw>
                </a:effectLst>
                <a:ea typeface="楷体_GB2312" pitchFamily="49" charset="-122"/>
              </a:endParaRPr>
            </a:p>
          </p:txBody>
        </p:sp>
        <p:sp>
          <p:nvSpPr>
            <p:cNvPr id="88177" name="Rectangle 113">
              <a:extLst>
                <a:ext uri="{FF2B5EF4-FFF2-40B4-BE49-F238E27FC236}">
                  <a16:creationId xmlns:a16="http://schemas.microsoft.com/office/drawing/2014/main" id="{FE156CEF-DF6B-C044-9462-021370756CE4}"/>
                </a:ext>
              </a:extLst>
            </p:cNvPr>
            <p:cNvSpPr>
              <a:spLocks noChangeArrowheads="1"/>
            </p:cNvSpPr>
            <p:nvPr/>
          </p:nvSpPr>
          <p:spPr bwMode="auto">
            <a:xfrm>
              <a:off x="480" y="2178"/>
              <a:ext cx="129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u</a:t>
              </a:r>
              <a:r>
                <a:rPr kumimoji="0" lang="en-US" altLang="zh-CN" sz="2800" b="1" baseline="-25000">
                  <a:effectLst>
                    <a:outerShdw blurRad="38100" dist="38100" dir="2700000" algn="tl">
                      <a:srgbClr val="C0C0C0"/>
                    </a:outerShdw>
                  </a:effectLst>
                  <a:ea typeface="楷体_GB2312" pitchFamily="49" charset="-122"/>
                </a:rPr>
                <a:t>0 </a:t>
              </a:r>
              <a:r>
                <a:rPr kumimoji="0" lang="en-US" altLang="zh-CN" sz="2800" b="1">
                  <a:effectLst>
                    <a:outerShdw blurRad="38100" dist="38100" dir="2700000" algn="tl">
                      <a:srgbClr val="C0C0C0"/>
                    </a:outerShdw>
                  </a:effectLst>
                  <a:ea typeface="楷体_GB2312" pitchFamily="49" charset="-122"/>
                </a:rPr>
                <a:t>fed</a:t>
              </a:r>
              <a:endParaRPr kumimoji="0" lang="zh-CN" altLang="en-US" sz="2800" b="1">
                <a:effectLst>
                  <a:outerShdw blurRad="38100" dist="38100" dir="2700000" algn="tl">
                    <a:srgbClr val="C0C0C0"/>
                  </a:outerShdw>
                </a:effectLst>
                <a:ea typeface="楷体_GB2312" pitchFamily="49" charset="-122"/>
              </a:endParaRPr>
            </a:p>
          </p:txBody>
        </p:sp>
        <p:sp>
          <p:nvSpPr>
            <p:cNvPr id="88176" name="Rectangle 112">
              <a:extLst>
                <a:ext uri="{FF2B5EF4-FFF2-40B4-BE49-F238E27FC236}">
                  <a16:creationId xmlns:a16="http://schemas.microsoft.com/office/drawing/2014/main" id="{0979F2AF-C78B-B742-84C6-EA712C25D1E0}"/>
                </a:ext>
              </a:extLst>
            </p:cNvPr>
            <p:cNvSpPr>
              <a:spLocks noChangeArrowheads="1"/>
            </p:cNvSpPr>
            <p:nvPr/>
          </p:nvSpPr>
          <p:spPr bwMode="auto">
            <a:xfrm>
              <a:off x="144" y="2178"/>
              <a:ext cx="33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4</a:t>
              </a:r>
            </a:p>
          </p:txBody>
        </p:sp>
        <p:sp>
          <p:nvSpPr>
            <p:cNvPr id="45135" name="Line 183">
              <a:extLst>
                <a:ext uri="{FF2B5EF4-FFF2-40B4-BE49-F238E27FC236}">
                  <a16:creationId xmlns:a16="http://schemas.microsoft.com/office/drawing/2014/main" id="{D7B481C4-6568-F042-A4CA-E1DD3E39A649}"/>
                </a:ext>
              </a:extLst>
            </p:cNvPr>
            <p:cNvSpPr>
              <a:spLocks noChangeShapeType="1"/>
            </p:cNvSpPr>
            <p:nvPr/>
          </p:nvSpPr>
          <p:spPr bwMode="auto">
            <a:xfrm>
              <a:off x="144" y="2504"/>
              <a:ext cx="5472"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grpSp>
      <p:grpSp>
        <p:nvGrpSpPr>
          <p:cNvPr id="88314" name="Group 250">
            <a:extLst>
              <a:ext uri="{FF2B5EF4-FFF2-40B4-BE49-F238E27FC236}">
                <a16:creationId xmlns:a16="http://schemas.microsoft.com/office/drawing/2014/main" id="{30028BFE-A166-3441-BE8F-E6CA16FCA0A5}"/>
              </a:ext>
            </a:extLst>
          </p:cNvPr>
          <p:cNvGrpSpPr>
            <a:grpSpLocks/>
          </p:cNvGrpSpPr>
          <p:nvPr/>
        </p:nvGrpSpPr>
        <p:grpSpPr bwMode="auto">
          <a:xfrm>
            <a:off x="76200" y="4092575"/>
            <a:ext cx="8686800" cy="517525"/>
            <a:chOff x="144" y="2504"/>
            <a:chExt cx="5472" cy="326"/>
          </a:xfrm>
        </p:grpSpPr>
        <p:sp>
          <p:nvSpPr>
            <p:cNvPr id="88196" name="Rectangle 132">
              <a:extLst>
                <a:ext uri="{FF2B5EF4-FFF2-40B4-BE49-F238E27FC236}">
                  <a16:creationId xmlns:a16="http://schemas.microsoft.com/office/drawing/2014/main" id="{0DE6FE15-C2BE-714F-A2FA-37D210769ADA}"/>
                </a:ext>
              </a:extLst>
            </p:cNvPr>
            <p:cNvSpPr>
              <a:spLocks noChangeArrowheads="1"/>
            </p:cNvSpPr>
            <p:nvPr/>
          </p:nvSpPr>
          <p:spPr bwMode="auto">
            <a:xfrm>
              <a:off x="5184" y="2504"/>
              <a:ext cx="432"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dirty="0">
                  <a:solidFill>
                    <a:srgbClr val="0070C0"/>
                  </a:solidFill>
                  <a:effectLst>
                    <a:outerShdw blurRad="38100" dist="38100" dir="2700000" algn="tl">
                      <a:srgbClr val="C0C0C0"/>
                    </a:outerShdw>
                  </a:effectLst>
                  <a:ea typeface="楷体_GB2312" pitchFamily="49" charset="-122"/>
                </a:rPr>
                <a:t>6</a:t>
              </a:r>
            </a:p>
          </p:txBody>
        </p:sp>
        <p:sp>
          <p:nvSpPr>
            <p:cNvPr id="88195" name="Rectangle 131">
              <a:extLst>
                <a:ext uri="{FF2B5EF4-FFF2-40B4-BE49-F238E27FC236}">
                  <a16:creationId xmlns:a16="http://schemas.microsoft.com/office/drawing/2014/main" id="{BCE9C344-F808-B84A-B56F-8B93B4911F00}"/>
                </a:ext>
              </a:extLst>
            </p:cNvPr>
            <p:cNvSpPr>
              <a:spLocks noChangeArrowheads="1"/>
            </p:cNvSpPr>
            <p:nvPr/>
          </p:nvSpPr>
          <p:spPr bwMode="auto">
            <a:xfrm>
              <a:off x="4800" y="2504"/>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194" name="Rectangle 130">
              <a:extLst>
                <a:ext uri="{FF2B5EF4-FFF2-40B4-BE49-F238E27FC236}">
                  <a16:creationId xmlns:a16="http://schemas.microsoft.com/office/drawing/2014/main" id="{01B9E182-D1EC-EC4B-AA42-5117FDCF443D}"/>
                </a:ext>
              </a:extLst>
            </p:cNvPr>
            <p:cNvSpPr>
              <a:spLocks noChangeArrowheads="1"/>
            </p:cNvSpPr>
            <p:nvPr/>
          </p:nvSpPr>
          <p:spPr bwMode="auto">
            <a:xfrm>
              <a:off x="4416" y="2504"/>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193" name="Rectangle 129">
              <a:extLst>
                <a:ext uri="{FF2B5EF4-FFF2-40B4-BE49-F238E27FC236}">
                  <a16:creationId xmlns:a16="http://schemas.microsoft.com/office/drawing/2014/main" id="{3488F637-8FF0-374F-AA99-10A0FF0CF9F1}"/>
                </a:ext>
              </a:extLst>
            </p:cNvPr>
            <p:cNvSpPr>
              <a:spLocks noChangeArrowheads="1"/>
            </p:cNvSpPr>
            <p:nvPr/>
          </p:nvSpPr>
          <p:spPr bwMode="auto">
            <a:xfrm>
              <a:off x="4032" y="2504"/>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192" name="Rectangle 128">
              <a:extLst>
                <a:ext uri="{FF2B5EF4-FFF2-40B4-BE49-F238E27FC236}">
                  <a16:creationId xmlns:a16="http://schemas.microsoft.com/office/drawing/2014/main" id="{892415FD-B4E9-A841-8BBF-3BFA47D92749}"/>
                </a:ext>
              </a:extLst>
            </p:cNvPr>
            <p:cNvSpPr>
              <a:spLocks noChangeArrowheads="1"/>
            </p:cNvSpPr>
            <p:nvPr/>
          </p:nvSpPr>
          <p:spPr bwMode="auto">
            <a:xfrm>
              <a:off x="3648" y="2504"/>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9</a:t>
              </a:r>
            </a:p>
          </p:txBody>
        </p:sp>
        <p:sp>
          <p:nvSpPr>
            <p:cNvPr id="88191" name="Rectangle 127">
              <a:extLst>
                <a:ext uri="{FF2B5EF4-FFF2-40B4-BE49-F238E27FC236}">
                  <a16:creationId xmlns:a16="http://schemas.microsoft.com/office/drawing/2014/main" id="{ECE2578C-1C5F-9F45-9BF1-CFAE348D94EE}"/>
                </a:ext>
              </a:extLst>
            </p:cNvPr>
            <p:cNvSpPr>
              <a:spLocks noChangeArrowheads="1"/>
            </p:cNvSpPr>
            <p:nvPr/>
          </p:nvSpPr>
          <p:spPr bwMode="auto">
            <a:xfrm>
              <a:off x="3264" y="2504"/>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190" name="Rectangle 126">
              <a:extLst>
                <a:ext uri="{FF2B5EF4-FFF2-40B4-BE49-F238E27FC236}">
                  <a16:creationId xmlns:a16="http://schemas.microsoft.com/office/drawing/2014/main" id="{5AE0F251-9900-BD40-AEC4-DC3FAF69CCFC}"/>
                </a:ext>
              </a:extLst>
            </p:cNvPr>
            <p:cNvSpPr>
              <a:spLocks noChangeArrowheads="1"/>
            </p:cNvSpPr>
            <p:nvPr/>
          </p:nvSpPr>
          <p:spPr bwMode="auto">
            <a:xfrm>
              <a:off x="2880" y="2504"/>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6</a:t>
              </a:r>
            </a:p>
          </p:txBody>
        </p:sp>
        <p:sp>
          <p:nvSpPr>
            <p:cNvPr id="88189" name="Rectangle 125">
              <a:extLst>
                <a:ext uri="{FF2B5EF4-FFF2-40B4-BE49-F238E27FC236}">
                  <a16:creationId xmlns:a16="http://schemas.microsoft.com/office/drawing/2014/main" id="{7D45F61E-E9F9-7C42-A111-01DC2553C657}"/>
                </a:ext>
              </a:extLst>
            </p:cNvPr>
            <p:cNvSpPr>
              <a:spLocks noChangeArrowheads="1"/>
            </p:cNvSpPr>
            <p:nvPr/>
          </p:nvSpPr>
          <p:spPr bwMode="auto">
            <a:xfrm>
              <a:off x="1776" y="2504"/>
              <a:ext cx="110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acg</a:t>
              </a:r>
              <a:endParaRPr kumimoji="0" lang="zh-CN" altLang="en-US" sz="2800" b="1">
                <a:effectLst>
                  <a:outerShdw blurRad="38100" dist="38100" dir="2700000" algn="tl">
                    <a:srgbClr val="C0C0C0"/>
                  </a:outerShdw>
                </a:effectLst>
                <a:ea typeface="楷体_GB2312" pitchFamily="49" charset="-122"/>
              </a:endParaRPr>
            </a:p>
          </p:txBody>
        </p:sp>
        <p:sp>
          <p:nvSpPr>
            <p:cNvPr id="88188" name="Rectangle 124">
              <a:extLst>
                <a:ext uri="{FF2B5EF4-FFF2-40B4-BE49-F238E27FC236}">
                  <a16:creationId xmlns:a16="http://schemas.microsoft.com/office/drawing/2014/main" id="{A34F7047-35DF-784A-AD78-0D6172C85FF3}"/>
                </a:ext>
              </a:extLst>
            </p:cNvPr>
            <p:cNvSpPr>
              <a:spLocks noChangeArrowheads="1"/>
            </p:cNvSpPr>
            <p:nvPr/>
          </p:nvSpPr>
          <p:spPr bwMode="auto">
            <a:xfrm>
              <a:off x="480" y="2504"/>
              <a:ext cx="129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u</a:t>
              </a:r>
              <a:r>
                <a:rPr kumimoji="0" lang="en-US" altLang="zh-CN" sz="2800" b="1" baseline="-25000">
                  <a:effectLst>
                    <a:outerShdw blurRad="38100" dist="38100" dir="2700000" algn="tl">
                      <a:srgbClr val="C0C0C0"/>
                    </a:outerShdw>
                  </a:effectLst>
                  <a:ea typeface="楷体_GB2312" pitchFamily="49" charset="-122"/>
                </a:rPr>
                <a:t>0 </a:t>
              </a:r>
              <a:r>
                <a:rPr kumimoji="0" lang="en-US" altLang="zh-CN" sz="2800" b="1">
                  <a:effectLst>
                    <a:outerShdw blurRad="38100" dist="38100" dir="2700000" algn="tl">
                      <a:srgbClr val="C0C0C0"/>
                    </a:outerShdw>
                  </a:effectLst>
                  <a:ea typeface="楷体_GB2312" pitchFamily="49" charset="-122"/>
                </a:rPr>
                <a:t>fedb</a:t>
              </a:r>
              <a:endParaRPr kumimoji="0" lang="zh-CN" altLang="en-US" sz="2800" b="1">
                <a:effectLst>
                  <a:outerShdw blurRad="38100" dist="38100" dir="2700000" algn="tl">
                    <a:srgbClr val="C0C0C0"/>
                  </a:outerShdw>
                </a:effectLst>
                <a:ea typeface="楷体_GB2312" pitchFamily="49" charset="-122"/>
              </a:endParaRPr>
            </a:p>
          </p:txBody>
        </p:sp>
        <p:sp>
          <p:nvSpPr>
            <p:cNvPr id="88187" name="Rectangle 123">
              <a:extLst>
                <a:ext uri="{FF2B5EF4-FFF2-40B4-BE49-F238E27FC236}">
                  <a16:creationId xmlns:a16="http://schemas.microsoft.com/office/drawing/2014/main" id="{FE9B4C9F-D87C-0841-B5A1-C86503039629}"/>
                </a:ext>
              </a:extLst>
            </p:cNvPr>
            <p:cNvSpPr>
              <a:spLocks noChangeArrowheads="1"/>
            </p:cNvSpPr>
            <p:nvPr/>
          </p:nvSpPr>
          <p:spPr bwMode="auto">
            <a:xfrm>
              <a:off x="144" y="2504"/>
              <a:ext cx="33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5</a:t>
              </a:r>
            </a:p>
          </p:txBody>
        </p:sp>
        <p:sp>
          <p:nvSpPr>
            <p:cNvPr id="45124" name="Line 184">
              <a:extLst>
                <a:ext uri="{FF2B5EF4-FFF2-40B4-BE49-F238E27FC236}">
                  <a16:creationId xmlns:a16="http://schemas.microsoft.com/office/drawing/2014/main" id="{AAE571D4-01CA-7B47-A7CF-102F83C908EE}"/>
                </a:ext>
              </a:extLst>
            </p:cNvPr>
            <p:cNvSpPr>
              <a:spLocks noChangeShapeType="1"/>
            </p:cNvSpPr>
            <p:nvPr/>
          </p:nvSpPr>
          <p:spPr bwMode="auto">
            <a:xfrm>
              <a:off x="144" y="2830"/>
              <a:ext cx="5472"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grpSp>
      <p:grpSp>
        <p:nvGrpSpPr>
          <p:cNvPr id="88316" name="Group 252">
            <a:extLst>
              <a:ext uri="{FF2B5EF4-FFF2-40B4-BE49-F238E27FC236}">
                <a16:creationId xmlns:a16="http://schemas.microsoft.com/office/drawing/2014/main" id="{5729F35D-8AF9-3D44-978F-E4A00E5DDEC3}"/>
              </a:ext>
            </a:extLst>
          </p:cNvPr>
          <p:cNvGrpSpPr>
            <a:grpSpLocks/>
          </p:cNvGrpSpPr>
          <p:nvPr/>
        </p:nvGrpSpPr>
        <p:grpSpPr bwMode="auto">
          <a:xfrm>
            <a:off x="76200" y="5127625"/>
            <a:ext cx="8686800" cy="517525"/>
            <a:chOff x="144" y="3156"/>
            <a:chExt cx="5472" cy="326"/>
          </a:xfrm>
        </p:grpSpPr>
        <p:sp>
          <p:nvSpPr>
            <p:cNvPr id="88218" name="Rectangle 154">
              <a:extLst>
                <a:ext uri="{FF2B5EF4-FFF2-40B4-BE49-F238E27FC236}">
                  <a16:creationId xmlns:a16="http://schemas.microsoft.com/office/drawing/2014/main" id="{D54455AE-2986-4646-B83A-1F1AB8D75741}"/>
                </a:ext>
              </a:extLst>
            </p:cNvPr>
            <p:cNvSpPr>
              <a:spLocks noChangeArrowheads="1"/>
            </p:cNvSpPr>
            <p:nvPr/>
          </p:nvSpPr>
          <p:spPr bwMode="auto">
            <a:xfrm>
              <a:off x="5184" y="3156"/>
              <a:ext cx="432"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17" name="Rectangle 153">
              <a:extLst>
                <a:ext uri="{FF2B5EF4-FFF2-40B4-BE49-F238E27FC236}">
                  <a16:creationId xmlns:a16="http://schemas.microsoft.com/office/drawing/2014/main" id="{59ACA4C0-CE53-DB4C-91A5-7F2BF6D462DC}"/>
                </a:ext>
              </a:extLst>
            </p:cNvPr>
            <p:cNvSpPr>
              <a:spLocks noChangeArrowheads="1"/>
            </p:cNvSpPr>
            <p:nvPr/>
          </p:nvSpPr>
          <p:spPr bwMode="auto">
            <a:xfrm>
              <a:off x="4800" y="3156"/>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16" name="Rectangle 152">
              <a:extLst>
                <a:ext uri="{FF2B5EF4-FFF2-40B4-BE49-F238E27FC236}">
                  <a16:creationId xmlns:a16="http://schemas.microsoft.com/office/drawing/2014/main" id="{CF4A58A2-F933-0849-8423-9C68D6D5A24D}"/>
                </a:ext>
              </a:extLst>
            </p:cNvPr>
            <p:cNvSpPr>
              <a:spLocks noChangeArrowheads="1"/>
            </p:cNvSpPr>
            <p:nvPr/>
          </p:nvSpPr>
          <p:spPr bwMode="auto">
            <a:xfrm>
              <a:off x="4416" y="3156"/>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15" name="Rectangle 151">
              <a:extLst>
                <a:ext uri="{FF2B5EF4-FFF2-40B4-BE49-F238E27FC236}">
                  <a16:creationId xmlns:a16="http://schemas.microsoft.com/office/drawing/2014/main" id="{44B29228-ADE7-0F4A-9BE4-E05617C37B63}"/>
                </a:ext>
              </a:extLst>
            </p:cNvPr>
            <p:cNvSpPr>
              <a:spLocks noChangeArrowheads="1"/>
            </p:cNvSpPr>
            <p:nvPr/>
          </p:nvSpPr>
          <p:spPr bwMode="auto">
            <a:xfrm>
              <a:off x="4032" y="3156"/>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14" name="Rectangle 150">
              <a:extLst>
                <a:ext uri="{FF2B5EF4-FFF2-40B4-BE49-F238E27FC236}">
                  <a16:creationId xmlns:a16="http://schemas.microsoft.com/office/drawing/2014/main" id="{3A03DC1C-E21F-CE41-BA0F-06B6E7E3762D}"/>
                </a:ext>
              </a:extLst>
            </p:cNvPr>
            <p:cNvSpPr>
              <a:spLocks noChangeArrowheads="1"/>
            </p:cNvSpPr>
            <p:nvPr/>
          </p:nvSpPr>
          <p:spPr bwMode="auto">
            <a:xfrm>
              <a:off x="3648" y="3156"/>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dirty="0">
                  <a:solidFill>
                    <a:srgbClr val="0070C0"/>
                  </a:solidFill>
                  <a:effectLst>
                    <a:outerShdw blurRad="38100" dist="38100" dir="2700000" algn="tl">
                      <a:srgbClr val="C0C0C0"/>
                    </a:outerShdw>
                  </a:effectLst>
                  <a:ea typeface="楷体_GB2312" pitchFamily="49" charset="-122"/>
                </a:rPr>
                <a:t>9</a:t>
              </a:r>
            </a:p>
          </p:txBody>
        </p:sp>
        <p:sp>
          <p:nvSpPr>
            <p:cNvPr id="88213" name="Rectangle 149">
              <a:extLst>
                <a:ext uri="{FF2B5EF4-FFF2-40B4-BE49-F238E27FC236}">
                  <a16:creationId xmlns:a16="http://schemas.microsoft.com/office/drawing/2014/main" id="{258C2891-62A3-294C-A29F-1F64D25ABEFE}"/>
                </a:ext>
              </a:extLst>
            </p:cNvPr>
            <p:cNvSpPr>
              <a:spLocks noChangeArrowheads="1"/>
            </p:cNvSpPr>
            <p:nvPr/>
          </p:nvSpPr>
          <p:spPr bwMode="auto">
            <a:xfrm>
              <a:off x="3264" y="3156"/>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12" name="Rectangle 148">
              <a:extLst>
                <a:ext uri="{FF2B5EF4-FFF2-40B4-BE49-F238E27FC236}">
                  <a16:creationId xmlns:a16="http://schemas.microsoft.com/office/drawing/2014/main" id="{5944AAD3-AED3-EC4A-A5A8-58E6B7338833}"/>
                </a:ext>
              </a:extLst>
            </p:cNvPr>
            <p:cNvSpPr>
              <a:spLocks noChangeArrowheads="1"/>
            </p:cNvSpPr>
            <p:nvPr/>
          </p:nvSpPr>
          <p:spPr bwMode="auto">
            <a:xfrm>
              <a:off x="2880" y="3156"/>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11" name="Rectangle 147">
              <a:extLst>
                <a:ext uri="{FF2B5EF4-FFF2-40B4-BE49-F238E27FC236}">
                  <a16:creationId xmlns:a16="http://schemas.microsoft.com/office/drawing/2014/main" id="{F7947BC0-27A7-0A45-A7A1-144B80619803}"/>
                </a:ext>
              </a:extLst>
            </p:cNvPr>
            <p:cNvSpPr>
              <a:spLocks noChangeArrowheads="1"/>
            </p:cNvSpPr>
            <p:nvPr/>
          </p:nvSpPr>
          <p:spPr bwMode="auto">
            <a:xfrm>
              <a:off x="1776" y="3156"/>
              <a:ext cx="110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c</a:t>
              </a:r>
            </a:p>
          </p:txBody>
        </p:sp>
        <p:sp>
          <p:nvSpPr>
            <p:cNvPr id="88210" name="Rectangle 146">
              <a:extLst>
                <a:ext uri="{FF2B5EF4-FFF2-40B4-BE49-F238E27FC236}">
                  <a16:creationId xmlns:a16="http://schemas.microsoft.com/office/drawing/2014/main" id="{DD40B897-2A98-F34E-8058-0980DBD0F6EE}"/>
                </a:ext>
              </a:extLst>
            </p:cNvPr>
            <p:cNvSpPr>
              <a:spLocks noChangeArrowheads="1"/>
            </p:cNvSpPr>
            <p:nvPr/>
          </p:nvSpPr>
          <p:spPr bwMode="auto">
            <a:xfrm>
              <a:off x="480" y="3156"/>
              <a:ext cx="129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u</a:t>
              </a:r>
              <a:r>
                <a:rPr kumimoji="0" lang="en-US" altLang="zh-CN" sz="2800" b="1" baseline="-25000">
                  <a:effectLst>
                    <a:outerShdw blurRad="38100" dist="38100" dir="2700000" algn="tl">
                      <a:srgbClr val="C0C0C0"/>
                    </a:outerShdw>
                  </a:effectLst>
                  <a:ea typeface="楷体_GB2312" pitchFamily="49" charset="-122"/>
                </a:rPr>
                <a:t>0 </a:t>
              </a:r>
              <a:r>
                <a:rPr kumimoji="0" lang="en-US" altLang="zh-CN" sz="2800" b="1">
                  <a:effectLst>
                    <a:outerShdw blurRad="38100" dist="38100" dir="2700000" algn="tl">
                      <a:srgbClr val="C0C0C0"/>
                    </a:outerShdw>
                  </a:effectLst>
                  <a:ea typeface="楷体_GB2312" pitchFamily="49" charset="-122"/>
                </a:rPr>
                <a:t>fedbga</a:t>
              </a:r>
              <a:endParaRPr kumimoji="0" lang="zh-CN" altLang="en-US" sz="2800" b="1">
                <a:effectLst>
                  <a:outerShdw blurRad="38100" dist="38100" dir="2700000" algn="tl">
                    <a:srgbClr val="C0C0C0"/>
                  </a:outerShdw>
                </a:effectLst>
                <a:ea typeface="楷体_GB2312" pitchFamily="49" charset="-122"/>
              </a:endParaRPr>
            </a:p>
          </p:txBody>
        </p:sp>
        <p:sp>
          <p:nvSpPr>
            <p:cNvPr id="88209" name="Rectangle 145">
              <a:extLst>
                <a:ext uri="{FF2B5EF4-FFF2-40B4-BE49-F238E27FC236}">
                  <a16:creationId xmlns:a16="http://schemas.microsoft.com/office/drawing/2014/main" id="{F578BE8C-D3AF-1C4C-A922-6E433420C304}"/>
                </a:ext>
              </a:extLst>
            </p:cNvPr>
            <p:cNvSpPr>
              <a:spLocks noChangeArrowheads="1"/>
            </p:cNvSpPr>
            <p:nvPr/>
          </p:nvSpPr>
          <p:spPr bwMode="auto">
            <a:xfrm>
              <a:off x="144" y="3156"/>
              <a:ext cx="33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7</a:t>
              </a:r>
            </a:p>
          </p:txBody>
        </p:sp>
        <p:sp>
          <p:nvSpPr>
            <p:cNvPr id="45113" name="Line 186">
              <a:extLst>
                <a:ext uri="{FF2B5EF4-FFF2-40B4-BE49-F238E27FC236}">
                  <a16:creationId xmlns:a16="http://schemas.microsoft.com/office/drawing/2014/main" id="{833576EF-DA5D-F840-A69D-C9104966358F}"/>
                </a:ext>
              </a:extLst>
            </p:cNvPr>
            <p:cNvSpPr>
              <a:spLocks noChangeShapeType="1"/>
            </p:cNvSpPr>
            <p:nvPr/>
          </p:nvSpPr>
          <p:spPr bwMode="auto">
            <a:xfrm>
              <a:off x="144" y="3482"/>
              <a:ext cx="5472"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grpSp>
      <p:grpSp>
        <p:nvGrpSpPr>
          <p:cNvPr id="88317" name="Group 253">
            <a:extLst>
              <a:ext uri="{FF2B5EF4-FFF2-40B4-BE49-F238E27FC236}">
                <a16:creationId xmlns:a16="http://schemas.microsoft.com/office/drawing/2014/main" id="{5C4BEA09-D59B-3D4B-B5F4-11F97577832D}"/>
              </a:ext>
            </a:extLst>
          </p:cNvPr>
          <p:cNvGrpSpPr>
            <a:grpSpLocks/>
          </p:cNvGrpSpPr>
          <p:nvPr/>
        </p:nvGrpSpPr>
        <p:grpSpPr bwMode="auto">
          <a:xfrm>
            <a:off x="76200" y="5645150"/>
            <a:ext cx="8686800" cy="517525"/>
            <a:chOff x="144" y="3482"/>
            <a:chExt cx="5472" cy="326"/>
          </a:xfrm>
        </p:grpSpPr>
        <p:sp>
          <p:nvSpPr>
            <p:cNvPr id="88229" name="Rectangle 165">
              <a:extLst>
                <a:ext uri="{FF2B5EF4-FFF2-40B4-BE49-F238E27FC236}">
                  <a16:creationId xmlns:a16="http://schemas.microsoft.com/office/drawing/2014/main" id="{0F93C09B-BB80-D840-B8DC-3AD32A6FCDE1}"/>
                </a:ext>
              </a:extLst>
            </p:cNvPr>
            <p:cNvSpPr>
              <a:spLocks noChangeArrowheads="1"/>
            </p:cNvSpPr>
            <p:nvPr/>
          </p:nvSpPr>
          <p:spPr bwMode="auto">
            <a:xfrm>
              <a:off x="5184" y="3482"/>
              <a:ext cx="432"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28" name="Rectangle 164">
              <a:extLst>
                <a:ext uri="{FF2B5EF4-FFF2-40B4-BE49-F238E27FC236}">
                  <a16:creationId xmlns:a16="http://schemas.microsoft.com/office/drawing/2014/main" id="{04A76B62-5428-4B48-B86A-21C108DCD0DF}"/>
                </a:ext>
              </a:extLst>
            </p:cNvPr>
            <p:cNvSpPr>
              <a:spLocks noChangeArrowheads="1"/>
            </p:cNvSpPr>
            <p:nvPr/>
          </p:nvSpPr>
          <p:spPr bwMode="auto">
            <a:xfrm>
              <a:off x="4800" y="3482"/>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27" name="Rectangle 163">
              <a:extLst>
                <a:ext uri="{FF2B5EF4-FFF2-40B4-BE49-F238E27FC236}">
                  <a16:creationId xmlns:a16="http://schemas.microsoft.com/office/drawing/2014/main" id="{EF99DC9A-F6F0-964C-BA33-FD8B0398997F}"/>
                </a:ext>
              </a:extLst>
            </p:cNvPr>
            <p:cNvSpPr>
              <a:spLocks noChangeArrowheads="1"/>
            </p:cNvSpPr>
            <p:nvPr/>
          </p:nvSpPr>
          <p:spPr bwMode="auto">
            <a:xfrm>
              <a:off x="4416" y="3482"/>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26" name="Rectangle 162">
              <a:extLst>
                <a:ext uri="{FF2B5EF4-FFF2-40B4-BE49-F238E27FC236}">
                  <a16:creationId xmlns:a16="http://schemas.microsoft.com/office/drawing/2014/main" id="{2F1DDD35-BE3C-874D-916E-DEAD1332EB4B}"/>
                </a:ext>
              </a:extLst>
            </p:cNvPr>
            <p:cNvSpPr>
              <a:spLocks noChangeArrowheads="1"/>
            </p:cNvSpPr>
            <p:nvPr/>
          </p:nvSpPr>
          <p:spPr bwMode="auto">
            <a:xfrm>
              <a:off x="4032" y="3482"/>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25" name="Rectangle 161">
              <a:extLst>
                <a:ext uri="{FF2B5EF4-FFF2-40B4-BE49-F238E27FC236}">
                  <a16:creationId xmlns:a16="http://schemas.microsoft.com/office/drawing/2014/main" id="{7945E41C-F632-1347-9C57-2E349E9F4295}"/>
                </a:ext>
              </a:extLst>
            </p:cNvPr>
            <p:cNvSpPr>
              <a:spLocks noChangeArrowheads="1"/>
            </p:cNvSpPr>
            <p:nvPr/>
          </p:nvSpPr>
          <p:spPr bwMode="auto">
            <a:xfrm>
              <a:off x="3648" y="3482"/>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24" name="Rectangle 160">
              <a:extLst>
                <a:ext uri="{FF2B5EF4-FFF2-40B4-BE49-F238E27FC236}">
                  <a16:creationId xmlns:a16="http://schemas.microsoft.com/office/drawing/2014/main" id="{602CE6E0-E5A0-A145-9D7F-FBA06F2477E9}"/>
                </a:ext>
              </a:extLst>
            </p:cNvPr>
            <p:cNvSpPr>
              <a:spLocks noChangeArrowheads="1"/>
            </p:cNvSpPr>
            <p:nvPr/>
          </p:nvSpPr>
          <p:spPr bwMode="auto">
            <a:xfrm>
              <a:off x="3264" y="3482"/>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23" name="Rectangle 159">
              <a:extLst>
                <a:ext uri="{FF2B5EF4-FFF2-40B4-BE49-F238E27FC236}">
                  <a16:creationId xmlns:a16="http://schemas.microsoft.com/office/drawing/2014/main" id="{E9E39691-D9AE-4448-8F74-135F7B716E35}"/>
                </a:ext>
              </a:extLst>
            </p:cNvPr>
            <p:cNvSpPr>
              <a:spLocks noChangeArrowheads="1"/>
            </p:cNvSpPr>
            <p:nvPr/>
          </p:nvSpPr>
          <p:spPr bwMode="auto">
            <a:xfrm>
              <a:off x="2880" y="3482"/>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22" name="Rectangle 158">
              <a:extLst>
                <a:ext uri="{FF2B5EF4-FFF2-40B4-BE49-F238E27FC236}">
                  <a16:creationId xmlns:a16="http://schemas.microsoft.com/office/drawing/2014/main" id="{A6F65F31-5AA8-934D-861F-CC9CA595F7E6}"/>
                </a:ext>
              </a:extLst>
            </p:cNvPr>
            <p:cNvSpPr>
              <a:spLocks noChangeArrowheads="1"/>
            </p:cNvSpPr>
            <p:nvPr/>
          </p:nvSpPr>
          <p:spPr bwMode="auto">
            <a:xfrm>
              <a:off x="1776" y="3482"/>
              <a:ext cx="110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21" name="Rectangle 157">
              <a:extLst>
                <a:ext uri="{FF2B5EF4-FFF2-40B4-BE49-F238E27FC236}">
                  <a16:creationId xmlns:a16="http://schemas.microsoft.com/office/drawing/2014/main" id="{618C3A98-9716-1647-B252-31D8505E3B3B}"/>
                </a:ext>
              </a:extLst>
            </p:cNvPr>
            <p:cNvSpPr>
              <a:spLocks noChangeArrowheads="1"/>
            </p:cNvSpPr>
            <p:nvPr/>
          </p:nvSpPr>
          <p:spPr bwMode="auto">
            <a:xfrm>
              <a:off x="480" y="3482"/>
              <a:ext cx="129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u</a:t>
              </a:r>
              <a:r>
                <a:rPr kumimoji="0" lang="en-US" altLang="zh-CN" sz="2800" b="1" baseline="-25000">
                  <a:effectLst>
                    <a:outerShdw blurRad="38100" dist="38100" dir="2700000" algn="tl">
                      <a:srgbClr val="C0C0C0"/>
                    </a:outerShdw>
                  </a:effectLst>
                  <a:ea typeface="楷体_GB2312" pitchFamily="49" charset="-122"/>
                </a:rPr>
                <a:t>0 </a:t>
              </a:r>
              <a:r>
                <a:rPr kumimoji="0" lang="en-US" altLang="zh-CN" sz="2800" b="1">
                  <a:effectLst>
                    <a:outerShdw blurRad="38100" dist="38100" dir="2700000" algn="tl">
                      <a:srgbClr val="C0C0C0"/>
                    </a:outerShdw>
                  </a:effectLst>
                  <a:ea typeface="楷体_GB2312" pitchFamily="49" charset="-122"/>
                </a:rPr>
                <a:t>fedbgac</a:t>
              </a:r>
              <a:endParaRPr kumimoji="0" lang="zh-CN" altLang="en-US" sz="2800" b="1">
                <a:effectLst>
                  <a:outerShdw blurRad="38100" dist="38100" dir="2700000" algn="tl">
                    <a:srgbClr val="C0C0C0"/>
                  </a:outerShdw>
                </a:effectLst>
                <a:ea typeface="楷体_GB2312" pitchFamily="49" charset="-122"/>
              </a:endParaRPr>
            </a:p>
          </p:txBody>
        </p:sp>
        <p:sp>
          <p:nvSpPr>
            <p:cNvPr id="88220" name="Rectangle 156">
              <a:extLst>
                <a:ext uri="{FF2B5EF4-FFF2-40B4-BE49-F238E27FC236}">
                  <a16:creationId xmlns:a16="http://schemas.microsoft.com/office/drawing/2014/main" id="{443550A5-946B-5247-BD81-CB08D39265E1}"/>
                </a:ext>
              </a:extLst>
            </p:cNvPr>
            <p:cNvSpPr>
              <a:spLocks noChangeArrowheads="1"/>
            </p:cNvSpPr>
            <p:nvPr/>
          </p:nvSpPr>
          <p:spPr bwMode="auto">
            <a:xfrm>
              <a:off x="144" y="3482"/>
              <a:ext cx="33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8</a:t>
              </a:r>
            </a:p>
          </p:txBody>
        </p:sp>
      </p:grpSp>
      <p:sp>
        <p:nvSpPr>
          <p:cNvPr id="45068" name="Line 188">
            <a:extLst>
              <a:ext uri="{FF2B5EF4-FFF2-40B4-BE49-F238E27FC236}">
                <a16:creationId xmlns:a16="http://schemas.microsoft.com/office/drawing/2014/main" id="{9F85D55C-4986-8F48-93BE-98511FA40B36}"/>
              </a:ext>
            </a:extLst>
          </p:cNvPr>
          <p:cNvSpPr>
            <a:spLocks noChangeShapeType="1"/>
          </p:cNvSpPr>
          <p:nvPr/>
        </p:nvSpPr>
        <p:spPr bwMode="auto">
          <a:xfrm>
            <a:off x="76200" y="6162675"/>
            <a:ext cx="8686800" cy="0"/>
          </a:xfrm>
          <a:prstGeom prst="line">
            <a:avLst/>
          </a:prstGeom>
          <a:noFill/>
          <a:ln w="28575"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5069" name="Line 189">
            <a:extLst>
              <a:ext uri="{FF2B5EF4-FFF2-40B4-BE49-F238E27FC236}">
                <a16:creationId xmlns:a16="http://schemas.microsoft.com/office/drawing/2014/main" id="{4DB42AFD-5482-2D42-97E8-D44365411DA4}"/>
              </a:ext>
            </a:extLst>
          </p:cNvPr>
          <p:cNvSpPr>
            <a:spLocks noChangeShapeType="1"/>
          </p:cNvSpPr>
          <p:nvPr/>
        </p:nvSpPr>
        <p:spPr bwMode="auto">
          <a:xfrm>
            <a:off x="76200" y="1479550"/>
            <a:ext cx="0" cy="4683125"/>
          </a:xfrm>
          <a:prstGeom prst="line">
            <a:avLst/>
          </a:prstGeom>
          <a:noFill/>
          <a:ln w="28575"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5070" name="Line 190">
            <a:extLst>
              <a:ext uri="{FF2B5EF4-FFF2-40B4-BE49-F238E27FC236}">
                <a16:creationId xmlns:a16="http://schemas.microsoft.com/office/drawing/2014/main" id="{DFAB3D5D-226B-8B4F-97DF-B8558E087541}"/>
              </a:ext>
            </a:extLst>
          </p:cNvPr>
          <p:cNvSpPr>
            <a:spLocks noChangeShapeType="1"/>
          </p:cNvSpPr>
          <p:nvPr/>
        </p:nvSpPr>
        <p:spPr bwMode="auto">
          <a:xfrm>
            <a:off x="609600" y="1479550"/>
            <a:ext cx="0" cy="468312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5071" name="Line 191">
            <a:extLst>
              <a:ext uri="{FF2B5EF4-FFF2-40B4-BE49-F238E27FC236}">
                <a16:creationId xmlns:a16="http://schemas.microsoft.com/office/drawing/2014/main" id="{32535D88-05F7-844C-A205-F6A6EDD47B4B}"/>
              </a:ext>
            </a:extLst>
          </p:cNvPr>
          <p:cNvSpPr>
            <a:spLocks noChangeShapeType="1"/>
          </p:cNvSpPr>
          <p:nvPr/>
        </p:nvSpPr>
        <p:spPr bwMode="auto">
          <a:xfrm>
            <a:off x="2667000" y="1479550"/>
            <a:ext cx="0" cy="468312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5072" name="Line 192">
            <a:extLst>
              <a:ext uri="{FF2B5EF4-FFF2-40B4-BE49-F238E27FC236}">
                <a16:creationId xmlns:a16="http://schemas.microsoft.com/office/drawing/2014/main" id="{1CAEE80A-6D74-D141-8173-F7CEB90800AD}"/>
              </a:ext>
            </a:extLst>
          </p:cNvPr>
          <p:cNvSpPr>
            <a:spLocks noChangeShapeType="1"/>
          </p:cNvSpPr>
          <p:nvPr/>
        </p:nvSpPr>
        <p:spPr bwMode="auto">
          <a:xfrm>
            <a:off x="4419600" y="1489075"/>
            <a:ext cx="0" cy="468312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5073" name="Line 193">
            <a:extLst>
              <a:ext uri="{FF2B5EF4-FFF2-40B4-BE49-F238E27FC236}">
                <a16:creationId xmlns:a16="http://schemas.microsoft.com/office/drawing/2014/main" id="{C33B8AF7-C249-E64B-9185-B3A4F5CAAF56}"/>
              </a:ext>
            </a:extLst>
          </p:cNvPr>
          <p:cNvSpPr>
            <a:spLocks noChangeShapeType="1"/>
          </p:cNvSpPr>
          <p:nvPr/>
        </p:nvSpPr>
        <p:spPr bwMode="auto">
          <a:xfrm>
            <a:off x="5029200" y="1479550"/>
            <a:ext cx="0" cy="468312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5074" name="Line 194">
            <a:extLst>
              <a:ext uri="{FF2B5EF4-FFF2-40B4-BE49-F238E27FC236}">
                <a16:creationId xmlns:a16="http://schemas.microsoft.com/office/drawing/2014/main" id="{123F49F9-1F63-884C-8782-F331A5D6C550}"/>
              </a:ext>
            </a:extLst>
          </p:cNvPr>
          <p:cNvSpPr>
            <a:spLocks noChangeShapeType="1"/>
          </p:cNvSpPr>
          <p:nvPr/>
        </p:nvSpPr>
        <p:spPr bwMode="auto">
          <a:xfrm>
            <a:off x="5638800" y="1479550"/>
            <a:ext cx="0" cy="468312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5075" name="Line 195">
            <a:extLst>
              <a:ext uri="{FF2B5EF4-FFF2-40B4-BE49-F238E27FC236}">
                <a16:creationId xmlns:a16="http://schemas.microsoft.com/office/drawing/2014/main" id="{C58814F6-03D4-684D-B22D-6181E9134C6C}"/>
              </a:ext>
            </a:extLst>
          </p:cNvPr>
          <p:cNvSpPr>
            <a:spLocks noChangeShapeType="1"/>
          </p:cNvSpPr>
          <p:nvPr/>
        </p:nvSpPr>
        <p:spPr bwMode="auto">
          <a:xfrm>
            <a:off x="6248400" y="1479550"/>
            <a:ext cx="0" cy="468312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5076" name="Line 196">
            <a:extLst>
              <a:ext uri="{FF2B5EF4-FFF2-40B4-BE49-F238E27FC236}">
                <a16:creationId xmlns:a16="http://schemas.microsoft.com/office/drawing/2014/main" id="{1762127E-DE74-AF49-9475-39755F3272BA}"/>
              </a:ext>
            </a:extLst>
          </p:cNvPr>
          <p:cNvSpPr>
            <a:spLocks noChangeShapeType="1"/>
          </p:cNvSpPr>
          <p:nvPr/>
        </p:nvSpPr>
        <p:spPr bwMode="auto">
          <a:xfrm>
            <a:off x="6858000" y="1479550"/>
            <a:ext cx="0" cy="468312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5077" name="Line 197">
            <a:extLst>
              <a:ext uri="{FF2B5EF4-FFF2-40B4-BE49-F238E27FC236}">
                <a16:creationId xmlns:a16="http://schemas.microsoft.com/office/drawing/2014/main" id="{3CA1EC32-4CE6-AC4D-B437-B8527D20C3F9}"/>
              </a:ext>
            </a:extLst>
          </p:cNvPr>
          <p:cNvSpPr>
            <a:spLocks noChangeShapeType="1"/>
          </p:cNvSpPr>
          <p:nvPr/>
        </p:nvSpPr>
        <p:spPr bwMode="auto">
          <a:xfrm>
            <a:off x="7467600" y="1479550"/>
            <a:ext cx="0" cy="468312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5078" name="Line 198">
            <a:extLst>
              <a:ext uri="{FF2B5EF4-FFF2-40B4-BE49-F238E27FC236}">
                <a16:creationId xmlns:a16="http://schemas.microsoft.com/office/drawing/2014/main" id="{204EAA5B-24DF-F14B-9D78-DBB24F39CCFB}"/>
              </a:ext>
            </a:extLst>
          </p:cNvPr>
          <p:cNvSpPr>
            <a:spLocks noChangeShapeType="1"/>
          </p:cNvSpPr>
          <p:nvPr/>
        </p:nvSpPr>
        <p:spPr bwMode="auto">
          <a:xfrm>
            <a:off x="8077200" y="1479550"/>
            <a:ext cx="0" cy="468312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5079" name="Line 200">
            <a:extLst>
              <a:ext uri="{FF2B5EF4-FFF2-40B4-BE49-F238E27FC236}">
                <a16:creationId xmlns:a16="http://schemas.microsoft.com/office/drawing/2014/main" id="{36EA903D-0415-174F-9FE3-0EEDAD5C0606}"/>
              </a:ext>
            </a:extLst>
          </p:cNvPr>
          <p:cNvSpPr>
            <a:spLocks noChangeShapeType="1"/>
          </p:cNvSpPr>
          <p:nvPr/>
        </p:nvSpPr>
        <p:spPr bwMode="auto">
          <a:xfrm>
            <a:off x="8763000" y="1489075"/>
            <a:ext cx="0" cy="4683125"/>
          </a:xfrm>
          <a:prstGeom prst="line">
            <a:avLst/>
          </a:prstGeom>
          <a:noFill/>
          <a:ln w="28575"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grpSp>
        <p:nvGrpSpPr>
          <p:cNvPr id="2" name="Group 1">
            <a:extLst>
              <a:ext uri="{FF2B5EF4-FFF2-40B4-BE49-F238E27FC236}">
                <a16:creationId xmlns:a16="http://schemas.microsoft.com/office/drawing/2014/main" id="{F936E0C7-FCB2-2749-9339-9ABCE4BEA772}"/>
              </a:ext>
            </a:extLst>
          </p:cNvPr>
          <p:cNvGrpSpPr>
            <a:grpSpLocks/>
          </p:cNvGrpSpPr>
          <p:nvPr/>
        </p:nvGrpSpPr>
        <p:grpSpPr bwMode="auto">
          <a:xfrm>
            <a:off x="76200" y="4610100"/>
            <a:ext cx="8686800" cy="517525"/>
            <a:chOff x="76200" y="4610100"/>
            <a:chExt cx="8686800" cy="517525"/>
          </a:xfrm>
        </p:grpSpPr>
        <p:grpSp>
          <p:nvGrpSpPr>
            <p:cNvPr id="72728" name="Group 251">
              <a:extLst>
                <a:ext uri="{FF2B5EF4-FFF2-40B4-BE49-F238E27FC236}">
                  <a16:creationId xmlns:a16="http://schemas.microsoft.com/office/drawing/2014/main" id="{740702A3-88F8-D540-B925-1EB2063CB8FC}"/>
                </a:ext>
              </a:extLst>
            </p:cNvPr>
            <p:cNvGrpSpPr>
              <a:grpSpLocks/>
            </p:cNvGrpSpPr>
            <p:nvPr/>
          </p:nvGrpSpPr>
          <p:grpSpPr bwMode="auto">
            <a:xfrm>
              <a:off x="76200" y="4610100"/>
              <a:ext cx="8686800" cy="517525"/>
              <a:chOff x="144" y="2830"/>
              <a:chExt cx="5472" cy="326"/>
            </a:xfrm>
          </p:grpSpPr>
          <p:sp>
            <p:nvSpPr>
              <p:cNvPr id="88206" name="Rectangle 142">
                <a:extLst>
                  <a:ext uri="{FF2B5EF4-FFF2-40B4-BE49-F238E27FC236}">
                    <a16:creationId xmlns:a16="http://schemas.microsoft.com/office/drawing/2014/main" id="{4B51FBAE-1A29-FE4F-AEAE-74DF81A89C29}"/>
                  </a:ext>
                </a:extLst>
              </p:cNvPr>
              <p:cNvSpPr>
                <a:spLocks noChangeArrowheads="1"/>
              </p:cNvSpPr>
              <p:nvPr/>
            </p:nvSpPr>
            <p:spPr bwMode="auto">
              <a:xfrm>
                <a:off x="4800" y="2830"/>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05" name="Rectangle 141">
                <a:extLst>
                  <a:ext uri="{FF2B5EF4-FFF2-40B4-BE49-F238E27FC236}">
                    <a16:creationId xmlns:a16="http://schemas.microsoft.com/office/drawing/2014/main" id="{C386F479-C04C-F145-A3A2-8E5F48C52DAB}"/>
                  </a:ext>
                </a:extLst>
              </p:cNvPr>
              <p:cNvSpPr>
                <a:spLocks noChangeArrowheads="1"/>
              </p:cNvSpPr>
              <p:nvPr/>
            </p:nvSpPr>
            <p:spPr bwMode="auto">
              <a:xfrm>
                <a:off x="4416" y="2830"/>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04" name="Rectangle 140">
                <a:extLst>
                  <a:ext uri="{FF2B5EF4-FFF2-40B4-BE49-F238E27FC236}">
                    <a16:creationId xmlns:a16="http://schemas.microsoft.com/office/drawing/2014/main" id="{97604BE7-04ED-5647-91E0-EAE61A0AA742}"/>
                  </a:ext>
                </a:extLst>
              </p:cNvPr>
              <p:cNvSpPr>
                <a:spLocks noChangeArrowheads="1"/>
              </p:cNvSpPr>
              <p:nvPr/>
            </p:nvSpPr>
            <p:spPr bwMode="auto">
              <a:xfrm>
                <a:off x="4032" y="2830"/>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03" name="Rectangle 139">
                <a:extLst>
                  <a:ext uri="{FF2B5EF4-FFF2-40B4-BE49-F238E27FC236}">
                    <a16:creationId xmlns:a16="http://schemas.microsoft.com/office/drawing/2014/main" id="{BEA94D18-DCB0-EE4C-B9D1-146180C665AB}"/>
                  </a:ext>
                </a:extLst>
              </p:cNvPr>
              <p:cNvSpPr>
                <a:spLocks noChangeArrowheads="1"/>
              </p:cNvSpPr>
              <p:nvPr/>
            </p:nvSpPr>
            <p:spPr bwMode="auto">
              <a:xfrm>
                <a:off x="3648" y="2830"/>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9</a:t>
                </a:r>
              </a:p>
            </p:txBody>
          </p:sp>
          <p:sp>
            <p:nvSpPr>
              <p:cNvPr id="88202" name="Rectangle 138">
                <a:extLst>
                  <a:ext uri="{FF2B5EF4-FFF2-40B4-BE49-F238E27FC236}">
                    <a16:creationId xmlns:a16="http://schemas.microsoft.com/office/drawing/2014/main" id="{6ACF290B-7D54-CC42-87ED-AA80F6B5DE32}"/>
                  </a:ext>
                </a:extLst>
              </p:cNvPr>
              <p:cNvSpPr>
                <a:spLocks noChangeArrowheads="1"/>
              </p:cNvSpPr>
              <p:nvPr/>
            </p:nvSpPr>
            <p:spPr bwMode="auto">
              <a:xfrm>
                <a:off x="3264" y="2830"/>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01" name="Rectangle 137">
                <a:extLst>
                  <a:ext uri="{FF2B5EF4-FFF2-40B4-BE49-F238E27FC236}">
                    <a16:creationId xmlns:a16="http://schemas.microsoft.com/office/drawing/2014/main" id="{88654986-6761-DA4F-A5BF-44943DF9C96A}"/>
                  </a:ext>
                </a:extLst>
              </p:cNvPr>
              <p:cNvSpPr>
                <a:spLocks noChangeArrowheads="1"/>
              </p:cNvSpPr>
              <p:nvPr/>
            </p:nvSpPr>
            <p:spPr bwMode="auto">
              <a:xfrm>
                <a:off x="2880" y="2830"/>
                <a:ext cx="38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1"/>
                  </a:buClr>
                  <a:buSzPct val="90000"/>
                  <a:buFont typeface="Wingdings" pitchFamily="2" charset="2"/>
                  <a:buNone/>
                  <a:defRPr/>
                </a:pPr>
                <a:endParaRPr lang="zh-CN" altLang="en-US" sz="2800" b="1">
                  <a:effectLst>
                    <a:outerShdw blurRad="38100" dist="38100" dir="2700000" algn="tl">
                      <a:srgbClr val="000000"/>
                    </a:outerShdw>
                  </a:effectLst>
                  <a:latin typeface="Arial" charset="0"/>
                  <a:ea typeface="楷体_GB2312" pitchFamily="49" charset="-122"/>
                </a:endParaRPr>
              </a:p>
            </p:txBody>
          </p:sp>
          <p:sp>
            <p:nvSpPr>
              <p:cNvPr id="88200" name="Rectangle 136">
                <a:extLst>
                  <a:ext uri="{FF2B5EF4-FFF2-40B4-BE49-F238E27FC236}">
                    <a16:creationId xmlns:a16="http://schemas.microsoft.com/office/drawing/2014/main" id="{C1B91817-76A4-9346-861E-52663116D1A3}"/>
                  </a:ext>
                </a:extLst>
              </p:cNvPr>
              <p:cNvSpPr>
                <a:spLocks noChangeArrowheads="1"/>
              </p:cNvSpPr>
              <p:nvPr/>
            </p:nvSpPr>
            <p:spPr bwMode="auto">
              <a:xfrm>
                <a:off x="1776" y="2830"/>
                <a:ext cx="1104"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ac</a:t>
                </a:r>
              </a:p>
            </p:txBody>
          </p:sp>
          <p:sp>
            <p:nvSpPr>
              <p:cNvPr id="88199" name="Rectangle 135">
                <a:extLst>
                  <a:ext uri="{FF2B5EF4-FFF2-40B4-BE49-F238E27FC236}">
                    <a16:creationId xmlns:a16="http://schemas.microsoft.com/office/drawing/2014/main" id="{AE4A4443-D92B-6547-A326-6FBF4570D6D2}"/>
                  </a:ext>
                </a:extLst>
              </p:cNvPr>
              <p:cNvSpPr>
                <a:spLocks noChangeArrowheads="1"/>
              </p:cNvSpPr>
              <p:nvPr/>
            </p:nvSpPr>
            <p:spPr bwMode="auto">
              <a:xfrm>
                <a:off x="480" y="2830"/>
                <a:ext cx="129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en-US" altLang="zh-CN" sz="2800" b="1">
                    <a:effectLst>
                      <a:outerShdw blurRad="38100" dist="38100" dir="2700000" algn="tl">
                        <a:srgbClr val="C0C0C0"/>
                      </a:outerShdw>
                    </a:effectLst>
                    <a:ea typeface="楷体_GB2312" pitchFamily="49" charset="-122"/>
                  </a:rPr>
                  <a:t>u</a:t>
                </a:r>
                <a:r>
                  <a:rPr kumimoji="0" lang="en-US" altLang="zh-CN" sz="2800" b="1" baseline="-25000">
                    <a:effectLst>
                      <a:outerShdw blurRad="38100" dist="38100" dir="2700000" algn="tl">
                        <a:srgbClr val="C0C0C0"/>
                      </a:outerShdw>
                    </a:effectLst>
                    <a:ea typeface="楷体_GB2312" pitchFamily="49" charset="-122"/>
                  </a:rPr>
                  <a:t>0 </a:t>
                </a:r>
                <a:r>
                  <a:rPr kumimoji="0" lang="en-US" altLang="zh-CN" sz="2800" b="1">
                    <a:effectLst>
                      <a:outerShdw blurRad="38100" dist="38100" dir="2700000" algn="tl">
                        <a:srgbClr val="C0C0C0"/>
                      </a:outerShdw>
                    </a:effectLst>
                    <a:ea typeface="楷体_GB2312" pitchFamily="49" charset="-122"/>
                  </a:rPr>
                  <a:t>fedbg</a:t>
                </a:r>
                <a:endParaRPr kumimoji="0" lang="zh-CN" altLang="en-US" sz="2800" b="1">
                  <a:effectLst>
                    <a:outerShdw blurRad="38100" dist="38100" dir="2700000" algn="tl">
                      <a:srgbClr val="C0C0C0"/>
                    </a:outerShdw>
                  </a:effectLst>
                  <a:ea typeface="楷体_GB2312" pitchFamily="49" charset="-122"/>
                </a:endParaRPr>
              </a:p>
            </p:txBody>
          </p:sp>
          <p:sp>
            <p:nvSpPr>
              <p:cNvPr id="88198" name="Rectangle 134">
                <a:extLst>
                  <a:ext uri="{FF2B5EF4-FFF2-40B4-BE49-F238E27FC236}">
                    <a16:creationId xmlns:a16="http://schemas.microsoft.com/office/drawing/2014/main" id="{E7A8C7BD-CE56-6B43-8B85-64180F2983D7}"/>
                  </a:ext>
                </a:extLst>
              </p:cNvPr>
              <p:cNvSpPr>
                <a:spLocks noChangeArrowheads="1"/>
              </p:cNvSpPr>
              <p:nvPr/>
            </p:nvSpPr>
            <p:spPr bwMode="auto">
              <a:xfrm>
                <a:off x="144" y="2830"/>
                <a:ext cx="336" cy="32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a:effectLst>
                      <a:outerShdw blurRad="38100" dist="38100" dir="2700000" algn="tl">
                        <a:srgbClr val="C0C0C0"/>
                      </a:outerShdw>
                    </a:effectLst>
                    <a:ea typeface="楷体_GB2312" pitchFamily="49" charset="-122"/>
                  </a:rPr>
                  <a:t>6</a:t>
                </a:r>
              </a:p>
            </p:txBody>
          </p:sp>
          <p:sp>
            <p:nvSpPr>
              <p:cNvPr id="45092" name="Line 185">
                <a:extLst>
                  <a:ext uri="{FF2B5EF4-FFF2-40B4-BE49-F238E27FC236}">
                    <a16:creationId xmlns:a16="http://schemas.microsoft.com/office/drawing/2014/main" id="{43BF92E6-0770-524D-8826-B8CB5E1071CF}"/>
                  </a:ext>
                </a:extLst>
              </p:cNvPr>
              <p:cNvSpPr>
                <a:spLocks noChangeShapeType="1"/>
              </p:cNvSpPr>
              <p:nvPr/>
            </p:nvSpPr>
            <p:spPr bwMode="auto">
              <a:xfrm>
                <a:off x="144" y="3156"/>
                <a:ext cx="5472"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grpSp>
        <p:sp>
          <p:nvSpPr>
            <p:cNvPr id="125" name="Rectangle 143">
              <a:extLst>
                <a:ext uri="{FF2B5EF4-FFF2-40B4-BE49-F238E27FC236}">
                  <a16:creationId xmlns:a16="http://schemas.microsoft.com/office/drawing/2014/main" id="{20B51E27-13AD-1842-B4D6-332910007185}"/>
                </a:ext>
              </a:extLst>
            </p:cNvPr>
            <p:cNvSpPr>
              <a:spLocks noChangeArrowheads="1"/>
            </p:cNvSpPr>
            <p:nvPr/>
          </p:nvSpPr>
          <p:spPr bwMode="auto">
            <a:xfrm>
              <a:off x="4419600" y="4610100"/>
              <a:ext cx="685800" cy="5175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spcBef>
                  <a:spcPct val="20000"/>
                </a:spcBef>
                <a:buClr>
                  <a:schemeClr val="tx1"/>
                </a:buClr>
                <a:buSzPct val="90000"/>
                <a:buFont typeface="Wingdings" pitchFamily="2" charset="2"/>
                <a:buNone/>
              </a:pPr>
              <a:r>
                <a:rPr kumimoji="0" lang="zh-CN" altLang="en-US" sz="2800" b="1" dirty="0">
                  <a:solidFill>
                    <a:srgbClr val="0070C0"/>
                  </a:solidFill>
                  <a:effectLst>
                    <a:outerShdw blurRad="38100" dist="38100" dir="2700000" algn="tl">
                      <a:srgbClr val="C0C0C0"/>
                    </a:outerShdw>
                  </a:effectLst>
                  <a:ea typeface="楷体_GB2312" pitchFamily="49" charset="-122"/>
                </a:rPr>
                <a:t>6</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8306"/>
                                        </p:tgtEl>
                                        <p:attrNameLst>
                                          <p:attrName>style.visibility</p:attrName>
                                        </p:attrNameLst>
                                      </p:cBhvr>
                                      <p:to>
                                        <p:strVal val="visible"/>
                                      </p:to>
                                    </p:set>
                                    <p:animEffect transition="in" filter="wipe(left)">
                                      <p:cBhvr>
                                        <p:cTn id="7" dur="500"/>
                                        <p:tgtEl>
                                          <p:spTgt spid="883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8307"/>
                                        </p:tgtEl>
                                        <p:attrNameLst>
                                          <p:attrName>style.visibility</p:attrName>
                                        </p:attrNameLst>
                                      </p:cBhvr>
                                      <p:to>
                                        <p:strVal val="visible"/>
                                      </p:to>
                                    </p:set>
                                    <p:animEffect transition="in" filter="wipe(left)">
                                      <p:cBhvr>
                                        <p:cTn id="12" dur="500"/>
                                        <p:tgtEl>
                                          <p:spTgt spid="883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8308"/>
                                        </p:tgtEl>
                                        <p:attrNameLst>
                                          <p:attrName>style.visibility</p:attrName>
                                        </p:attrNameLst>
                                      </p:cBhvr>
                                      <p:to>
                                        <p:strVal val="visible"/>
                                      </p:to>
                                    </p:set>
                                    <p:animEffect transition="in" filter="wipe(left)">
                                      <p:cBhvr>
                                        <p:cTn id="17" dur="500"/>
                                        <p:tgtEl>
                                          <p:spTgt spid="883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8309"/>
                                        </p:tgtEl>
                                        <p:attrNameLst>
                                          <p:attrName>style.visibility</p:attrName>
                                        </p:attrNameLst>
                                      </p:cBhvr>
                                      <p:to>
                                        <p:strVal val="visible"/>
                                      </p:to>
                                    </p:set>
                                    <p:animEffect transition="in" filter="wipe(left)">
                                      <p:cBhvr>
                                        <p:cTn id="22" dur="500"/>
                                        <p:tgtEl>
                                          <p:spTgt spid="883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8314"/>
                                        </p:tgtEl>
                                        <p:attrNameLst>
                                          <p:attrName>style.visibility</p:attrName>
                                        </p:attrNameLst>
                                      </p:cBhvr>
                                      <p:to>
                                        <p:strVal val="visible"/>
                                      </p:to>
                                    </p:set>
                                    <p:animEffect transition="in" filter="wipe(left)">
                                      <p:cBhvr>
                                        <p:cTn id="27" dur="500"/>
                                        <p:tgtEl>
                                          <p:spTgt spid="883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8316"/>
                                        </p:tgtEl>
                                        <p:attrNameLst>
                                          <p:attrName>style.visibility</p:attrName>
                                        </p:attrNameLst>
                                      </p:cBhvr>
                                      <p:to>
                                        <p:strVal val="visible"/>
                                      </p:to>
                                    </p:set>
                                    <p:animEffect transition="in" filter="wipe(left)">
                                      <p:cBhvr>
                                        <p:cTn id="37" dur="500"/>
                                        <p:tgtEl>
                                          <p:spTgt spid="8831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8317"/>
                                        </p:tgtEl>
                                        <p:attrNameLst>
                                          <p:attrName>style.visibility</p:attrName>
                                        </p:attrNameLst>
                                      </p:cBhvr>
                                      <p:to>
                                        <p:strVal val="visible"/>
                                      </p:to>
                                    </p:set>
                                    <p:animEffect transition="in" filter="wipe(left)">
                                      <p:cBhvr>
                                        <p:cTn id="42" dur="500"/>
                                        <p:tgtEl>
                                          <p:spTgt spid="88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Number Placeholder 5">
            <a:extLst>
              <a:ext uri="{FF2B5EF4-FFF2-40B4-BE49-F238E27FC236}">
                <a16:creationId xmlns:a16="http://schemas.microsoft.com/office/drawing/2014/main" id="{9ACC9652-D4E8-DF44-BE6F-A70750B4843D}"/>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C541C94F-56FC-AC49-BB5E-ADA39C0DA512}" type="slidenum">
              <a:rPr kumimoji="0" lang="zh-CN" altLang="en-US" sz="1200"/>
              <a:pPr/>
              <a:t>43</a:t>
            </a:fld>
            <a:endParaRPr kumimoji="0" lang="en-US" altLang="zh-CN" sz="1200"/>
          </a:p>
        </p:txBody>
      </p:sp>
      <p:sp>
        <p:nvSpPr>
          <p:cNvPr id="122883" name="Rectangle 3">
            <a:extLst>
              <a:ext uri="{FF2B5EF4-FFF2-40B4-BE49-F238E27FC236}">
                <a16:creationId xmlns:a16="http://schemas.microsoft.com/office/drawing/2014/main" id="{0CBE4F70-DED7-2547-9448-B973D5ACED98}"/>
              </a:ext>
            </a:extLst>
          </p:cNvPr>
          <p:cNvSpPr>
            <a:spLocks noGrp="1" noChangeArrowheads="1"/>
          </p:cNvSpPr>
          <p:nvPr>
            <p:ph sz="quarter" idx="13"/>
          </p:nvPr>
        </p:nvSpPr>
        <p:spPr>
          <a:xfrm>
            <a:off x="76200" y="304800"/>
            <a:ext cx="8534400" cy="6324600"/>
          </a:xfrm>
        </p:spPr>
        <p:txBody>
          <a:bodyPr>
            <a:normAutofit/>
          </a:bodyPr>
          <a:lstStyle/>
          <a:p>
            <a:pPr>
              <a:lnSpc>
                <a:spcPct val="90000"/>
              </a:lnSpc>
            </a:pPr>
            <a:r>
              <a:rPr kumimoji="0" lang="en-US" altLang="zh-CN" sz="2800" dirty="0">
                <a:latin typeface="Arial" panose="020B0604020202020204" pitchFamily="34" charset="0"/>
                <a:ea typeface="楷体_GB2312" pitchFamily="49" charset="-122"/>
              </a:rPr>
              <a:t>l(v) = min{ l(v), l(</a:t>
            </a:r>
            <a:r>
              <a:rPr kumimoji="0" lang="en-US" altLang="zh-CN" sz="2800" dirty="0" err="1">
                <a:latin typeface="Arial" panose="020B0604020202020204" pitchFamily="34" charset="0"/>
                <a:ea typeface="楷体_GB2312" pitchFamily="49" charset="-122"/>
              </a:rPr>
              <a:t>u</a:t>
            </a:r>
            <a:r>
              <a:rPr kumimoji="0" lang="en-US" altLang="zh-CN" sz="2800" baseline="-25000" dirty="0" err="1">
                <a:latin typeface="Arial" panose="020B0604020202020204" pitchFamily="34" charset="0"/>
                <a:ea typeface="楷体_GB2312" pitchFamily="49" charset="-122"/>
              </a:rPr>
              <a:t>i</a:t>
            </a:r>
            <a:r>
              <a:rPr kumimoji="0" lang="en-US" altLang="zh-CN" sz="2800" dirty="0">
                <a:latin typeface="Arial" panose="020B0604020202020204" pitchFamily="34" charset="0"/>
                <a:ea typeface="楷体_GB2312" pitchFamily="49" charset="-122"/>
              </a:rPr>
              <a:t>)+w(</a:t>
            </a:r>
            <a:r>
              <a:rPr kumimoji="0" lang="en-US" altLang="zh-CN" sz="2800" dirty="0" err="1">
                <a:latin typeface="Arial" panose="020B0604020202020204" pitchFamily="34" charset="0"/>
                <a:ea typeface="楷体_GB2312" pitchFamily="49" charset="-122"/>
              </a:rPr>
              <a:t>u</a:t>
            </a:r>
            <a:r>
              <a:rPr kumimoji="0" lang="en-US" altLang="zh-CN" sz="2800" baseline="-25000" dirty="0" err="1">
                <a:latin typeface="Arial" panose="020B0604020202020204" pitchFamily="34" charset="0"/>
                <a:ea typeface="楷体_GB2312" pitchFamily="49" charset="-122"/>
              </a:rPr>
              <a:t>i</a:t>
            </a:r>
            <a:r>
              <a:rPr kumimoji="0" lang="en-US" altLang="zh-CN" sz="2800" dirty="0">
                <a:latin typeface="Arial" panose="020B0604020202020204" pitchFamily="34" charset="0"/>
                <a:ea typeface="楷体_GB2312" pitchFamily="49" charset="-122"/>
              </a:rPr>
              <a:t>, v) }</a:t>
            </a:r>
          </a:p>
          <a:p>
            <a:pPr>
              <a:lnSpc>
                <a:spcPct val="90000"/>
              </a:lnSpc>
            </a:pPr>
            <a:r>
              <a:rPr kumimoji="0" lang="en-US" altLang="zh-CN" sz="2800" dirty="0">
                <a:latin typeface="Arial" panose="020B0604020202020204" pitchFamily="34" charset="0"/>
                <a:ea typeface="楷体_GB2312" pitchFamily="49" charset="-122"/>
              </a:rPr>
              <a:t>2</a:t>
            </a:r>
            <a:r>
              <a:rPr kumimoji="0" lang="zh-CN" altLang="en-US" sz="2800" dirty="0">
                <a:latin typeface="Arial" panose="020B0604020202020204" pitchFamily="34" charset="0"/>
                <a:ea typeface="楷体_GB2312" pitchFamily="49" charset="-122"/>
              </a:rPr>
              <a:t>：</a:t>
            </a:r>
            <a:r>
              <a:rPr kumimoji="0" lang="en-US" altLang="zh-CN" sz="2800" dirty="0">
                <a:latin typeface="Arial" panose="020B0604020202020204" pitchFamily="34" charset="0"/>
                <a:ea typeface="楷体_GB2312" pitchFamily="49" charset="-122"/>
              </a:rPr>
              <a:t>l(a)=min{l(a), l(f)+w(</a:t>
            </a:r>
            <a:r>
              <a:rPr kumimoji="0" lang="en-US" altLang="zh-CN" sz="2800" dirty="0" err="1">
                <a:latin typeface="Arial" panose="020B0604020202020204" pitchFamily="34" charset="0"/>
                <a:ea typeface="楷体_GB2312" pitchFamily="49" charset="-122"/>
              </a:rPr>
              <a:t>f,a</a:t>
            </a:r>
            <a:r>
              <a:rPr kumimoji="0" lang="en-US" altLang="zh-CN" sz="2800" dirty="0">
                <a:latin typeface="Arial" panose="020B0604020202020204" pitchFamily="34" charset="0"/>
                <a:ea typeface="楷体_GB2312" pitchFamily="49" charset="-122"/>
              </a:rPr>
              <a:t>)}=min{8, 1+7}=8</a:t>
            </a:r>
          </a:p>
          <a:p>
            <a:pPr>
              <a:lnSpc>
                <a:spcPct val="90000"/>
              </a:lnSpc>
              <a:buFont typeface="Wingdings" pitchFamily="2" charset="2"/>
              <a:buNone/>
            </a:pPr>
            <a:r>
              <a:rPr kumimoji="0" lang="en-US" altLang="zh-CN" sz="2800" dirty="0">
                <a:latin typeface="Arial" panose="020B0604020202020204" pitchFamily="34" charset="0"/>
                <a:ea typeface="楷体_GB2312" pitchFamily="49" charset="-122"/>
              </a:rPr>
              <a:t>		l(b)=min{l(b), l(f)+w(</a:t>
            </a:r>
            <a:r>
              <a:rPr kumimoji="0" lang="en-US" altLang="zh-CN" sz="2800" dirty="0" err="1">
                <a:latin typeface="Arial" panose="020B0604020202020204" pitchFamily="34" charset="0"/>
                <a:ea typeface="楷体_GB2312" pitchFamily="49" charset="-122"/>
              </a:rPr>
              <a:t>f,b</a:t>
            </a:r>
            <a:r>
              <a:rPr kumimoji="0" lang="en-US" altLang="zh-CN" sz="2800" dirty="0">
                <a:latin typeface="Arial" panose="020B0604020202020204" pitchFamily="34" charset="0"/>
                <a:ea typeface="楷体_GB2312" pitchFamily="49" charset="-122"/>
              </a:rPr>
              <a:t>)}=min{4, 1+∞}=4</a:t>
            </a:r>
          </a:p>
          <a:p>
            <a:pPr>
              <a:lnSpc>
                <a:spcPct val="90000"/>
              </a:lnSpc>
              <a:buFont typeface="Wingdings" pitchFamily="2" charset="2"/>
              <a:buNone/>
            </a:pPr>
            <a:r>
              <a:rPr kumimoji="0" lang="en-US" altLang="zh-CN" sz="2800" dirty="0">
                <a:latin typeface="Arial" panose="020B0604020202020204" pitchFamily="34" charset="0"/>
                <a:ea typeface="楷体_GB2312" pitchFamily="49" charset="-122"/>
              </a:rPr>
              <a:t>		l(c)=min{l(c), l(f)+w(</a:t>
            </a:r>
            <a:r>
              <a:rPr kumimoji="0" lang="en-US" altLang="zh-CN" sz="2800" dirty="0" err="1">
                <a:latin typeface="Arial" panose="020B0604020202020204" pitchFamily="34" charset="0"/>
                <a:ea typeface="楷体_GB2312" pitchFamily="49" charset="-122"/>
              </a:rPr>
              <a:t>f,c</a:t>
            </a:r>
            <a:r>
              <a:rPr kumimoji="0" lang="en-US" altLang="zh-CN" sz="2800" dirty="0">
                <a:latin typeface="Arial" panose="020B0604020202020204" pitchFamily="34" charset="0"/>
                <a:ea typeface="楷体_GB2312" pitchFamily="49" charset="-122"/>
              </a:rPr>
              <a:t>)}=min{∞, 1+∞}=∞</a:t>
            </a:r>
          </a:p>
          <a:p>
            <a:pPr>
              <a:lnSpc>
                <a:spcPct val="90000"/>
              </a:lnSpc>
              <a:buFont typeface="Wingdings" pitchFamily="2" charset="2"/>
              <a:buNone/>
            </a:pPr>
            <a:r>
              <a:rPr kumimoji="0" lang="en-US" altLang="zh-CN" sz="2800" dirty="0">
                <a:latin typeface="Arial" panose="020B0604020202020204" pitchFamily="34" charset="0"/>
                <a:ea typeface="楷体_GB2312" pitchFamily="49" charset="-122"/>
              </a:rPr>
              <a:t>		l(d)=min{l(d), l(f)+w(</a:t>
            </a:r>
            <a:r>
              <a:rPr kumimoji="0" lang="en-US" altLang="zh-CN" sz="2800" dirty="0" err="1">
                <a:latin typeface="Arial" panose="020B0604020202020204" pitchFamily="34" charset="0"/>
                <a:ea typeface="楷体_GB2312" pitchFamily="49" charset="-122"/>
              </a:rPr>
              <a:t>f,d</a:t>
            </a:r>
            <a:r>
              <a:rPr kumimoji="0" lang="en-US" altLang="zh-CN" sz="2800" dirty="0">
                <a:latin typeface="Arial" panose="020B0604020202020204" pitchFamily="34" charset="0"/>
                <a:ea typeface="楷体_GB2312" pitchFamily="49" charset="-122"/>
              </a:rPr>
              <a:t>)}=min{∞, 1+3}=4</a:t>
            </a:r>
          </a:p>
          <a:p>
            <a:pPr>
              <a:lnSpc>
                <a:spcPct val="90000"/>
              </a:lnSpc>
              <a:buFont typeface="Wingdings" pitchFamily="2" charset="2"/>
              <a:buNone/>
            </a:pPr>
            <a:r>
              <a:rPr kumimoji="0" lang="en-US" altLang="zh-CN" sz="2800" dirty="0">
                <a:latin typeface="Arial" panose="020B0604020202020204" pitchFamily="34" charset="0"/>
                <a:ea typeface="楷体_GB2312" pitchFamily="49" charset="-122"/>
              </a:rPr>
              <a:t>		l(e)=min{l(e), l(f)+w(</a:t>
            </a:r>
            <a:r>
              <a:rPr kumimoji="0" lang="en-US" altLang="zh-CN" sz="2800" dirty="0" err="1">
                <a:latin typeface="Arial" panose="020B0604020202020204" pitchFamily="34" charset="0"/>
                <a:ea typeface="楷体_GB2312" pitchFamily="49" charset="-122"/>
              </a:rPr>
              <a:t>f,e</a:t>
            </a:r>
            <a:r>
              <a:rPr kumimoji="0" lang="en-US" altLang="zh-CN" sz="2800" dirty="0">
                <a:latin typeface="Arial" panose="020B0604020202020204" pitchFamily="34" charset="0"/>
                <a:ea typeface="楷体_GB2312" pitchFamily="49" charset="-122"/>
              </a:rPr>
              <a:t>)}=min{2, 1+2}=</a:t>
            </a:r>
            <a:r>
              <a:rPr kumimoji="0" lang="en-US" altLang="zh-CN" sz="2800" dirty="0">
                <a:solidFill>
                  <a:srgbClr val="4E67C8"/>
                </a:solidFill>
                <a:latin typeface="Arial" panose="020B0604020202020204" pitchFamily="34" charset="0"/>
                <a:ea typeface="楷体_GB2312" pitchFamily="49" charset="-122"/>
              </a:rPr>
              <a:t>2</a:t>
            </a:r>
          </a:p>
          <a:p>
            <a:pPr>
              <a:lnSpc>
                <a:spcPct val="90000"/>
              </a:lnSpc>
              <a:buFont typeface="Wingdings" pitchFamily="2" charset="2"/>
              <a:buNone/>
            </a:pPr>
            <a:r>
              <a:rPr kumimoji="0" lang="en-US" altLang="zh-CN" sz="2800" dirty="0">
                <a:latin typeface="Arial" panose="020B0604020202020204" pitchFamily="34" charset="0"/>
                <a:ea typeface="楷体_GB2312" pitchFamily="49" charset="-122"/>
              </a:rPr>
              <a:t>		l(g)=min{l(g), l(f)+w(</a:t>
            </a:r>
            <a:r>
              <a:rPr kumimoji="0" lang="en-US" altLang="zh-CN" sz="2800" dirty="0" err="1">
                <a:latin typeface="Arial" panose="020B0604020202020204" pitchFamily="34" charset="0"/>
                <a:ea typeface="楷体_GB2312" pitchFamily="49" charset="-122"/>
              </a:rPr>
              <a:t>f,g</a:t>
            </a:r>
            <a:r>
              <a:rPr kumimoji="0" lang="en-US" altLang="zh-CN" sz="2800" dirty="0">
                <a:latin typeface="Arial" panose="020B0604020202020204" pitchFamily="34" charset="0"/>
                <a:ea typeface="楷体_GB2312" pitchFamily="49" charset="-122"/>
              </a:rPr>
              <a:t>)}=min{7, 1+∞}=7</a:t>
            </a:r>
          </a:p>
          <a:p>
            <a:pPr>
              <a:lnSpc>
                <a:spcPct val="90000"/>
              </a:lnSpc>
            </a:pPr>
            <a:r>
              <a:rPr kumimoji="0" lang="en-US" altLang="zh-CN" sz="2800" dirty="0">
                <a:latin typeface="Arial" panose="020B0604020202020204" pitchFamily="34" charset="0"/>
                <a:ea typeface="楷体_GB2312" pitchFamily="49" charset="-122"/>
              </a:rPr>
              <a:t>3</a:t>
            </a:r>
            <a:r>
              <a:rPr kumimoji="0" lang="zh-CN" altLang="en-US" sz="2800" dirty="0">
                <a:latin typeface="Arial" panose="020B0604020202020204" pitchFamily="34" charset="0"/>
                <a:ea typeface="楷体_GB2312" pitchFamily="49" charset="-122"/>
              </a:rPr>
              <a:t>：	</a:t>
            </a:r>
            <a:r>
              <a:rPr kumimoji="0" lang="en-US" altLang="zh-CN" sz="2800" dirty="0">
                <a:latin typeface="Arial" panose="020B0604020202020204" pitchFamily="34" charset="0"/>
                <a:ea typeface="楷体_GB2312" pitchFamily="49" charset="-122"/>
              </a:rPr>
              <a:t>l(a)=min{l(a), l(e)+w(</a:t>
            </a:r>
            <a:r>
              <a:rPr kumimoji="0" lang="en-US" altLang="zh-CN" sz="2800" dirty="0" err="1">
                <a:latin typeface="Arial" panose="020B0604020202020204" pitchFamily="34" charset="0"/>
                <a:ea typeface="楷体_GB2312" pitchFamily="49" charset="-122"/>
              </a:rPr>
              <a:t>e,a</a:t>
            </a:r>
            <a:r>
              <a:rPr kumimoji="0" lang="en-US" altLang="zh-CN" sz="2800" dirty="0">
                <a:latin typeface="Arial" panose="020B0604020202020204" pitchFamily="34" charset="0"/>
                <a:ea typeface="楷体_GB2312" pitchFamily="49" charset="-122"/>
              </a:rPr>
              <a:t>)}=min{8, 2+∞}=8</a:t>
            </a:r>
          </a:p>
          <a:p>
            <a:pPr>
              <a:lnSpc>
                <a:spcPct val="90000"/>
              </a:lnSpc>
              <a:buFont typeface="Wingdings" pitchFamily="2" charset="2"/>
              <a:buNone/>
            </a:pPr>
            <a:r>
              <a:rPr kumimoji="0" lang="en-US" altLang="zh-CN" sz="2800" dirty="0">
                <a:latin typeface="Arial" panose="020B0604020202020204" pitchFamily="34" charset="0"/>
                <a:ea typeface="楷体_GB2312" pitchFamily="49" charset="-122"/>
              </a:rPr>
              <a:t>		l(b)=min{l(b), l(e)+w(</a:t>
            </a:r>
            <a:r>
              <a:rPr kumimoji="0" lang="en-US" altLang="zh-CN" sz="2800" dirty="0" err="1">
                <a:latin typeface="Arial" panose="020B0604020202020204" pitchFamily="34" charset="0"/>
                <a:ea typeface="楷体_GB2312" pitchFamily="49" charset="-122"/>
              </a:rPr>
              <a:t>e,b</a:t>
            </a:r>
            <a:r>
              <a:rPr kumimoji="0" lang="en-US" altLang="zh-CN" sz="2800" dirty="0">
                <a:latin typeface="Arial" panose="020B0604020202020204" pitchFamily="34" charset="0"/>
                <a:ea typeface="楷体_GB2312" pitchFamily="49" charset="-122"/>
              </a:rPr>
              <a:t>)}=min{4, 2+∞}=4</a:t>
            </a:r>
          </a:p>
          <a:p>
            <a:pPr>
              <a:lnSpc>
                <a:spcPct val="90000"/>
              </a:lnSpc>
              <a:buFont typeface="Wingdings" pitchFamily="2" charset="2"/>
              <a:buNone/>
            </a:pPr>
            <a:r>
              <a:rPr kumimoji="0" lang="en-US" altLang="zh-CN" sz="2800" dirty="0">
                <a:latin typeface="Arial" panose="020B0604020202020204" pitchFamily="34" charset="0"/>
                <a:ea typeface="楷体_GB2312" pitchFamily="49" charset="-122"/>
              </a:rPr>
              <a:t>		l(c)=min{l(c), l(e)+w(</a:t>
            </a:r>
            <a:r>
              <a:rPr kumimoji="0" lang="en-US" altLang="zh-CN" sz="2800" dirty="0" err="1">
                <a:latin typeface="Arial" panose="020B0604020202020204" pitchFamily="34" charset="0"/>
                <a:ea typeface="楷体_GB2312" pitchFamily="49" charset="-122"/>
              </a:rPr>
              <a:t>e,c</a:t>
            </a:r>
            <a:r>
              <a:rPr kumimoji="0" lang="en-US" altLang="zh-CN" sz="2800" dirty="0">
                <a:latin typeface="Arial" panose="020B0604020202020204" pitchFamily="34" charset="0"/>
                <a:ea typeface="楷体_GB2312" pitchFamily="49" charset="-122"/>
              </a:rPr>
              <a:t>)}=min{∞, 2+∞}=∞</a:t>
            </a:r>
          </a:p>
          <a:p>
            <a:pPr>
              <a:lnSpc>
                <a:spcPct val="90000"/>
              </a:lnSpc>
              <a:buFont typeface="Wingdings" pitchFamily="2" charset="2"/>
              <a:buNone/>
            </a:pPr>
            <a:r>
              <a:rPr kumimoji="0" lang="en-US" altLang="zh-CN" sz="2800" dirty="0">
                <a:latin typeface="Arial" panose="020B0604020202020204" pitchFamily="34" charset="0"/>
                <a:ea typeface="楷体_GB2312" pitchFamily="49" charset="-122"/>
              </a:rPr>
              <a:t>		l(d)=min{l(d), l(e)+w(</a:t>
            </a:r>
            <a:r>
              <a:rPr kumimoji="0" lang="en-US" altLang="zh-CN" sz="2800" dirty="0" err="1">
                <a:latin typeface="Arial" panose="020B0604020202020204" pitchFamily="34" charset="0"/>
                <a:ea typeface="楷体_GB2312" pitchFamily="49" charset="-122"/>
              </a:rPr>
              <a:t>e,d</a:t>
            </a:r>
            <a:r>
              <a:rPr kumimoji="0" lang="en-US" altLang="zh-CN" sz="2800" dirty="0">
                <a:latin typeface="Arial" panose="020B0604020202020204" pitchFamily="34" charset="0"/>
                <a:ea typeface="楷体_GB2312" pitchFamily="49" charset="-122"/>
              </a:rPr>
              <a:t>)}=min{4, 2+1}=</a:t>
            </a:r>
            <a:r>
              <a:rPr kumimoji="0" lang="en-US" altLang="zh-CN" sz="2800" dirty="0">
                <a:solidFill>
                  <a:srgbClr val="4E67C8"/>
                </a:solidFill>
                <a:latin typeface="Arial" panose="020B0604020202020204" pitchFamily="34" charset="0"/>
                <a:ea typeface="楷体_GB2312" pitchFamily="49" charset="-122"/>
              </a:rPr>
              <a:t>3</a:t>
            </a:r>
          </a:p>
          <a:p>
            <a:pPr>
              <a:lnSpc>
                <a:spcPct val="90000"/>
              </a:lnSpc>
              <a:buFont typeface="Wingdings" pitchFamily="2" charset="2"/>
              <a:buNone/>
            </a:pPr>
            <a:r>
              <a:rPr kumimoji="0" lang="en-US" altLang="zh-CN" sz="2800" dirty="0">
                <a:latin typeface="Arial" panose="020B0604020202020204" pitchFamily="34" charset="0"/>
                <a:ea typeface="楷体_GB2312" pitchFamily="49" charset="-122"/>
              </a:rPr>
              <a:t>		l(g)=min{l(g), l(e)+w(</a:t>
            </a:r>
            <a:r>
              <a:rPr kumimoji="0" lang="en-US" altLang="zh-CN" sz="2800" dirty="0" err="1">
                <a:latin typeface="Arial" panose="020B0604020202020204" pitchFamily="34" charset="0"/>
                <a:ea typeface="楷体_GB2312" pitchFamily="49" charset="-122"/>
              </a:rPr>
              <a:t>e,g</a:t>
            </a:r>
            <a:r>
              <a:rPr kumimoji="0" lang="en-US" altLang="zh-CN" sz="2800" dirty="0">
                <a:latin typeface="Arial" panose="020B0604020202020204" pitchFamily="34" charset="0"/>
                <a:ea typeface="楷体_GB2312" pitchFamily="49" charset="-122"/>
              </a:rPr>
              <a:t>)}=min{7, 2+5}=7</a:t>
            </a:r>
            <a:endParaRPr kumimoji="0" lang="zh-CN" altLang="en-US" sz="2800" dirty="0">
              <a:latin typeface="Arial" panose="020B0604020202020204" pitchFamily="34" charset="0"/>
              <a:ea typeface="楷体_GB2312" pitchFamily="49"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122883">
                                            <p:txEl>
                                              <p:pRg st="1" end="1"/>
                                            </p:txEl>
                                          </p:spTgt>
                                        </p:tgtEl>
                                        <p:attrNameLst>
                                          <p:attrName>style.visibility</p:attrName>
                                        </p:attrNameLst>
                                      </p:cBhvr>
                                      <p:to>
                                        <p:strVal val="visible"/>
                                      </p:to>
                                    </p:set>
                                    <p:anim calcmode="discrete" valueType="clr">
                                      <p:cBhvr override="childStyle">
                                        <p:cTn id="7" dur="80"/>
                                        <p:tgtEl>
                                          <p:spTgt spid="12288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22883">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122883">
                                            <p:txEl>
                                              <p:pRg st="1" end="1"/>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22883">
                                            <p:txEl>
                                              <p:pRg st="2" end="2"/>
                                            </p:txEl>
                                          </p:spTgt>
                                        </p:tgtEl>
                                        <p:attrNameLst>
                                          <p:attrName>style.visibility</p:attrName>
                                        </p:attrNameLst>
                                      </p:cBhvr>
                                      <p:to>
                                        <p:strVal val="visible"/>
                                      </p:to>
                                    </p:set>
                                    <p:anim calcmode="discrete" valueType="clr">
                                      <p:cBhvr override="childStyle">
                                        <p:cTn id="14" dur="80"/>
                                        <p:tgtEl>
                                          <p:spTgt spid="12288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22883">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122883">
                                            <p:txEl>
                                              <p:pRg st="2" end="2"/>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22883">
                                            <p:txEl>
                                              <p:pRg st="3" end="3"/>
                                            </p:txEl>
                                          </p:spTgt>
                                        </p:tgtEl>
                                        <p:attrNameLst>
                                          <p:attrName>style.visibility</p:attrName>
                                        </p:attrNameLst>
                                      </p:cBhvr>
                                      <p:to>
                                        <p:strVal val="visible"/>
                                      </p:to>
                                    </p:set>
                                    <p:animEffect transition="in" filter="wipe(left)">
                                      <p:cBhvr>
                                        <p:cTn id="21" dur="500"/>
                                        <p:tgtEl>
                                          <p:spTgt spid="122883">
                                            <p:txEl>
                                              <p:pRg st="3" end="3"/>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122883">
                                            <p:txEl>
                                              <p:pRg st="4" end="4"/>
                                            </p:txEl>
                                          </p:spTgt>
                                        </p:tgtEl>
                                        <p:attrNameLst>
                                          <p:attrName>style.visibility</p:attrName>
                                        </p:attrNameLst>
                                      </p:cBhvr>
                                      <p:to>
                                        <p:strVal val="visible"/>
                                      </p:to>
                                    </p:set>
                                    <p:animEffect transition="in" filter="wipe(left)">
                                      <p:cBhvr>
                                        <p:cTn id="24" dur="500"/>
                                        <p:tgtEl>
                                          <p:spTgt spid="122883">
                                            <p:txEl>
                                              <p:pRg st="4" end="4"/>
                                            </p:txEl>
                                          </p:spTgt>
                                        </p:tgtEl>
                                      </p:cBhvr>
                                    </p:animEffect>
                                  </p:childTnLst>
                                </p:cTn>
                              </p:par>
                              <p:par>
                                <p:cTn id="25" presetID="22" presetClass="entr" presetSubtype="8" fill="hold" nodeType="withEffect">
                                  <p:stCondLst>
                                    <p:cond delay="0"/>
                                  </p:stCondLst>
                                  <p:childTnLst>
                                    <p:set>
                                      <p:cBhvr>
                                        <p:cTn id="26" dur="1" fill="hold">
                                          <p:stCondLst>
                                            <p:cond delay="0"/>
                                          </p:stCondLst>
                                        </p:cTn>
                                        <p:tgtEl>
                                          <p:spTgt spid="122883">
                                            <p:txEl>
                                              <p:pRg st="5" end="5"/>
                                            </p:txEl>
                                          </p:spTgt>
                                        </p:tgtEl>
                                        <p:attrNameLst>
                                          <p:attrName>style.visibility</p:attrName>
                                        </p:attrNameLst>
                                      </p:cBhvr>
                                      <p:to>
                                        <p:strVal val="visible"/>
                                      </p:to>
                                    </p:set>
                                    <p:animEffect transition="in" filter="wipe(left)">
                                      <p:cBhvr>
                                        <p:cTn id="27" dur="500"/>
                                        <p:tgtEl>
                                          <p:spTgt spid="122883">
                                            <p:txEl>
                                              <p:pRg st="5" end="5"/>
                                            </p:txEl>
                                          </p:spTgt>
                                        </p:tgtEl>
                                      </p:cBhvr>
                                    </p:animEffect>
                                  </p:childTnLst>
                                </p:cTn>
                              </p:par>
                              <p:par>
                                <p:cTn id="28" presetID="22" presetClass="entr" presetSubtype="8" fill="hold" nodeType="withEffect">
                                  <p:stCondLst>
                                    <p:cond delay="0"/>
                                  </p:stCondLst>
                                  <p:childTnLst>
                                    <p:set>
                                      <p:cBhvr>
                                        <p:cTn id="29" dur="1" fill="hold">
                                          <p:stCondLst>
                                            <p:cond delay="0"/>
                                          </p:stCondLst>
                                        </p:cTn>
                                        <p:tgtEl>
                                          <p:spTgt spid="122883">
                                            <p:txEl>
                                              <p:pRg st="6" end="6"/>
                                            </p:txEl>
                                          </p:spTgt>
                                        </p:tgtEl>
                                        <p:attrNameLst>
                                          <p:attrName>style.visibility</p:attrName>
                                        </p:attrNameLst>
                                      </p:cBhvr>
                                      <p:to>
                                        <p:strVal val="visible"/>
                                      </p:to>
                                    </p:set>
                                    <p:animEffect transition="in" filter="wipe(left)">
                                      <p:cBhvr>
                                        <p:cTn id="30" dur="500"/>
                                        <p:tgtEl>
                                          <p:spTgt spid="122883">
                                            <p:txEl>
                                              <p:pRg st="6" end="6"/>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7" presetClass="entr" presetSubtype="0" fill="hold" nodeType="clickEffect">
                                  <p:stCondLst>
                                    <p:cond delay="0"/>
                                  </p:stCondLst>
                                  <p:iterate type="lt">
                                    <p:tmPct val="50000"/>
                                  </p:iterate>
                                  <p:childTnLst>
                                    <p:set>
                                      <p:cBhvr>
                                        <p:cTn id="34" dur="1" fill="hold">
                                          <p:stCondLst>
                                            <p:cond delay="0"/>
                                          </p:stCondLst>
                                        </p:cTn>
                                        <p:tgtEl>
                                          <p:spTgt spid="122883">
                                            <p:txEl>
                                              <p:pRg st="7" end="7"/>
                                            </p:txEl>
                                          </p:spTgt>
                                        </p:tgtEl>
                                        <p:attrNameLst>
                                          <p:attrName>style.visibility</p:attrName>
                                        </p:attrNameLst>
                                      </p:cBhvr>
                                      <p:to>
                                        <p:strVal val="visible"/>
                                      </p:to>
                                    </p:set>
                                    <p:anim calcmode="discrete" valueType="clr">
                                      <p:cBhvr override="childStyle">
                                        <p:cTn id="35" dur="80"/>
                                        <p:tgtEl>
                                          <p:spTgt spid="122883">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122883">
                                            <p:txEl>
                                              <p:pRg st="7" end="7"/>
                                            </p:txEl>
                                          </p:spTgt>
                                        </p:tgtEl>
                                        <p:attrNameLst>
                                          <p:attrName>fillcolor</p:attrName>
                                        </p:attrNameLst>
                                      </p:cBhvr>
                                      <p:tavLst>
                                        <p:tav tm="0">
                                          <p:val>
                                            <p:clrVal>
                                              <a:schemeClr val="accent2"/>
                                            </p:clrVal>
                                          </p:val>
                                        </p:tav>
                                        <p:tav tm="50000">
                                          <p:val>
                                            <p:clrVal>
                                              <a:schemeClr val="hlink"/>
                                            </p:clrVal>
                                          </p:val>
                                        </p:tav>
                                      </p:tavLst>
                                    </p:anim>
                                    <p:set>
                                      <p:cBhvr>
                                        <p:cTn id="37" dur="80"/>
                                        <p:tgtEl>
                                          <p:spTgt spid="122883">
                                            <p:txEl>
                                              <p:pRg st="7" end="7"/>
                                            </p:txEl>
                                          </p:spTgt>
                                        </p:tgtEl>
                                        <p:attrNameLst>
                                          <p:attrName>fill.type</p:attrName>
                                        </p:attrNameLst>
                                      </p:cBhvr>
                                      <p:to>
                                        <p:strVal val="solid"/>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7" presetClass="entr" presetSubtype="0" fill="hold" nodeType="clickEffect">
                                  <p:stCondLst>
                                    <p:cond delay="0"/>
                                  </p:stCondLst>
                                  <p:iterate type="lt">
                                    <p:tmPct val="50000"/>
                                  </p:iterate>
                                  <p:childTnLst>
                                    <p:set>
                                      <p:cBhvr>
                                        <p:cTn id="41" dur="1" fill="hold">
                                          <p:stCondLst>
                                            <p:cond delay="0"/>
                                          </p:stCondLst>
                                        </p:cTn>
                                        <p:tgtEl>
                                          <p:spTgt spid="122883">
                                            <p:txEl>
                                              <p:pRg st="8" end="8"/>
                                            </p:txEl>
                                          </p:spTgt>
                                        </p:tgtEl>
                                        <p:attrNameLst>
                                          <p:attrName>style.visibility</p:attrName>
                                        </p:attrNameLst>
                                      </p:cBhvr>
                                      <p:to>
                                        <p:strVal val="visible"/>
                                      </p:to>
                                    </p:set>
                                    <p:anim calcmode="discrete" valueType="clr">
                                      <p:cBhvr override="childStyle">
                                        <p:cTn id="42" dur="80"/>
                                        <p:tgtEl>
                                          <p:spTgt spid="122883">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122883">
                                            <p:txEl>
                                              <p:pRg st="8" end="8"/>
                                            </p:txEl>
                                          </p:spTgt>
                                        </p:tgtEl>
                                        <p:attrNameLst>
                                          <p:attrName>fillcolor</p:attrName>
                                        </p:attrNameLst>
                                      </p:cBhvr>
                                      <p:tavLst>
                                        <p:tav tm="0">
                                          <p:val>
                                            <p:clrVal>
                                              <a:schemeClr val="accent2"/>
                                            </p:clrVal>
                                          </p:val>
                                        </p:tav>
                                        <p:tav tm="50000">
                                          <p:val>
                                            <p:clrVal>
                                              <a:schemeClr val="hlink"/>
                                            </p:clrVal>
                                          </p:val>
                                        </p:tav>
                                      </p:tavLst>
                                    </p:anim>
                                    <p:set>
                                      <p:cBhvr>
                                        <p:cTn id="44" dur="80"/>
                                        <p:tgtEl>
                                          <p:spTgt spid="122883">
                                            <p:txEl>
                                              <p:pRg st="8" end="8"/>
                                            </p:txEl>
                                          </p:spTgt>
                                        </p:tgtEl>
                                        <p:attrNameLst>
                                          <p:attrName>fill.type</p:attrName>
                                        </p:attrNameLst>
                                      </p:cBhvr>
                                      <p:to>
                                        <p:strVal val="solid"/>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22883">
                                            <p:txEl>
                                              <p:pRg st="9" end="9"/>
                                            </p:txEl>
                                          </p:spTgt>
                                        </p:tgtEl>
                                        <p:attrNameLst>
                                          <p:attrName>style.visibility</p:attrName>
                                        </p:attrNameLst>
                                      </p:cBhvr>
                                      <p:to>
                                        <p:strVal val="visible"/>
                                      </p:to>
                                    </p:set>
                                    <p:animEffect transition="in" filter="wipe(left)">
                                      <p:cBhvr>
                                        <p:cTn id="49" dur="500"/>
                                        <p:tgtEl>
                                          <p:spTgt spid="122883">
                                            <p:txEl>
                                              <p:pRg st="9" end="9"/>
                                            </p:txEl>
                                          </p:spTgt>
                                        </p:tgtEl>
                                      </p:cBhvr>
                                    </p:animEffect>
                                  </p:childTnLst>
                                </p:cTn>
                              </p:par>
                              <p:par>
                                <p:cTn id="50" presetID="22" presetClass="entr" presetSubtype="8" fill="hold" nodeType="withEffect">
                                  <p:stCondLst>
                                    <p:cond delay="0"/>
                                  </p:stCondLst>
                                  <p:childTnLst>
                                    <p:set>
                                      <p:cBhvr>
                                        <p:cTn id="51" dur="1" fill="hold">
                                          <p:stCondLst>
                                            <p:cond delay="0"/>
                                          </p:stCondLst>
                                        </p:cTn>
                                        <p:tgtEl>
                                          <p:spTgt spid="122883">
                                            <p:txEl>
                                              <p:pRg st="10" end="10"/>
                                            </p:txEl>
                                          </p:spTgt>
                                        </p:tgtEl>
                                        <p:attrNameLst>
                                          <p:attrName>style.visibility</p:attrName>
                                        </p:attrNameLst>
                                      </p:cBhvr>
                                      <p:to>
                                        <p:strVal val="visible"/>
                                      </p:to>
                                    </p:set>
                                    <p:animEffect transition="in" filter="wipe(left)">
                                      <p:cBhvr>
                                        <p:cTn id="52" dur="500"/>
                                        <p:tgtEl>
                                          <p:spTgt spid="122883">
                                            <p:txEl>
                                              <p:pRg st="10" end="10"/>
                                            </p:txEl>
                                          </p:spTgt>
                                        </p:tgtEl>
                                      </p:cBhvr>
                                    </p:animEffect>
                                  </p:childTnLst>
                                </p:cTn>
                              </p:par>
                              <p:par>
                                <p:cTn id="53" presetID="22" presetClass="entr" presetSubtype="8" fill="hold" nodeType="withEffect">
                                  <p:stCondLst>
                                    <p:cond delay="0"/>
                                  </p:stCondLst>
                                  <p:childTnLst>
                                    <p:set>
                                      <p:cBhvr>
                                        <p:cTn id="54" dur="1" fill="hold">
                                          <p:stCondLst>
                                            <p:cond delay="0"/>
                                          </p:stCondLst>
                                        </p:cTn>
                                        <p:tgtEl>
                                          <p:spTgt spid="122883">
                                            <p:txEl>
                                              <p:pRg st="11" end="11"/>
                                            </p:txEl>
                                          </p:spTgt>
                                        </p:tgtEl>
                                        <p:attrNameLst>
                                          <p:attrName>style.visibility</p:attrName>
                                        </p:attrNameLst>
                                      </p:cBhvr>
                                      <p:to>
                                        <p:strVal val="visible"/>
                                      </p:to>
                                    </p:set>
                                    <p:animEffect transition="in" filter="wipe(left)">
                                      <p:cBhvr>
                                        <p:cTn id="55" dur="500"/>
                                        <p:tgtEl>
                                          <p:spTgt spid="12288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Number Placeholder 5">
            <a:extLst>
              <a:ext uri="{FF2B5EF4-FFF2-40B4-BE49-F238E27FC236}">
                <a16:creationId xmlns:a16="http://schemas.microsoft.com/office/drawing/2014/main" id="{ADA3342B-4EC2-2E43-9D34-DC4EDB947FCE}"/>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26780A24-6112-8143-9575-538F2CE209BD}" type="slidenum">
              <a:rPr kumimoji="0" lang="zh-CN" altLang="en-US" sz="1200"/>
              <a:pPr/>
              <a:t>44</a:t>
            </a:fld>
            <a:endParaRPr kumimoji="0" lang="en-US" altLang="zh-CN" sz="1200"/>
          </a:p>
        </p:txBody>
      </p:sp>
      <p:sp>
        <p:nvSpPr>
          <p:cNvPr id="123907" name="Rectangle 3">
            <a:extLst>
              <a:ext uri="{FF2B5EF4-FFF2-40B4-BE49-F238E27FC236}">
                <a16:creationId xmlns:a16="http://schemas.microsoft.com/office/drawing/2014/main" id="{B6133815-AE57-9149-8D75-BC16147F7C6B}"/>
              </a:ext>
            </a:extLst>
          </p:cNvPr>
          <p:cNvSpPr>
            <a:spLocks noGrp="1" noChangeArrowheads="1"/>
          </p:cNvSpPr>
          <p:nvPr>
            <p:ph sz="quarter" idx="13"/>
          </p:nvPr>
        </p:nvSpPr>
        <p:spPr>
          <a:xfrm>
            <a:off x="34925" y="803275"/>
            <a:ext cx="8229600" cy="5368925"/>
          </a:xfrm>
        </p:spPr>
        <p:txBody>
          <a:bodyPr rtlCol="0">
            <a:normAutofit lnSpcReduction="10000"/>
          </a:bodyPr>
          <a:lstStyle/>
          <a:p>
            <a:pPr indent="-182880" fontAlgn="auto">
              <a:buClr>
                <a:schemeClr val="accent6">
                  <a:lumMod val="75000"/>
                </a:schemeClr>
              </a:buClr>
              <a:defRPr/>
            </a:pPr>
            <a:r>
              <a:rPr kumimoji="0" lang="en-US" altLang="zh-CN" sz="2800" dirty="0">
                <a:solidFill>
                  <a:schemeClr val="tx1">
                    <a:lumMod val="75000"/>
                    <a:lumOff val="25000"/>
                  </a:schemeClr>
                </a:solidFill>
                <a:latin typeface="Arial" charset="0"/>
                <a:ea typeface="楷体_GB2312" charset="0"/>
                <a:cs typeface="+mn-cs"/>
              </a:rPr>
              <a:t>4</a:t>
            </a:r>
            <a:r>
              <a:rPr kumimoji="0" lang="zh-CN" altLang="en-US" sz="2800" dirty="0">
                <a:solidFill>
                  <a:schemeClr val="tx1">
                    <a:lumMod val="75000"/>
                    <a:lumOff val="25000"/>
                  </a:schemeClr>
                </a:solidFill>
                <a:latin typeface="Arial" charset="0"/>
                <a:ea typeface="楷体_GB2312" charset="0"/>
                <a:cs typeface="+mn-cs"/>
              </a:rPr>
              <a:t>：	</a:t>
            </a:r>
            <a:r>
              <a:rPr kumimoji="0" lang="en-US" altLang="zh-CN" sz="2800" dirty="0">
                <a:solidFill>
                  <a:schemeClr val="tx1">
                    <a:lumMod val="75000"/>
                    <a:lumOff val="25000"/>
                  </a:schemeClr>
                </a:solidFill>
                <a:latin typeface="Arial" charset="0"/>
                <a:ea typeface="楷体_GB2312" charset="0"/>
                <a:cs typeface="+mn-cs"/>
              </a:rPr>
              <a:t>l(a)=min{l(a), l(d)+w(</a:t>
            </a:r>
            <a:r>
              <a:rPr kumimoji="0" lang="en-US" altLang="zh-CN" sz="2800" dirty="0" err="1">
                <a:solidFill>
                  <a:schemeClr val="tx1">
                    <a:lumMod val="75000"/>
                    <a:lumOff val="25000"/>
                  </a:schemeClr>
                </a:solidFill>
                <a:latin typeface="Arial" charset="0"/>
                <a:ea typeface="楷体_GB2312" charset="0"/>
                <a:cs typeface="+mn-cs"/>
              </a:rPr>
              <a:t>d,a</a:t>
            </a:r>
            <a:r>
              <a:rPr kumimoji="0" lang="en-US" altLang="zh-CN" sz="2800" dirty="0">
                <a:solidFill>
                  <a:schemeClr val="tx1">
                    <a:lumMod val="75000"/>
                    <a:lumOff val="25000"/>
                  </a:schemeClr>
                </a:solidFill>
                <a:latin typeface="Arial" charset="0"/>
                <a:ea typeface="楷体_GB2312" charset="0"/>
                <a:cs typeface="+mn-cs"/>
              </a:rPr>
              <a:t>)}=min{8, 3+∞}=8</a:t>
            </a:r>
          </a:p>
          <a:p>
            <a:pPr indent="-182880" fontAlgn="auto">
              <a:buClr>
                <a:schemeClr val="accent6">
                  <a:lumMod val="75000"/>
                </a:schemeClr>
              </a:buClr>
              <a:buFont typeface="Wingdings" charset="0"/>
              <a:buNone/>
              <a:defRPr/>
            </a:pPr>
            <a:r>
              <a:rPr kumimoji="0" lang="en-US" altLang="zh-CN" sz="2800" dirty="0">
                <a:solidFill>
                  <a:schemeClr val="tx1">
                    <a:lumMod val="75000"/>
                    <a:lumOff val="25000"/>
                  </a:schemeClr>
                </a:solidFill>
                <a:latin typeface="Arial" charset="0"/>
                <a:ea typeface="楷体_GB2312" charset="0"/>
                <a:cs typeface="+mn-cs"/>
              </a:rPr>
              <a:t>		l(b)=min{l(b), l(d)+w(</a:t>
            </a:r>
            <a:r>
              <a:rPr kumimoji="0" lang="en-US" altLang="zh-CN" sz="2800" dirty="0" err="1">
                <a:solidFill>
                  <a:schemeClr val="tx1">
                    <a:lumMod val="75000"/>
                    <a:lumOff val="25000"/>
                  </a:schemeClr>
                </a:solidFill>
                <a:latin typeface="Arial" charset="0"/>
                <a:ea typeface="楷体_GB2312" charset="0"/>
                <a:cs typeface="+mn-cs"/>
              </a:rPr>
              <a:t>d,b</a:t>
            </a:r>
            <a:r>
              <a:rPr kumimoji="0" lang="en-US" altLang="zh-CN" sz="2800" dirty="0">
                <a:solidFill>
                  <a:schemeClr val="tx1">
                    <a:lumMod val="75000"/>
                    <a:lumOff val="25000"/>
                  </a:schemeClr>
                </a:solidFill>
                <a:latin typeface="Arial" charset="0"/>
                <a:ea typeface="楷体_GB2312" charset="0"/>
                <a:cs typeface="+mn-cs"/>
              </a:rPr>
              <a:t>)}=min{4, 3+∞}=</a:t>
            </a:r>
            <a:r>
              <a:rPr kumimoji="0" lang="en-US" altLang="zh-CN" sz="2800" dirty="0">
                <a:solidFill>
                  <a:srgbClr val="4E67C8"/>
                </a:solidFill>
                <a:latin typeface="Arial" charset="0"/>
                <a:ea typeface="楷体_GB2312" charset="0"/>
                <a:cs typeface="+mn-cs"/>
              </a:rPr>
              <a:t>4</a:t>
            </a:r>
          </a:p>
          <a:p>
            <a:pPr indent="-182880" fontAlgn="auto">
              <a:buClr>
                <a:schemeClr val="accent6">
                  <a:lumMod val="75000"/>
                </a:schemeClr>
              </a:buClr>
              <a:buFont typeface="Wingdings" charset="0"/>
              <a:buNone/>
              <a:defRPr/>
            </a:pPr>
            <a:r>
              <a:rPr kumimoji="0" lang="en-US" altLang="zh-CN" sz="2800" dirty="0">
                <a:solidFill>
                  <a:schemeClr val="tx1">
                    <a:lumMod val="75000"/>
                    <a:lumOff val="25000"/>
                  </a:schemeClr>
                </a:solidFill>
                <a:latin typeface="Arial" charset="0"/>
                <a:ea typeface="楷体_GB2312" charset="0"/>
                <a:cs typeface="+mn-cs"/>
              </a:rPr>
              <a:t>		l(c)=min{l(c), l(d)+w(</a:t>
            </a:r>
            <a:r>
              <a:rPr kumimoji="0" lang="en-US" altLang="zh-CN" sz="2800" dirty="0" err="1">
                <a:solidFill>
                  <a:schemeClr val="tx1">
                    <a:lumMod val="75000"/>
                    <a:lumOff val="25000"/>
                  </a:schemeClr>
                </a:solidFill>
                <a:latin typeface="Arial" charset="0"/>
                <a:ea typeface="楷体_GB2312" charset="0"/>
                <a:cs typeface="+mn-cs"/>
              </a:rPr>
              <a:t>d,c</a:t>
            </a:r>
            <a:r>
              <a:rPr kumimoji="0" lang="en-US" altLang="zh-CN" sz="2800" dirty="0">
                <a:solidFill>
                  <a:schemeClr val="tx1">
                    <a:lumMod val="75000"/>
                    <a:lumOff val="25000"/>
                  </a:schemeClr>
                </a:solidFill>
                <a:latin typeface="Arial" charset="0"/>
                <a:ea typeface="楷体_GB2312" charset="0"/>
                <a:cs typeface="+mn-cs"/>
              </a:rPr>
              <a:t>)}=min{∞, 3+6}=9</a:t>
            </a:r>
          </a:p>
          <a:p>
            <a:pPr indent="-182880" fontAlgn="auto">
              <a:buClr>
                <a:schemeClr val="accent6">
                  <a:lumMod val="75000"/>
                </a:schemeClr>
              </a:buClr>
              <a:buFont typeface="Wingdings" charset="0"/>
              <a:buNone/>
              <a:defRPr/>
            </a:pPr>
            <a:r>
              <a:rPr kumimoji="0" lang="en-US" altLang="zh-CN" sz="2800" dirty="0">
                <a:solidFill>
                  <a:schemeClr val="tx1">
                    <a:lumMod val="75000"/>
                    <a:lumOff val="25000"/>
                  </a:schemeClr>
                </a:solidFill>
                <a:latin typeface="Arial" charset="0"/>
                <a:ea typeface="楷体_GB2312" charset="0"/>
                <a:cs typeface="+mn-cs"/>
              </a:rPr>
              <a:t>		l(g)=min{l(g), l(d)+w(</a:t>
            </a:r>
            <a:r>
              <a:rPr kumimoji="0" lang="en-US" altLang="zh-CN" sz="2800" dirty="0" err="1">
                <a:solidFill>
                  <a:schemeClr val="tx1">
                    <a:lumMod val="75000"/>
                    <a:lumOff val="25000"/>
                  </a:schemeClr>
                </a:solidFill>
                <a:latin typeface="Arial" charset="0"/>
                <a:ea typeface="楷体_GB2312" charset="0"/>
                <a:cs typeface="+mn-cs"/>
              </a:rPr>
              <a:t>d,g</a:t>
            </a:r>
            <a:r>
              <a:rPr kumimoji="0" lang="en-US" altLang="zh-CN" sz="2800" dirty="0">
                <a:solidFill>
                  <a:schemeClr val="tx1">
                    <a:lumMod val="75000"/>
                    <a:lumOff val="25000"/>
                  </a:schemeClr>
                </a:solidFill>
                <a:latin typeface="Arial" charset="0"/>
                <a:ea typeface="楷体_GB2312" charset="0"/>
                <a:cs typeface="+mn-cs"/>
              </a:rPr>
              <a:t>)}=min{7, 3+3}=6</a:t>
            </a:r>
          </a:p>
          <a:p>
            <a:pPr indent="-182880" fontAlgn="auto">
              <a:buClr>
                <a:schemeClr val="accent6">
                  <a:lumMod val="75000"/>
                </a:schemeClr>
              </a:buClr>
              <a:defRPr/>
            </a:pPr>
            <a:r>
              <a:rPr kumimoji="0" lang="en-US" altLang="zh-CN" sz="2800" dirty="0">
                <a:solidFill>
                  <a:schemeClr val="tx1">
                    <a:lumMod val="75000"/>
                    <a:lumOff val="25000"/>
                  </a:schemeClr>
                </a:solidFill>
                <a:latin typeface="Arial" charset="0"/>
                <a:ea typeface="楷体_GB2312" charset="0"/>
                <a:cs typeface="+mn-cs"/>
              </a:rPr>
              <a:t>5</a:t>
            </a:r>
            <a:r>
              <a:rPr kumimoji="0" lang="zh-CN" altLang="en-US" sz="2800" dirty="0">
                <a:solidFill>
                  <a:schemeClr val="tx1">
                    <a:lumMod val="75000"/>
                    <a:lumOff val="25000"/>
                  </a:schemeClr>
                </a:solidFill>
                <a:latin typeface="Arial" charset="0"/>
                <a:ea typeface="楷体_GB2312" charset="0"/>
                <a:cs typeface="+mn-cs"/>
              </a:rPr>
              <a:t>：	</a:t>
            </a:r>
            <a:r>
              <a:rPr kumimoji="0" lang="en-US" altLang="zh-CN" sz="2800" dirty="0">
                <a:solidFill>
                  <a:schemeClr val="tx1">
                    <a:lumMod val="75000"/>
                    <a:lumOff val="25000"/>
                  </a:schemeClr>
                </a:solidFill>
                <a:latin typeface="Arial" charset="0"/>
                <a:ea typeface="楷体_GB2312" charset="0"/>
                <a:cs typeface="+mn-cs"/>
              </a:rPr>
              <a:t>l(a)=min{l(a), l(b)+w(</a:t>
            </a:r>
            <a:r>
              <a:rPr kumimoji="0" lang="en-US" altLang="zh-CN" sz="2800" dirty="0" err="1">
                <a:solidFill>
                  <a:schemeClr val="tx1">
                    <a:lumMod val="75000"/>
                    <a:lumOff val="25000"/>
                  </a:schemeClr>
                </a:solidFill>
                <a:latin typeface="Arial" charset="0"/>
                <a:ea typeface="楷体_GB2312" charset="0"/>
                <a:cs typeface="+mn-cs"/>
              </a:rPr>
              <a:t>b,a</a:t>
            </a:r>
            <a:r>
              <a:rPr kumimoji="0" lang="en-US" altLang="zh-CN" sz="2800" dirty="0">
                <a:solidFill>
                  <a:schemeClr val="tx1">
                    <a:lumMod val="75000"/>
                    <a:lumOff val="25000"/>
                  </a:schemeClr>
                </a:solidFill>
                <a:latin typeface="Arial" charset="0"/>
                <a:ea typeface="楷体_GB2312" charset="0"/>
                <a:cs typeface="+mn-cs"/>
              </a:rPr>
              <a:t>)}=min{8, 4+2}=</a:t>
            </a:r>
            <a:r>
              <a:rPr kumimoji="0" lang="en-US" altLang="zh-CN" sz="2800" dirty="0">
                <a:solidFill>
                  <a:schemeClr val="tx2"/>
                </a:solidFill>
                <a:latin typeface="Arial" charset="0"/>
                <a:ea typeface="楷体_GB2312" charset="0"/>
                <a:cs typeface="+mn-cs"/>
              </a:rPr>
              <a:t>6</a:t>
            </a:r>
          </a:p>
          <a:p>
            <a:pPr indent="-182880" fontAlgn="auto">
              <a:buClr>
                <a:schemeClr val="accent6">
                  <a:lumMod val="75000"/>
                </a:schemeClr>
              </a:buClr>
              <a:buFont typeface="Wingdings" charset="0"/>
              <a:buNone/>
              <a:defRPr/>
            </a:pPr>
            <a:r>
              <a:rPr kumimoji="0" lang="en-US" altLang="zh-CN" sz="2800" dirty="0">
                <a:solidFill>
                  <a:schemeClr val="tx1">
                    <a:lumMod val="75000"/>
                    <a:lumOff val="25000"/>
                  </a:schemeClr>
                </a:solidFill>
                <a:latin typeface="Arial" charset="0"/>
                <a:ea typeface="楷体_GB2312" charset="0"/>
                <a:cs typeface="+mn-cs"/>
              </a:rPr>
              <a:t>		l(c)=min{l(c), l(b)+w(</a:t>
            </a:r>
            <a:r>
              <a:rPr kumimoji="0" lang="en-US" altLang="zh-CN" sz="2800" dirty="0" err="1">
                <a:solidFill>
                  <a:schemeClr val="tx1">
                    <a:lumMod val="75000"/>
                    <a:lumOff val="25000"/>
                  </a:schemeClr>
                </a:solidFill>
                <a:latin typeface="Arial" charset="0"/>
                <a:ea typeface="楷体_GB2312" charset="0"/>
                <a:cs typeface="+mn-cs"/>
              </a:rPr>
              <a:t>b,c</a:t>
            </a:r>
            <a:r>
              <a:rPr kumimoji="0" lang="en-US" altLang="zh-CN" sz="2800" dirty="0">
                <a:solidFill>
                  <a:schemeClr val="tx1">
                    <a:lumMod val="75000"/>
                    <a:lumOff val="25000"/>
                  </a:schemeClr>
                </a:solidFill>
                <a:latin typeface="Arial" charset="0"/>
                <a:ea typeface="楷体_GB2312" charset="0"/>
                <a:cs typeface="+mn-cs"/>
              </a:rPr>
              <a:t>)}=min{9, 4+6}=9</a:t>
            </a:r>
          </a:p>
          <a:p>
            <a:pPr indent="-182880" fontAlgn="auto">
              <a:buClr>
                <a:schemeClr val="accent6">
                  <a:lumMod val="75000"/>
                </a:schemeClr>
              </a:buClr>
              <a:buFont typeface="Wingdings" charset="0"/>
              <a:buNone/>
              <a:defRPr/>
            </a:pPr>
            <a:r>
              <a:rPr kumimoji="0" lang="en-US" altLang="zh-CN" sz="2800" dirty="0">
                <a:solidFill>
                  <a:schemeClr val="tx1">
                    <a:lumMod val="75000"/>
                    <a:lumOff val="25000"/>
                  </a:schemeClr>
                </a:solidFill>
                <a:latin typeface="Arial" charset="0"/>
                <a:ea typeface="楷体_GB2312" charset="0"/>
                <a:cs typeface="+mn-cs"/>
              </a:rPr>
              <a:t>		l(g)=min{l(g), l(b)+w(</a:t>
            </a:r>
            <a:r>
              <a:rPr kumimoji="0" lang="en-US" altLang="zh-CN" sz="2800" dirty="0" err="1">
                <a:solidFill>
                  <a:schemeClr val="tx1">
                    <a:lumMod val="75000"/>
                    <a:lumOff val="25000"/>
                  </a:schemeClr>
                </a:solidFill>
                <a:latin typeface="Arial" charset="0"/>
                <a:ea typeface="楷体_GB2312" charset="0"/>
                <a:cs typeface="+mn-cs"/>
              </a:rPr>
              <a:t>b,g</a:t>
            </a:r>
            <a:r>
              <a:rPr kumimoji="0" lang="en-US" altLang="zh-CN" sz="2800" dirty="0">
                <a:solidFill>
                  <a:schemeClr val="tx1">
                    <a:lumMod val="75000"/>
                    <a:lumOff val="25000"/>
                  </a:schemeClr>
                </a:solidFill>
                <a:latin typeface="Arial" charset="0"/>
                <a:ea typeface="楷体_GB2312" charset="0"/>
                <a:cs typeface="+mn-cs"/>
              </a:rPr>
              <a:t>)}=min{6, 4+3}=</a:t>
            </a:r>
            <a:r>
              <a:rPr kumimoji="0" lang="en-US" altLang="zh-CN" sz="2800" dirty="0">
                <a:solidFill>
                  <a:srgbClr val="4E67C8"/>
                </a:solidFill>
                <a:latin typeface="Arial" charset="0"/>
                <a:ea typeface="楷体_GB2312" charset="0"/>
                <a:cs typeface="+mn-cs"/>
              </a:rPr>
              <a:t>6</a:t>
            </a:r>
          </a:p>
          <a:p>
            <a:pPr indent="-182880" fontAlgn="auto">
              <a:buClr>
                <a:schemeClr val="accent6">
                  <a:lumMod val="75000"/>
                </a:schemeClr>
              </a:buClr>
              <a:defRPr/>
            </a:pPr>
            <a:r>
              <a:rPr kumimoji="0" lang="en-US" altLang="zh-CN" sz="2800" dirty="0">
                <a:solidFill>
                  <a:schemeClr val="tx1">
                    <a:lumMod val="75000"/>
                    <a:lumOff val="25000"/>
                  </a:schemeClr>
                </a:solidFill>
                <a:latin typeface="Arial" charset="0"/>
                <a:ea typeface="楷体_GB2312" charset="0"/>
                <a:cs typeface="+mn-cs"/>
              </a:rPr>
              <a:t>6</a:t>
            </a:r>
            <a:r>
              <a:rPr kumimoji="0" lang="zh-CN" altLang="en-US" sz="2800" dirty="0">
                <a:solidFill>
                  <a:schemeClr val="tx1">
                    <a:lumMod val="75000"/>
                    <a:lumOff val="25000"/>
                  </a:schemeClr>
                </a:solidFill>
                <a:latin typeface="Arial" charset="0"/>
                <a:ea typeface="楷体_GB2312" charset="0"/>
                <a:cs typeface="+mn-cs"/>
              </a:rPr>
              <a:t>：</a:t>
            </a:r>
            <a:r>
              <a:rPr kumimoji="0" lang="en-US" altLang="zh-CN" sz="2800" dirty="0">
                <a:solidFill>
                  <a:schemeClr val="tx1">
                    <a:lumMod val="75000"/>
                    <a:lumOff val="25000"/>
                  </a:schemeClr>
                </a:solidFill>
                <a:latin typeface="Arial" charset="0"/>
                <a:ea typeface="楷体_GB2312" charset="0"/>
                <a:cs typeface="+mn-cs"/>
              </a:rPr>
              <a:t>l(a)=min{l(a), l(g)+w(</a:t>
            </a:r>
            <a:r>
              <a:rPr kumimoji="0" lang="en-US" altLang="zh-CN" sz="2800" dirty="0" err="1">
                <a:solidFill>
                  <a:schemeClr val="tx1">
                    <a:lumMod val="75000"/>
                    <a:lumOff val="25000"/>
                  </a:schemeClr>
                </a:solidFill>
                <a:latin typeface="Arial" charset="0"/>
                <a:ea typeface="楷体_GB2312" charset="0"/>
                <a:cs typeface="+mn-cs"/>
              </a:rPr>
              <a:t>g,a</a:t>
            </a:r>
            <a:r>
              <a:rPr kumimoji="0" lang="en-US" altLang="zh-CN" sz="2800" dirty="0">
                <a:solidFill>
                  <a:schemeClr val="tx1">
                    <a:lumMod val="75000"/>
                    <a:lumOff val="25000"/>
                  </a:schemeClr>
                </a:solidFill>
                <a:latin typeface="Arial" charset="0"/>
                <a:ea typeface="楷体_GB2312" charset="0"/>
                <a:cs typeface="+mn-cs"/>
              </a:rPr>
              <a:t>)}=min{6, 6+∞}=</a:t>
            </a:r>
            <a:r>
              <a:rPr kumimoji="0" lang="en-US" altLang="zh-CN" sz="2800" dirty="0">
                <a:solidFill>
                  <a:srgbClr val="4E67C8"/>
                </a:solidFill>
                <a:latin typeface="Arial" charset="0"/>
                <a:ea typeface="楷体_GB2312" charset="0"/>
                <a:cs typeface="+mn-cs"/>
              </a:rPr>
              <a:t>6</a:t>
            </a:r>
          </a:p>
          <a:p>
            <a:pPr indent="-182880" fontAlgn="auto">
              <a:buClr>
                <a:schemeClr val="accent6">
                  <a:lumMod val="75000"/>
                </a:schemeClr>
              </a:buClr>
              <a:buFont typeface="Wingdings" charset="0"/>
              <a:buNone/>
              <a:defRPr/>
            </a:pPr>
            <a:r>
              <a:rPr kumimoji="0" lang="zh-CN" altLang="en-US" sz="2800" dirty="0">
                <a:solidFill>
                  <a:schemeClr val="tx1">
                    <a:lumMod val="75000"/>
                    <a:lumOff val="25000"/>
                  </a:schemeClr>
                </a:solidFill>
                <a:latin typeface="Arial" charset="0"/>
                <a:ea typeface="楷体_GB2312" charset="0"/>
                <a:cs typeface="+mn-cs"/>
              </a:rPr>
              <a:t>	</a:t>
            </a:r>
            <a:r>
              <a:rPr kumimoji="0" lang="en-US" altLang="zh-CN" sz="2800" dirty="0">
                <a:solidFill>
                  <a:schemeClr val="tx1">
                    <a:lumMod val="75000"/>
                    <a:lumOff val="25000"/>
                  </a:schemeClr>
                </a:solidFill>
                <a:latin typeface="Arial" charset="0"/>
                <a:ea typeface="楷体_GB2312" charset="0"/>
                <a:cs typeface="+mn-cs"/>
              </a:rPr>
              <a:t>l(c)=min{l(c), l(g)+w(</a:t>
            </a:r>
            <a:r>
              <a:rPr kumimoji="0" lang="en-US" altLang="zh-CN" sz="2800" dirty="0" err="1">
                <a:solidFill>
                  <a:schemeClr val="tx1">
                    <a:lumMod val="75000"/>
                    <a:lumOff val="25000"/>
                  </a:schemeClr>
                </a:solidFill>
                <a:latin typeface="Arial" charset="0"/>
                <a:ea typeface="楷体_GB2312" charset="0"/>
                <a:cs typeface="+mn-cs"/>
              </a:rPr>
              <a:t>g,c</a:t>
            </a:r>
            <a:r>
              <a:rPr kumimoji="0" lang="en-US" altLang="zh-CN" sz="2800" dirty="0">
                <a:solidFill>
                  <a:schemeClr val="tx1">
                    <a:lumMod val="75000"/>
                    <a:lumOff val="25000"/>
                  </a:schemeClr>
                </a:solidFill>
                <a:latin typeface="Arial" charset="0"/>
                <a:ea typeface="楷体_GB2312" charset="0"/>
                <a:cs typeface="+mn-cs"/>
              </a:rPr>
              <a:t>)}=min{9, 6+4}=9</a:t>
            </a:r>
          </a:p>
          <a:p>
            <a:pPr indent="-182880" fontAlgn="auto">
              <a:buClr>
                <a:schemeClr val="accent6">
                  <a:lumMod val="75000"/>
                </a:schemeClr>
              </a:buClr>
              <a:defRPr/>
            </a:pPr>
            <a:r>
              <a:rPr kumimoji="0" lang="en-US" altLang="zh-CN" sz="2800" dirty="0">
                <a:solidFill>
                  <a:schemeClr val="tx1">
                    <a:lumMod val="75000"/>
                    <a:lumOff val="25000"/>
                  </a:schemeClr>
                </a:solidFill>
                <a:latin typeface="Arial" charset="0"/>
                <a:ea typeface="楷体_GB2312" charset="0"/>
                <a:cs typeface="+mn-cs"/>
              </a:rPr>
              <a:t>7</a:t>
            </a:r>
            <a:r>
              <a:rPr kumimoji="0" lang="zh-CN" altLang="en-US" sz="2800" dirty="0">
                <a:solidFill>
                  <a:schemeClr val="tx1">
                    <a:lumMod val="75000"/>
                    <a:lumOff val="25000"/>
                  </a:schemeClr>
                </a:solidFill>
                <a:latin typeface="Arial" charset="0"/>
                <a:ea typeface="楷体_GB2312" charset="0"/>
                <a:cs typeface="+mn-cs"/>
              </a:rPr>
              <a:t>：	</a:t>
            </a:r>
            <a:r>
              <a:rPr kumimoji="0" lang="en-US" altLang="zh-CN" sz="2800" dirty="0">
                <a:solidFill>
                  <a:schemeClr val="tx1">
                    <a:lumMod val="75000"/>
                    <a:lumOff val="25000"/>
                  </a:schemeClr>
                </a:solidFill>
                <a:latin typeface="Arial" charset="0"/>
                <a:ea typeface="楷体_GB2312" charset="0"/>
                <a:cs typeface="+mn-cs"/>
              </a:rPr>
              <a:t>l(c)=min{l(c), l(a)+w(</a:t>
            </a:r>
            <a:r>
              <a:rPr kumimoji="0" lang="en-US" altLang="zh-CN" sz="2800" dirty="0" err="1">
                <a:solidFill>
                  <a:schemeClr val="tx1">
                    <a:lumMod val="75000"/>
                    <a:lumOff val="25000"/>
                  </a:schemeClr>
                </a:solidFill>
                <a:latin typeface="Arial" charset="0"/>
                <a:ea typeface="楷体_GB2312" charset="0"/>
                <a:cs typeface="+mn-cs"/>
              </a:rPr>
              <a:t>a,c</a:t>
            </a:r>
            <a:r>
              <a:rPr kumimoji="0" lang="en-US" altLang="zh-CN" sz="2800" dirty="0">
                <a:solidFill>
                  <a:schemeClr val="tx1">
                    <a:lumMod val="75000"/>
                    <a:lumOff val="25000"/>
                  </a:schemeClr>
                </a:solidFill>
                <a:latin typeface="Arial" charset="0"/>
                <a:ea typeface="楷体_GB2312" charset="0"/>
                <a:cs typeface="+mn-cs"/>
              </a:rPr>
              <a:t>)}=min{9, 6+4}=</a:t>
            </a:r>
            <a:r>
              <a:rPr kumimoji="0" lang="en-US" altLang="zh-CN" sz="2800" dirty="0">
                <a:solidFill>
                  <a:srgbClr val="4E67C8"/>
                </a:solidFill>
                <a:latin typeface="Arial" charset="0"/>
                <a:ea typeface="楷体_GB2312" charset="0"/>
                <a:cs typeface="+mn-cs"/>
              </a:rPr>
              <a:t>9</a:t>
            </a:r>
            <a:endParaRPr kumimoji="0" lang="zh-CN" altLang="en-US" sz="2800" dirty="0">
              <a:solidFill>
                <a:srgbClr val="4E67C8"/>
              </a:solidFill>
              <a:latin typeface="Arial" charset="0"/>
              <a:ea typeface="楷体_GB2312" charset="0"/>
              <a:cs typeface="+mn-cs"/>
            </a:endParaRPr>
          </a:p>
        </p:txBody>
      </p:sp>
    </p:spTree>
  </p:cSld>
  <p:clrMapOvr>
    <a:masterClrMapping/>
  </p:clrMapOvr>
  <p:transition>
    <p:blinds dir="vert"/>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1" name="Slide Number Placeholder 5">
            <a:extLst>
              <a:ext uri="{FF2B5EF4-FFF2-40B4-BE49-F238E27FC236}">
                <a16:creationId xmlns:a16="http://schemas.microsoft.com/office/drawing/2014/main" id="{4CB0F4F0-0EF9-2A4F-99FA-C7736AD29496}"/>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06B1DF66-5762-7848-9D60-2AC3CC15E546}" type="slidenum">
              <a:rPr kumimoji="0" lang="zh-CN" altLang="en-US" sz="1200"/>
              <a:pPr/>
              <a:t>45</a:t>
            </a:fld>
            <a:endParaRPr kumimoji="0" lang="en-US" altLang="zh-CN" sz="1200"/>
          </a:p>
        </p:txBody>
      </p:sp>
      <p:sp>
        <p:nvSpPr>
          <p:cNvPr id="92162" name="Rectangle 2">
            <a:extLst>
              <a:ext uri="{FF2B5EF4-FFF2-40B4-BE49-F238E27FC236}">
                <a16:creationId xmlns:a16="http://schemas.microsoft.com/office/drawing/2014/main" id="{36AE3F10-BD4C-8D4A-8291-5975E8A25115}"/>
              </a:ext>
            </a:extLst>
          </p:cNvPr>
          <p:cNvSpPr>
            <a:spLocks noGrp="1" noChangeArrowheads="1"/>
          </p:cNvSpPr>
          <p:nvPr>
            <p:ph type="title"/>
          </p:nvPr>
        </p:nvSpPr>
        <p:spPr>
          <a:xfrm>
            <a:off x="228600" y="457200"/>
            <a:ext cx="8153400" cy="762000"/>
          </a:xfrm>
        </p:spPr>
        <p:txBody>
          <a:bodyPr/>
          <a:lstStyle/>
          <a:p>
            <a:pPr marL="320040" indent="-320040" algn="l" fontAlgn="auto">
              <a:spcAft>
                <a:spcPts val="0"/>
              </a:spcAft>
              <a:buClr>
                <a:schemeClr val="accent6">
                  <a:lumMod val="75000"/>
                </a:schemeClr>
              </a:buClr>
              <a:defRPr/>
            </a:pPr>
            <a:r>
              <a:rPr lang="en-US" altLang="zh-CN" dirty="0" err="1">
                <a:latin typeface="Times New Roman" pitchFamily="18" charset="0"/>
                <a:ea typeface="+mj-ea"/>
                <a:cs typeface="+mj-cs"/>
              </a:rPr>
              <a:t>Dijkstra</a:t>
            </a:r>
            <a:r>
              <a:rPr lang="zh-CN" altLang="en-US" dirty="0">
                <a:latin typeface="Times New Roman" pitchFamily="18" charset="0"/>
                <a:ea typeface="+mj-ea"/>
                <a:cs typeface="+mj-cs"/>
              </a:rPr>
              <a:t>算法</a:t>
            </a:r>
          </a:p>
        </p:txBody>
      </p:sp>
      <p:grpSp>
        <p:nvGrpSpPr>
          <p:cNvPr id="76803" name="Group 4">
            <a:extLst>
              <a:ext uri="{FF2B5EF4-FFF2-40B4-BE49-F238E27FC236}">
                <a16:creationId xmlns:a16="http://schemas.microsoft.com/office/drawing/2014/main" id="{28BA7551-3FD9-B240-AF95-70F4C16D2E06}"/>
              </a:ext>
            </a:extLst>
          </p:cNvPr>
          <p:cNvGrpSpPr>
            <a:grpSpLocks/>
          </p:cNvGrpSpPr>
          <p:nvPr/>
        </p:nvGrpSpPr>
        <p:grpSpPr bwMode="auto">
          <a:xfrm>
            <a:off x="990600" y="1828800"/>
            <a:ext cx="7058025" cy="4040188"/>
            <a:chOff x="576" y="1200"/>
            <a:chExt cx="4446" cy="2545"/>
          </a:xfrm>
        </p:grpSpPr>
        <p:sp>
          <p:nvSpPr>
            <p:cNvPr id="92165" name="Text Box 5">
              <a:extLst>
                <a:ext uri="{FF2B5EF4-FFF2-40B4-BE49-F238E27FC236}">
                  <a16:creationId xmlns:a16="http://schemas.microsoft.com/office/drawing/2014/main" id="{EDA32017-A96C-B04B-A77D-3933B4DEBB47}"/>
                </a:ext>
              </a:extLst>
            </p:cNvPr>
            <p:cNvSpPr txBox="1">
              <a:spLocks noChangeArrowheads="1"/>
            </p:cNvSpPr>
            <p:nvPr/>
          </p:nvSpPr>
          <p:spPr bwMode="auto">
            <a:xfrm>
              <a:off x="1728" y="3340"/>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chemeClr val="tx2"/>
                  </a:solidFill>
                  <a:effectLst>
                    <a:outerShdw blurRad="38100" dist="38100" dir="2700000" algn="tl">
                      <a:srgbClr val="C0C0C0"/>
                    </a:outerShdw>
                  </a:effectLst>
                  <a:latin typeface="Times New Roman" panose="02020603050405020304" pitchFamily="18" charset="0"/>
                </a:rPr>
                <a:t>b</a:t>
              </a:r>
              <a:endParaRPr lang="en-US" altLang="zh-CN" sz="3600" b="1" baseline="-25000">
                <a:solidFill>
                  <a:schemeClr val="tx2"/>
                </a:solidFill>
                <a:effectLst>
                  <a:outerShdw blurRad="38100" dist="38100" dir="2700000" algn="tl">
                    <a:srgbClr val="C0C0C0"/>
                  </a:outerShdw>
                </a:effectLst>
                <a:latin typeface="Times New Roman" panose="02020603050405020304" pitchFamily="18" charset="0"/>
              </a:endParaRPr>
            </a:p>
          </p:txBody>
        </p:sp>
        <p:sp>
          <p:nvSpPr>
            <p:cNvPr id="48149" name="Line 6">
              <a:extLst>
                <a:ext uri="{FF2B5EF4-FFF2-40B4-BE49-F238E27FC236}">
                  <a16:creationId xmlns:a16="http://schemas.microsoft.com/office/drawing/2014/main" id="{B1570375-CCA5-F04F-8EDB-A06901DAAD9D}"/>
                </a:ext>
              </a:extLst>
            </p:cNvPr>
            <p:cNvSpPr>
              <a:spLocks noChangeShapeType="1"/>
            </p:cNvSpPr>
            <p:nvPr/>
          </p:nvSpPr>
          <p:spPr bwMode="auto">
            <a:xfrm flipV="1">
              <a:off x="1870" y="2427"/>
              <a:ext cx="1670" cy="90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8150" name="Line 7">
              <a:extLst>
                <a:ext uri="{FF2B5EF4-FFF2-40B4-BE49-F238E27FC236}">
                  <a16:creationId xmlns:a16="http://schemas.microsoft.com/office/drawing/2014/main" id="{D82C2385-AB17-CE4F-B0FE-C3A408C5301A}"/>
                </a:ext>
              </a:extLst>
            </p:cNvPr>
            <p:cNvSpPr>
              <a:spLocks noChangeShapeType="1"/>
            </p:cNvSpPr>
            <p:nvPr/>
          </p:nvSpPr>
          <p:spPr bwMode="auto">
            <a:xfrm flipV="1">
              <a:off x="1870" y="1591"/>
              <a:ext cx="1670" cy="90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8151" name="Line 8">
              <a:extLst>
                <a:ext uri="{FF2B5EF4-FFF2-40B4-BE49-F238E27FC236}">
                  <a16:creationId xmlns:a16="http://schemas.microsoft.com/office/drawing/2014/main" id="{CEA42F8F-82C6-6549-BD0C-DB83D62AE2DF}"/>
                </a:ext>
              </a:extLst>
            </p:cNvPr>
            <p:cNvSpPr>
              <a:spLocks noChangeShapeType="1"/>
            </p:cNvSpPr>
            <p:nvPr/>
          </p:nvSpPr>
          <p:spPr bwMode="auto">
            <a:xfrm flipH="1" flipV="1">
              <a:off x="939" y="2430"/>
              <a:ext cx="2563" cy="90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8152" name="Line 9">
              <a:extLst>
                <a:ext uri="{FF2B5EF4-FFF2-40B4-BE49-F238E27FC236}">
                  <a16:creationId xmlns:a16="http://schemas.microsoft.com/office/drawing/2014/main" id="{EA8D6504-E401-E14A-B37C-DCBB03CFB041}"/>
                </a:ext>
              </a:extLst>
            </p:cNvPr>
            <p:cNvSpPr>
              <a:spLocks noChangeShapeType="1"/>
            </p:cNvSpPr>
            <p:nvPr/>
          </p:nvSpPr>
          <p:spPr bwMode="auto">
            <a:xfrm flipH="1" flipV="1">
              <a:off x="1931" y="1635"/>
              <a:ext cx="2719" cy="79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8153" name="Line 10">
              <a:extLst>
                <a:ext uri="{FF2B5EF4-FFF2-40B4-BE49-F238E27FC236}">
                  <a16:creationId xmlns:a16="http://schemas.microsoft.com/office/drawing/2014/main" id="{BB5FA159-4070-7F42-8C2E-DCA8B8A62AE2}"/>
                </a:ext>
              </a:extLst>
            </p:cNvPr>
            <p:cNvSpPr>
              <a:spLocks noChangeShapeType="1"/>
            </p:cNvSpPr>
            <p:nvPr/>
          </p:nvSpPr>
          <p:spPr bwMode="auto">
            <a:xfrm flipV="1">
              <a:off x="1905" y="1661"/>
              <a:ext cx="0" cy="1671"/>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8154" name="Line 11">
              <a:extLst>
                <a:ext uri="{FF2B5EF4-FFF2-40B4-BE49-F238E27FC236}">
                  <a16:creationId xmlns:a16="http://schemas.microsoft.com/office/drawing/2014/main" id="{F8A8C5DE-A61E-C14C-89AA-3C1D45E2808B}"/>
                </a:ext>
              </a:extLst>
            </p:cNvPr>
            <p:cNvSpPr>
              <a:spLocks noChangeShapeType="1"/>
            </p:cNvSpPr>
            <p:nvPr/>
          </p:nvSpPr>
          <p:spPr bwMode="auto">
            <a:xfrm flipV="1">
              <a:off x="3514" y="1661"/>
              <a:ext cx="0" cy="1671"/>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92172" name="Text Box 12">
              <a:extLst>
                <a:ext uri="{FF2B5EF4-FFF2-40B4-BE49-F238E27FC236}">
                  <a16:creationId xmlns:a16="http://schemas.microsoft.com/office/drawing/2014/main" id="{1DD298F5-EEA9-A64F-B7E4-778A28AED97B}"/>
                </a:ext>
              </a:extLst>
            </p:cNvPr>
            <p:cNvSpPr txBox="1">
              <a:spLocks noChangeArrowheads="1"/>
            </p:cNvSpPr>
            <p:nvPr/>
          </p:nvSpPr>
          <p:spPr bwMode="auto">
            <a:xfrm>
              <a:off x="576" y="2120"/>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chemeClr val="tx2"/>
                  </a:solidFill>
                  <a:effectLst>
                    <a:outerShdw blurRad="38100" dist="38100" dir="2700000" algn="tl">
                      <a:srgbClr val="C0C0C0"/>
                    </a:outerShdw>
                  </a:effectLst>
                  <a:latin typeface="Times New Roman" panose="02020603050405020304" pitchFamily="18" charset="0"/>
                </a:rPr>
                <a:t>a</a:t>
              </a:r>
              <a:endParaRPr lang="en-US" altLang="zh-CN" sz="3600" b="1" baseline="-25000">
                <a:solidFill>
                  <a:schemeClr val="tx2"/>
                </a:solidFill>
                <a:effectLst>
                  <a:outerShdw blurRad="38100" dist="38100" dir="2700000" algn="tl">
                    <a:srgbClr val="C0C0C0"/>
                  </a:outerShdw>
                </a:effectLst>
                <a:latin typeface="Times New Roman" panose="02020603050405020304" pitchFamily="18" charset="0"/>
              </a:endParaRPr>
            </a:p>
          </p:txBody>
        </p:sp>
        <p:sp>
          <p:nvSpPr>
            <p:cNvPr id="92173" name="Text Box 13">
              <a:extLst>
                <a:ext uri="{FF2B5EF4-FFF2-40B4-BE49-F238E27FC236}">
                  <a16:creationId xmlns:a16="http://schemas.microsoft.com/office/drawing/2014/main" id="{CDBD9C3F-BCB5-9348-B652-9CAE6F5CE76D}"/>
                </a:ext>
              </a:extLst>
            </p:cNvPr>
            <p:cNvSpPr txBox="1">
              <a:spLocks noChangeArrowheads="1"/>
            </p:cNvSpPr>
            <p:nvPr/>
          </p:nvSpPr>
          <p:spPr bwMode="auto">
            <a:xfrm>
              <a:off x="3408" y="3341"/>
              <a:ext cx="2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chemeClr val="tx2"/>
                  </a:solidFill>
                  <a:effectLst>
                    <a:outerShdw blurRad="38100" dist="38100" dir="2700000" algn="tl">
                      <a:srgbClr val="C0C0C0"/>
                    </a:outerShdw>
                  </a:effectLst>
                  <a:latin typeface="Times New Roman" panose="02020603050405020304" pitchFamily="18" charset="0"/>
                </a:rPr>
                <a:t>c</a:t>
              </a:r>
              <a:endParaRPr lang="en-US" altLang="zh-CN" sz="3600" b="1" baseline="-25000">
                <a:solidFill>
                  <a:schemeClr val="tx2"/>
                </a:solidFill>
                <a:effectLst>
                  <a:outerShdw blurRad="38100" dist="38100" dir="2700000" algn="tl">
                    <a:srgbClr val="C0C0C0"/>
                  </a:outerShdw>
                </a:effectLst>
                <a:latin typeface="Times New Roman" panose="02020603050405020304" pitchFamily="18" charset="0"/>
              </a:endParaRPr>
            </a:p>
          </p:txBody>
        </p:sp>
        <p:sp>
          <p:nvSpPr>
            <p:cNvPr id="92174" name="Text Box 14">
              <a:extLst>
                <a:ext uri="{FF2B5EF4-FFF2-40B4-BE49-F238E27FC236}">
                  <a16:creationId xmlns:a16="http://schemas.microsoft.com/office/drawing/2014/main" id="{78EFCEDC-3858-4A46-9D5B-37EAA95C3233}"/>
                </a:ext>
              </a:extLst>
            </p:cNvPr>
            <p:cNvSpPr txBox="1">
              <a:spLocks noChangeArrowheads="1"/>
            </p:cNvSpPr>
            <p:nvPr/>
          </p:nvSpPr>
          <p:spPr bwMode="auto">
            <a:xfrm>
              <a:off x="4746" y="2235"/>
              <a:ext cx="2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chemeClr val="tx2"/>
                  </a:solidFill>
                  <a:effectLst>
                    <a:outerShdw blurRad="38100" dist="38100" dir="2700000" algn="tl">
                      <a:srgbClr val="C0C0C0"/>
                    </a:outerShdw>
                  </a:effectLst>
                  <a:latin typeface="Times New Roman" panose="02020603050405020304" pitchFamily="18" charset="0"/>
                </a:rPr>
                <a:t>d</a:t>
              </a:r>
              <a:endParaRPr lang="en-US" altLang="zh-CN" sz="3600" b="1" baseline="-25000">
                <a:solidFill>
                  <a:schemeClr val="tx2"/>
                </a:solidFill>
                <a:effectLst>
                  <a:outerShdw blurRad="38100" dist="38100" dir="2700000" algn="tl">
                    <a:srgbClr val="C0C0C0"/>
                  </a:outerShdw>
                </a:effectLst>
                <a:latin typeface="Times New Roman" panose="02020603050405020304" pitchFamily="18" charset="0"/>
              </a:endParaRPr>
            </a:p>
          </p:txBody>
        </p:sp>
        <p:sp>
          <p:nvSpPr>
            <p:cNvPr id="92175" name="Text Box 15">
              <a:extLst>
                <a:ext uri="{FF2B5EF4-FFF2-40B4-BE49-F238E27FC236}">
                  <a16:creationId xmlns:a16="http://schemas.microsoft.com/office/drawing/2014/main" id="{062A1F5F-D3E4-7F49-BE08-0E93132BFDD9}"/>
                </a:ext>
              </a:extLst>
            </p:cNvPr>
            <p:cNvSpPr txBox="1">
              <a:spLocks noChangeArrowheads="1"/>
            </p:cNvSpPr>
            <p:nvPr/>
          </p:nvSpPr>
          <p:spPr bwMode="auto">
            <a:xfrm>
              <a:off x="1241" y="1833"/>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7</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176" name="Text Box 16">
              <a:extLst>
                <a:ext uri="{FF2B5EF4-FFF2-40B4-BE49-F238E27FC236}">
                  <a16:creationId xmlns:a16="http://schemas.microsoft.com/office/drawing/2014/main" id="{EF4121F9-D5DD-474A-8006-42E49AFB539F}"/>
                </a:ext>
              </a:extLst>
            </p:cNvPr>
            <p:cNvSpPr txBox="1">
              <a:spLocks noChangeArrowheads="1"/>
            </p:cNvSpPr>
            <p:nvPr/>
          </p:nvSpPr>
          <p:spPr bwMode="auto">
            <a:xfrm>
              <a:off x="2700" y="32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6</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177" name="Text Box 17">
              <a:extLst>
                <a:ext uri="{FF2B5EF4-FFF2-40B4-BE49-F238E27FC236}">
                  <a16:creationId xmlns:a16="http://schemas.microsoft.com/office/drawing/2014/main" id="{4E2F8718-9089-704E-935C-2AE188265500}"/>
                </a:ext>
              </a:extLst>
            </p:cNvPr>
            <p:cNvSpPr txBox="1">
              <a:spLocks noChangeArrowheads="1"/>
            </p:cNvSpPr>
            <p:nvPr/>
          </p:nvSpPr>
          <p:spPr bwMode="auto">
            <a:xfrm>
              <a:off x="1164" y="2776"/>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2</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48161" name="Line 18">
              <a:extLst>
                <a:ext uri="{FF2B5EF4-FFF2-40B4-BE49-F238E27FC236}">
                  <a16:creationId xmlns:a16="http://schemas.microsoft.com/office/drawing/2014/main" id="{1F688842-E8C9-174C-AEB7-E4CBB6703FD0}"/>
                </a:ext>
              </a:extLst>
            </p:cNvPr>
            <p:cNvSpPr>
              <a:spLocks noChangeShapeType="1"/>
            </p:cNvSpPr>
            <p:nvPr/>
          </p:nvSpPr>
          <p:spPr bwMode="auto">
            <a:xfrm>
              <a:off x="939" y="2468"/>
              <a:ext cx="966" cy="90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8162" name="Line 19">
              <a:extLst>
                <a:ext uri="{FF2B5EF4-FFF2-40B4-BE49-F238E27FC236}">
                  <a16:creationId xmlns:a16="http://schemas.microsoft.com/office/drawing/2014/main" id="{F85F6EC7-B31F-8B47-AE6B-EB3860EEE4A3}"/>
                </a:ext>
              </a:extLst>
            </p:cNvPr>
            <p:cNvSpPr>
              <a:spLocks noChangeShapeType="1"/>
            </p:cNvSpPr>
            <p:nvPr/>
          </p:nvSpPr>
          <p:spPr bwMode="auto">
            <a:xfrm>
              <a:off x="1905" y="3332"/>
              <a:ext cx="163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8163" name="Line 20">
              <a:extLst>
                <a:ext uri="{FF2B5EF4-FFF2-40B4-BE49-F238E27FC236}">
                  <a16:creationId xmlns:a16="http://schemas.microsoft.com/office/drawing/2014/main" id="{441396A7-06E8-F14E-BEA9-95C7336EDC48}"/>
                </a:ext>
              </a:extLst>
            </p:cNvPr>
            <p:cNvSpPr>
              <a:spLocks noChangeShapeType="1"/>
            </p:cNvSpPr>
            <p:nvPr/>
          </p:nvSpPr>
          <p:spPr bwMode="auto">
            <a:xfrm flipV="1">
              <a:off x="3537" y="2453"/>
              <a:ext cx="1148" cy="90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8164" name="Line 21">
              <a:extLst>
                <a:ext uri="{FF2B5EF4-FFF2-40B4-BE49-F238E27FC236}">
                  <a16:creationId xmlns:a16="http://schemas.microsoft.com/office/drawing/2014/main" id="{586C0DE2-22D6-DF44-8BD2-AD4FC85F37B0}"/>
                </a:ext>
              </a:extLst>
            </p:cNvPr>
            <p:cNvSpPr>
              <a:spLocks noChangeShapeType="1"/>
            </p:cNvSpPr>
            <p:nvPr/>
          </p:nvSpPr>
          <p:spPr bwMode="auto">
            <a:xfrm>
              <a:off x="939" y="2468"/>
              <a:ext cx="3746"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8165" name="Line 22">
              <a:extLst>
                <a:ext uri="{FF2B5EF4-FFF2-40B4-BE49-F238E27FC236}">
                  <a16:creationId xmlns:a16="http://schemas.microsoft.com/office/drawing/2014/main" id="{D27D51AE-DD96-4E4F-9268-4F0BF4A0F5C1}"/>
                </a:ext>
              </a:extLst>
            </p:cNvPr>
            <p:cNvSpPr>
              <a:spLocks noChangeShapeType="1"/>
            </p:cNvSpPr>
            <p:nvPr/>
          </p:nvSpPr>
          <p:spPr bwMode="auto">
            <a:xfrm flipV="1">
              <a:off x="939" y="1632"/>
              <a:ext cx="966" cy="83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8166" name="Line 23">
              <a:extLst>
                <a:ext uri="{FF2B5EF4-FFF2-40B4-BE49-F238E27FC236}">
                  <a16:creationId xmlns:a16="http://schemas.microsoft.com/office/drawing/2014/main" id="{8FDF78F6-3BA5-F84A-8639-513F253F6504}"/>
                </a:ext>
              </a:extLst>
            </p:cNvPr>
            <p:cNvSpPr>
              <a:spLocks noChangeShapeType="1"/>
            </p:cNvSpPr>
            <p:nvPr/>
          </p:nvSpPr>
          <p:spPr bwMode="auto">
            <a:xfrm>
              <a:off x="1905" y="1632"/>
              <a:ext cx="163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8167" name="Line 24">
              <a:extLst>
                <a:ext uri="{FF2B5EF4-FFF2-40B4-BE49-F238E27FC236}">
                  <a16:creationId xmlns:a16="http://schemas.microsoft.com/office/drawing/2014/main" id="{C5960666-8E0A-8C4E-830C-7AD5A72B11A0}"/>
                </a:ext>
              </a:extLst>
            </p:cNvPr>
            <p:cNvSpPr>
              <a:spLocks noChangeShapeType="1"/>
            </p:cNvSpPr>
            <p:nvPr/>
          </p:nvSpPr>
          <p:spPr bwMode="auto">
            <a:xfrm>
              <a:off x="3537" y="1632"/>
              <a:ext cx="1148" cy="83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48168" name="Oval 25">
              <a:extLst>
                <a:ext uri="{FF2B5EF4-FFF2-40B4-BE49-F238E27FC236}">
                  <a16:creationId xmlns:a16="http://schemas.microsoft.com/office/drawing/2014/main" id="{3A562920-0647-B640-8428-704506DA9007}"/>
                </a:ext>
              </a:extLst>
            </p:cNvPr>
            <p:cNvSpPr>
              <a:spLocks noChangeArrowheads="1"/>
            </p:cNvSpPr>
            <p:nvPr/>
          </p:nvSpPr>
          <p:spPr bwMode="auto">
            <a:xfrm>
              <a:off x="1845" y="1562"/>
              <a:ext cx="121" cy="1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8169" name="Oval 26">
              <a:extLst>
                <a:ext uri="{FF2B5EF4-FFF2-40B4-BE49-F238E27FC236}">
                  <a16:creationId xmlns:a16="http://schemas.microsoft.com/office/drawing/2014/main" id="{8FF3CF42-6550-5945-8CA6-8D1D2B4EBF6C}"/>
                </a:ext>
              </a:extLst>
            </p:cNvPr>
            <p:cNvSpPr>
              <a:spLocks noChangeArrowheads="1"/>
            </p:cNvSpPr>
            <p:nvPr/>
          </p:nvSpPr>
          <p:spPr bwMode="auto">
            <a:xfrm>
              <a:off x="1845" y="3263"/>
              <a:ext cx="121" cy="139"/>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8170" name="Oval 27">
              <a:extLst>
                <a:ext uri="{FF2B5EF4-FFF2-40B4-BE49-F238E27FC236}">
                  <a16:creationId xmlns:a16="http://schemas.microsoft.com/office/drawing/2014/main" id="{D7F14B24-4CBE-FA46-B71D-F3062C1E2DE6}"/>
                </a:ext>
              </a:extLst>
            </p:cNvPr>
            <p:cNvSpPr>
              <a:spLocks noChangeArrowheads="1"/>
            </p:cNvSpPr>
            <p:nvPr/>
          </p:nvSpPr>
          <p:spPr bwMode="auto">
            <a:xfrm>
              <a:off x="3472" y="1562"/>
              <a:ext cx="120" cy="1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8171" name="Oval 28">
              <a:extLst>
                <a:ext uri="{FF2B5EF4-FFF2-40B4-BE49-F238E27FC236}">
                  <a16:creationId xmlns:a16="http://schemas.microsoft.com/office/drawing/2014/main" id="{6B8C097D-CEC7-FA48-A83C-6E83694ED476}"/>
                </a:ext>
              </a:extLst>
            </p:cNvPr>
            <p:cNvSpPr>
              <a:spLocks noChangeArrowheads="1"/>
            </p:cNvSpPr>
            <p:nvPr/>
          </p:nvSpPr>
          <p:spPr bwMode="auto">
            <a:xfrm>
              <a:off x="3472" y="3274"/>
              <a:ext cx="120" cy="1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8172" name="Oval 29">
              <a:extLst>
                <a:ext uri="{FF2B5EF4-FFF2-40B4-BE49-F238E27FC236}">
                  <a16:creationId xmlns:a16="http://schemas.microsoft.com/office/drawing/2014/main" id="{198C7F9E-2C67-9142-8263-2D92B8106700}"/>
                </a:ext>
              </a:extLst>
            </p:cNvPr>
            <p:cNvSpPr>
              <a:spLocks noChangeArrowheads="1"/>
            </p:cNvSpPr>
            <p:nvPr/>
          </p:nvSpPr>
          <p:spPr bwMode="auto">
            <a:xfrm>
              <a:off x="878" y="2386"/>
              <a:ext cx="121" cy="1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8173" name="Oval 30">
              <a:extLst>
                <a:ext uri="{FF2B5EF4-FFF2-40B4-BE49-F238E27FC236}">
                  <a16:creationId xmlns:a16="http://schemas.microsoft.com/office/drawing/2014/main" id="{B1D37A96-C55F-C843-8A2D-18C293797BAC}"/>
                </a:ext>
              </a:extLst>
            </p:cNvPr>
            <p:cNvSpPr>
              <a:spLocks noChangeArrowheads="1"/>
            </p:cNvSpPr>
            <p:nvPr/>
          </p:nvSpPr>
          <p:spPr bwMode="auto">
            <a:xfrm>
              <a:off x="4625" y="2398"/>
              <a:ext cx="121" cy="139"/>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92191" name="Text Box 31">
              <a:extLst>
                <a:ext uri="{FF2B5EF4-FFF2-40B4-BE49-F238E27FC236}">
                  <a16:creationId xmlns:a16="http://schemas.microsoft.com/office/drawing/2014/main" id="{2115A6EA-2CA6-7443-AC2E-9167EFFB3AFB}"/>
                </a:ext>
              </a:extLst>
            </p:cNvPr>
            <p:cNvSpPr txBox="1">
              <a:spLocks noChangeArrowheads="1"/>
            </p:cNvSpPr>
            <p:nvPr/>
          </p:nvSpPr>
          <p:spPr bwMode="auto">
            <a:xfrm>
              <a:off x="1824" y="1200"/>
              <a:ext cx="21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chemeClr val="tx2"/>
                  </a:solidFill>
                  <a:effectLst>
                    <a:outerShdw blurRad="38100" dist="38100" dir="2700000" algn="tl">
                      <a:srgbClr val="C0C0C0"/>
                    </a:outerShdw>
                  </a:effectLst>
                  <a:latin typeface="Times New Roman" panose="02020603050405020304" pitchFamily="18" charset="0"/>
                </a:rPr>
                <a:t>f</a:t>
              </a:r>
              <a:endParaRPr lang="en-US" altLang="zh-CN" sz="3600" b="1" baseline="-25000">
                <a:solidFill>
                  <a:schemeClr val="tx2"/>
                </a:solidFill>
                <a:effectLst>
                  <a:outerShdw blurRad="38100" dist="38100" dir="2700000" algn="tl">
                    <a:srgbClr val="C0C0C0"/>
                  </a:outerShdw>
                </a:effectLst>
                <a:latin typeface="Times New Roman" panose="02020603050405020304" pitchFamily="18" charset="0"/>
              </a:endParaRPr>
            </a:p>
          </p:txBody>
        </p:sp>
        <p:sp>
          <p:nvSpPr>
            <p:cNvPr id="92192" name="Text Box 32">
              <a:extLst>
                <a:ext uri="{FF2B5EF4-FFF2-40B4-BE49-F238E27FC236}">
                  <a16:creationId xmlns:a16="http://schemas.microsoft.com/office/drawing/2014/main" id="{4646F649-952F-EB40-9F4F-129EC755D842}"/>
                </a:ext>
              </a:extLst>
            </p:cNvPr>
            <p:cNvSpPr txBox="1">
              <a:spLocks noChangeArrowheads="1"/>
            </p:cNvSpPr>
            <p:nvPr/>
          </p:nvSpPr>
          <p:spPr bwMode="auto">
            <a:xfrm>
              <a:off x="3477" y="1200"/>
              <a:ext cx="2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chemeClr val="tx2"/>
                  </a:solidFill>
                  <a:effectLst>
                    <a:outerShdw blurRad="38100" dist="38100" dir="2700000" algn="tl">
                      <a:srgbClr val="C0C0C0"/>
                    </a:outerShdw>
                  </a:effectLst>
                  <a:latin typeface="Times New Roman" panose="02020603050405020304" pitchFamily="18" charset="0"/>
                </a:rPr>
                <a:t>e</a:t>
              </a:r>
              <a:endParaRPr lang="en-US" altLang="zh-CN" sz="3600" b="1" baseline="-25000">
                <a:solidFill>
                  <a:schemeClr val="tx2"/>
                </a:solidFill>
                <a:effectLst>
                  <a:outerShdw blurRad="38100" dist="38100" dir="2700000" algn="tl">
                    <a:srgbClr val="C0C0C0"/>
                  </a:outerShdw>
                </a:effectLst>
                <a:latin typeface="Times New Roman" panose="02020603050405020304" pitchFamily="18" charset="0"/>
              </a:endParaRPr>
            </a:p>
          </p:txBody>
        </p:sp>
        <p:sp>
          <p:nvSpPr>
            <p:cNvPr id="48176" name="Oval 33">
              <a:extLst>
                <a:ext uri="{FF2B5EF4-FFF2-40B4-BE49-F238E27FC236}">
                  <a16:creationId xmlns:a16="http://schemas.microsoft.com/office/drawing/2014/main" id="{5FB799F3-CD73-FB4B-B2A6-BEECF4F457C0}"/>
                </a:ext>
              </a:extLst>
            </p:cNvPr>
            <p:cNvSpPr>
              <a:spLocks noChangeArrowheads="1"/>
            </p:cNvSpPr>
            <p:nvPr/>
          </p:nvSpPr>
          <p:spPr bwMode="auto">
            <a:xfrm>
              <a:off x="3451" y="2398"/>
              <a:ext cx="121" cy="139"/>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48177" name="Oval 34">
              <a:extLst>
                <a:ext uri="{FF2B5EF4-FFF2-40B4-BE49-F238E27FC236}">
                  <a16:creationId xmlns:a16="http://schemas.microsoft.com/office/drawing/2014/main" id="{C5C4750B-AE46-5D42-B683-59B0398F2733}"/>
                </a:ext>
              </a:extLst>
            </p:cNvPr>
            <p:cNvSpPr>
              <a:spLocks noChangeArrowheads="1"/>
            </p:cNvSpPr>
            <p:nvPr/>
          </p:nvSpPr>
          <p:spPr bwMode="auto">
            <a:xfrm>
              <a:off x="1845" y="2398"/>
              <a:ext cx="121" cy="139"/>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zh-CN" altLang="en-US">
                <a:latin typeface="Arial" charset="0"/>
                <a:ea typeface="宋体" charset="0"/>
                <a:cs typeface="宋体" charset="0"/>
              </a:endParaRPr>
            </a:p>
          </p:txBody>
        </p:sp>
        <p:sp>
          <p:nvSpPr>
            <p:cNvPr id="92195" name="Text Box 35">
              <a:extLst>
                <a:ext uri="{FF2B5EF4-FFF2-40B4-BE49-F238E27FC236}">
                  <a16:creationId xmlns:a16="http://schemas.microsoft.com/office/drawing/2014/main" id="{D860015F-E5DB-D84D-8A33-549257FE6940}"/>
                </a:ext>
              </a:extLst>
            </p:cNvPr>
            <p:cNvSpPr txBox="1">
              <a:spLocks noChangeArrowheads="1"/>
            </p:cNvSpPr>
            <p:nvPr/>
          </p:nvSpPr>
          <p:spPr bwMode="auto">
            <a:xfrm>
              <a:off x="1414" y="2177"/>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8</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196" name="Text Box 36">
              <a:extLst>
                <a:ext uri="{FF2B5EF4-FFF2-40B4-BE49-F238E27FC236}">
                  <a16:creationId xmlns:a16="http://schemas.microsoft.com/office/drawing/2014/main" id="{82935705-22DD-4E4C-97E1-5B5EE5FBED96}"/>
                </a:ext>
              </a:extLst>
            </p:cNvPr>
            <p:cNvSpPr txBox="1">
              <a:spLocks noChangeArrowheads="1"/>
            </p:cNvSpPr>
            <p:nvPr/>
          </p:nvSpPr>
          <p:spPr bwMode="auto">
            <a:xfrm>
              <a:off x="1740" y="192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1</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197" name="Text Box 37">
              <a:extLst>
                <a:ext uri="{FF2B5EF4-FFF2-40B4-BE49-F238E27FC236}">
                  <a16:creationId xmlns:a16="http://schemas.microsoft.com/office/drawing/2014/main" id="{169F3E46-BDF0-1B43-A446-EAE6D62B308F}"/>
                </a:ext>
              </a:extLst>
            </p:cNvPr>
            <p:cNvSpPr txBox="1">
              <a:spLocks noChangeArrowheads="1"/>
            </p:cNvSpPr>
            <p:nvPr/>
          </p:nvSpPr>
          <p:spPr bwMode="auto">
            <a:xfrm>
              <a:off x="1692" y="284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4</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198" name="Text Box 38">
              <a:extLst>
                <a:ext uri="{FF2B5EF4-FFF2-40B4-BE49-F238E27FC236}">
                  <a16:creationId xmlns:a16="http://schemas.microsoft.com/office/drawing/2014/main" id="{CEAD6048-8D42-684D-81F3-13CF12AC62EA}"/>
                </a:ext>
              </a:extLst>
            </p:cNvPr>
            <p:cNvSpPr txBox="1">
              <a:spLocks noChangeArrowheads="1"/>
            </p:cNvSpPr>
            <p:nvPr/>
          </p:nvSpPr>
          <p:spPr bwMode="auto">
            <a:xfrm>
              <a:off x="2220" y="264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4</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199" name="Text Box 39">
              <a:extLst>
                <a:ext uri="{FF2B5EF4-FFF2-40B4-BE49-F238E27FC236}">
                  <a16:creationId xmlns:a16="http://schemas.microsoft.com/office/drawing/2014/main" id="{B58A3D1B-F623-2042-BB39-184EBB221344}"/>
                </a:ext>
              </a:extLst>
            </p:cNvPr>
            <p:cNvSpPr txBox="1">
              <a:spLocks noChangeArrowheads="1"/>
            </p:cNvSpPr>
            <p:nvPr/>
          </p:nvSpPr>
          <p:spPr bwMode="auto">
            <a:xfrm>
              <a:off x="2832" y="2688"/>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3</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200" name="Text Box 40">
              <a:extLst>
                <a:ext uri="{FF2B5EF4-FFF2-40B4-BE49-F238E27FC236}">
                  <a16:creationId xmlns:a16="http://schemas.microsoft.com/office/drawing/2014/main" id="{DF27C466-6D7D-7446-B0D8-800938F06327}"/>
                </a:ext>
              </a:extLst>
            </p:cNvPr>
            <p:cNvSpPr txBox="1">
              <a:spLocks noChangeArrowheads="1"/>
            </p:cNvSpPr>
            <p:nvPr/>
          </p:nvSpPr>
          <p:spPr bwMode="auto">
            <a:xfrm>
              <a:off x="3506" y="2736"/>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4</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201" name="Text Box 41">
              <a:extLst>
                <a:ext uri="{FF2B5EF4-FFF2-40B4-BE49-F238E27FC236}">
                  <a16:creationId xmlns:a16="http://schemas.microsoft.com/office/drawing/2014/main" id="{9C7167D7-AEED-FF49-A995-22C44E685280}"/>
                </a:ext>
              </a:extLst>
            </p:cNvPr>
            <p:cNvSpPr txBox="1">
              <a:spLocks noChangeArrowheads="1"/>
            </p:cNvSpPr>
            <p:nvPr/>
          </p:nvSpPr>
          <p:spPr bwMode="auto">
            <a:xfrm>
              <a:off x="2688" y="2188"/>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7</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202" name="Text Box 42">
              <a:extLst>
                <a:ext uri="{FF2B5EF4-FFF2-40B4-BE49-F238E27FC236}">
                  <a16:creationId xmlns:a16="http://schemas.microsoft.com/office/drawing/2014/main" id="{A5A97421-80F8-2641-80FF-A7D096C599B1}"/>
                </a:ext>
              </a:extLst>
            </p:cNvPr>
            <p:cNvSpPr txBox="1">
              <a:spLocks noChangeArrowheads="1"/>
            </p:cNvSpPr>
            <p:nvPr/>
          </p:nvSpPr>
          <p:spPr bwMode="auto">
            <a:xfrm>
              <a:off x="2256" y="192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2</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203" name="Text Box 43">
              <a:extLst>
                <a:ext uri="{FF2B5EF4-FFF2-40B4-BE49-F238E27FC236}">
                  <a16:creationId xmlns:a16="http://schemas.microsoft.com/office/drawing/2014/main" id="{60FE2B91-D1BC-D349-82BC-017AFEB1F2D1}"/>
                </a:ext>
              </a:extLst>
            </p:cNvPr>
            <p:cNvSpPr txBox="1">
              <a:spLocks noChangeArrowheads="1"/>
            </p:cNvSpPr>
            <p:nvPr/>
          </p:nvSpPr>
          <p:spPr bwMode="auto">
            <a:xfrm>
              <a:off x="3072" y="192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3</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204" name="Text Box 44">
              <a:extLst>
                <a:ext uri="{FF2B5EF4-FFF2-40B4-BE49-F238E27FC236}">
                  <a16:creationId xmlns:a16="http://schemas.microsoft.com/office/drawing/2014/main" id="{266FC0AC-6121-E847-9328-FD93528C9704}"/>
                </a:ext>
              </a:extLst>
            </p:cNvPr>
            <p:cNvSpPr txBox="1">
              <a:spLocks noChangeArrowheads="1"/>
            </p:cNvSpPr>
            <p:nvPr/>
          </p:nvSpPr>
          <p:spPr bwMode="auto">
            <a:xfrm>
              <a:off x="3504" y="182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5</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205" name="Text Box 45">
              <a:extLst>
                <a:ext uri="{FF2B5EF4-FFF2-40B4-BE49-F238E27FC236}">
                  <a16:creationId xmlns:a16="http://schemas.microsoft.com/office/drawing/2014/main" id="{67B539F4-1688-184C-9280-81B9027D8168}"/>
                </a:ext>
              </a:extLst>
            </p:cNvPr>
            <p:cNvSpPr txBox="1">
              <a:spLocks noChangeArrowheads="1"/>
            </p:cNvSpPr>
            <p:nvPr/>
          </p:nvSpPr>
          <p:spPr bwMode="auto">
            <a:xfrm>
              <a:off x="4044" y="2832"/>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6</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206" name="Text Box 46">
              <a:extLst>
                <a:ext uri="{FF2B5EF4-FFF2-40B4-BE49-F238E27FC236}">
                  <a16:creationId xmlns:a16="http://schemas.microsoft.com/office/drawing/2014/main" id="{37E2D92F-C245-5341-B42D-D80802E39DD3}"/>
                </a:ext>
              </a:extLst>
            </p:cNvPr>
            <p:cNvSpPr txBox="1">
              <a:spLocks noChangeArrowheads="1"/>
            </p:cNvSpPr>
            <p:nvPr/>
          </p:nvSpPr>
          <p:spPr bwMode="auto">
            <a:xfrm>
              <a:off x="3948" y="240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3</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207" name="Text Box 47">
              <a:extLst>
                <a:ext uri="{FF2B5EF4-FFF2-40B4-BE49-F238E27FC236}">
                  <a16:creationId xmlns:a16="http://schemas.microsoft.com/office/drawing/2014/main" id="{3950BEC9-525A-4C46-9807-3B1F136084F4}"/>
                </a:ext>
              </a:extLst>
            </p:cNvPr>
            <p:cNvSpPr txBox="1">
              <a:spLocks noChangeArrowheads="1"/>
            </p:cNvSpPr>
            <p:nvPr/>
          </p:nvSpPr>
          <p:spPr bwMode="auto">
            <a:xfrm>
              <a:off x="2640" y="134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2</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208" name="Text Box 48">
              <a:extLst>
                <a:ext uri="{FF2B5EF4-FFF2-40B4-BE49-F238E27FC236}">
                  <a16:creationId xmlns:a16="http://schemas.microsoft.com/office/drawing/2014/main" id="{CE31CE34-265F-944B-9787-99718341D91E}"/>
                </a:ext>
              </a:extLst>
            </p:cNvPr>
            <p:cNvSpPr txBox="1">
              <a:spLocks noChangeArrowheads="1"/>
            </p:cNvSpPr>
            <p:nvPr/>
          </p:nvSpPr>
          <p:spPr bwMode="auto">
            <a:xfrm>
              <a:off x="4032" y="1776"/>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2800" b="1">
                  <a:effectLst>
                    <a:outerShdw blurRad="38100" dist="38100" dir="2700000" algn="tl">
                      <a:srgbClr val="C0C0C0"/>
                    </a:outerShdw>
                  </a:effectLst>
                  <a:latin typeface="Times New Roman" panose="02020603050405020304" pitchFamily="18" charset="0"/>
                </a:rPr>
                <a:t>1</a:t>
              </a:r>
              <a:endParaRPr lang="en-US" altLang="zh-CN" sz="2800" b="1" baseline="-25000">
                <a:effectLst>
                  <a:outerShdw blurRad="38100" dist="38100" dir="2700000" algn="tl">
                    <a:srgbClr val="C0C0C0"/>
                  </a:outerShdw>
                </a:effectLst>
                <a:latin typeface="Times New Roman" panose="02020603050405020304" pitchFamily="18" charset="0"/>
              </a:endParaRPr>
            </a:p>
          </p:txBody>
        </p:sp>
        <p:sp>
          <p:nvSpPr>
            <p:cNvPr id="92209" name="Text Box 49">
              <a:extLst>
                <a:ext uri="{FF2B5EF4-FFF2-40B4-BE49-F238E27FC236}">
                  <a16:creationId xmlns:a16="http://schemas.microsoft.com/office/drawing/2014/main" id="{8CC26F33-3BC5-B243-ACA7-0CF9D4D92A6B}"/>
                </a:ext>
              </a:extLst>
            </p:cNvPr>
            <p:cNvSpPr txBox="1">
              <a:spLocks noChangeArrowheads="1"/>
            </p:cNvSpPr>
            <p:nvPr/>
          </p:nvSpPr>
          <p:spPr bwMode="auto">
            <a:xfrm>
              <a:off x="1900" y="2380"/>
              <a:ext cx="3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chemeClr val="tx2"/>
                  </a:solidFill>
                  <a:effectLst>
                    <a:outerShdw blurRad="38100" dist="38100" dir="2700000" algn="tl">
                      <a:srgbClr val="C0C0C0"/>
                    </a:outerShdw>
                  </a:effectLst>
                  <a:latin typeface="Times New Roman" panose="02020603050405020304" pitchFamily="18" charset="0"/>
                </a:rPr>
                <a:t>u</a:t>
              </a:r>
              <a:r>
                <a:rPr lang="en-US" altLang="zh-CN" sz="3600" b="1" baseline="-25000">
                  <a:solidFill>
                    <a:schemeClr val="tx2"/>
                  </a:solidFill>
                  <a:effectLst>
                    <a:outerShdw blurRad="38100" dist="38100" dir="2700000" algn="tl">
                      <a:srgbClr val="C0C0C0"/>
                    </a:outerShdw>
                  </a:effectLst>
                  <a:latin typeface="Times New Roman" panose="02020603050405020304" pitchFamily="18" charset="0"/>
                </a:rPr>
                <a:t>0</a:t>
              </a:r>
            </a:p>
          </p:txBody>
        </p:sp>
        <p:sp>
          <p:nvSpPr>
            <p:cNvPr id="92210" name="Text Box 50">
              <a:extLst>
                <a:ext uri="{FF2B5EF4-FFF2-40B4-BE49-F238E27FC236}">
                  <a16:creationId xmlns:a16="http://schemas.microsoft.com/office/drawing/2014/main" id="{4D9D5B0A-95C6-CD42-9B65-65B9EE4A0A80}"/>
                </a:ext>
              </a:extLst>
            </p:cNvPr>
            <p:cNvSpPr txBox="1">
              <a:spLocks noChangeArrowheads="1"/>
            </p:cNvSpPr>
            <p:nvPr/>
          </p:nvSpPr>
          <p:spPr bwMode="auto">
            <a:xfrm>
              <a:off x="3504" y="2331"/>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en-US" altLang="zh-CN" sz="3600" b="1">
                  <a:solidFill>
                    <a:schemeClr val="tx2"/>
                  </a:solidFill>
                  <a:effectLst>
                    <a:outerShdw blurRad="38100" dist="38100" dir="2700000" algn="tl">
                      <a:srgbClr val="C0C0C0"/>
                    </a:outerShdw>
                  </a:effectLst>
                  <a:latin typeface="Times New Roman" panose="02020603050405020304" pitchFamily="18" charset="0"/>
                </a:rPr>
                <a:t>g</a:t>
              </a:r>
              <a:endParaRPr lang="en-US" altLang="zh-CN" sz="3600" b="1" baseline="-25000">
                <a:solidFill>
                  <a:schemeClr val="tx2"/>
                </a:solidFill>
                <a:effectLst>
                  <a:outerShdw blurRad="38100" dist="38100" dir="2700000" algn="tl">
                    <a:srgbClr val="C0C0C0"/>
                  </a:outerShdw>
                </a:effectLst>
                <a:latin typeface="Times New Roman" panose="02020603050405020304" pitchFamily="18" charset="0"/>
              </a:endParaRPr>
            </a:p>
          </p:txBody>
        </p:sp>
      </p:grpSp>
      <p:sp>
        <p:nvSpPr>
          <p:cNvPr id="92211" name="Line 51">
            <a:extLst>
              <a:ext uri="{FF2B5EF4-FFF2-40B4-BE49-F238E27FC236}">
                <a16:creationId xmlns:a16="http://schemas.microsoft.com/office/drawing/2014/main" id="{34B4506F-9EC3-A04E-8209-AE7E29B85C07}"/>
              </a:ext>
            </a:extLst>
          </p:cNvPr>
          <p:cNvSpPr>
            <a:spLocks noChangeShapeType="1"/>
          </p:cNvSpPr>
          <p:nvPr/>
        </p:nvSpPr>
        <p:spPr bwMode="auto">
          <a:xfrm>
            <a:off x="3086100" y="2590800"/>
            <a:ext cx="0" cy="1187450"/>
          </a:xfrm>
          <a:prstGeom prst="line">
            <a:avLst/>
          </a:prstGeom>
          <a:noFill/>
          <a:ln w="762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92212" name="Line 52">
            <a:extLst>
              <a:ext uri="{FF2B5EF4-FFF2-40B4-BE49-F238E27FC236}">
                <a16:creationId xmlns:a16="http://schemas.microsoft.com/office/drawing/2014/main" id="{C2747812-3FE3-A246-ACA8-B3FB19BDF0D1}"/>
              </a:ext>
            </a:extLst>
          </p:cNvPr>
          <p:cNvSpPr>
            <a:spLocks noChangeShapeType="1"/>
          </p:cNvSpPr>
          <p:nvPr/>
        </p:nvSpPr>
        <p:spPr bwMode="auto">
          <a:xfrm flipH="1">
            <a:off x="3200400" y="2514600"/>
            <a:ext cx="2362200" cy="1295400"/>
          </a:xfrm>
          <a:prstGeom prst="line">
            <a:avLst/>
          </a:prstGeom>
          <a:noFill/>
          <a:ln w="762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92213" name="Line 53">
            <a:extLst>
              <a:ext uri="{FF2B5EF4-FFF2-40B4-BE49-F238E27FC236}">
                <a16:creationId xmlns:a16="http://schemas.microsoft.com/office/drawing/2014/main" id="{E2EB4F34-BEA5-644B-ABCD-EE9F20259FBE}"/>
              </a:ext>
            </a:extLst>
          </p:cNvPr>
          <p:cNvSpPr>
            <a:spLocks noChangeShapeType="1"/>
          </p:cNvSpPr>
          <p:nvPr/>
        </p:nvSpPr>
        <p:spPr bwMode="auto">
          <a:xfrm>
            <a:off x="5753100" y="2590800"/>
            <a:ext cx="1714500" cy="1219200"/>
          </a:xfrm>
          <a:prstGeom prst="line">
            <a:avLst/>
          </a:prstGeom>
          <a:noFill/>
          <a:ln w="762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92214" name="Line 54">
            <a:extLst>
              <a:ext uri="{FF2B5EF4-FFF2-40B4-BE49-F238E27FC236}">
                <a16:creationId xmlns:a16="http://schemas.microsoft.com/office/drawing/2014/main" id="{8ACD4789-D053-E340-9C08-E157B8EF1733}"/>
              </a:ext>
            </a:extLst>
          </p:cNvPr>
          <p:cNvSpPr>
            <a:spLocks noChangeShapeType="1"/>
          </p:cNvSpPr>
          <p:nvPr/>
        </p:nvSpPr>
        <p:spPr bwMode="auto">
          <a:xfrm>
            <a:off x="3086100" y="3962400"/>
            <a:ext cx="0" cy="1143000"/>
          </a:xfrm>
          <a:prstGeom prst="line">
            <a:avLst/>
          </a:prstGeom>
          <a:noFill/>
          <a:ln w="762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92215" name="Line 55">
            <a:extLst>
              <a:ext uri="{FF2B5EF4-FFF2-40B4-BE49-F238E27FC236}">
                <a16:creationId xmlns:a16="http://schemas.microsoft.com/office/drawing/2014/main" id="{DEB1E24B-957A-2F46-8A7F-CA73D9B67A51}"/>
              </a:ext>
            </a:extLst>
          </p:cNvPr>
          <p:cNvSpPr>
            <a:spLocks noChangeShapeType="1"/>
          </p:cNvSpPr>
          <p:nvPr/>
        </p:nvSpPr>
        <p:spPr bwMode="auto">
          <a:xfrm>
            <a:off x="1600200" y="3886200"/>
            <a:ext cx="1371600" cy="1295400"/>
          </a:xfrm>
          <a:prstGeom prst="line">
            <a:avLst/>
          </a:prstGeom>
          <a:noFill/>
          <a:ln w="762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92216" name="Freeform 56">
            <a:extLst>
              <a:ext uri="{FF2B5EF4-FFF2-40B4-BE49-F238E27FC236}">
                <a16:creationId xmlns:a16="http://schemas.microsoft.com/office/drawing/2014/main" id="{07D67288-BA7E-E649-9810-4845E87E94A6}"/>
              </a:ext>
            </a:extLst>
          </p:cNvPr>
          <p:cNvSpPr>
            <a:spLocks/>
          </p:cNvSpPr>
          <p:nvPr/>
        </p:nvSpPr>
        <p:spPr bwMode="auto">
          <a:xfrm>
            <a:off x="5765800" y="3836988"/>
            <a:ext cx="1612900" cy="1587"/>
          </a:xfrm>
          <a:custGeom>
            <a:avLst/>
            <a:gdLst>
              <a:gd name="T0" fmla="*/ 2147483647 w 1016"/>
              <a:gd name="T1" fmla="*/ 2147483647 h 1"/>
              <a:gd name="T2" fmla="*/ 0 w 1016"/>
              <a:gd name="T3" fmla="*/ 0 h 1"/>
              <a:gd name="T4" fmla="*/ 0 60000 65536"/>
              <a:gd name="T5" fmla="*/ 0 60000 65536"/>
            </a:gdLst>
            <a:ahLst/>
            <a:cxnLst>
              <a:cxn ang="T4">
                <a:pos x="T0" y="T1"/>
              </a:cxn>
              <a:cxn ang="T5">
                <a:pos x="T2" y="T3"/>
              </a:cxn>
            </a:cxnLst>
            <a:rect l="0" t="0" r="r" b="b"/>
            <a:pathLst>
              <a:path w="1016" h="1">
                <a:moveTo>
                  <a:pt x="1016" y="1"/>
                </a:moveTo>
                <a:lnTo>
                  <a:pt x="0" y="0"/>
                </a:lnTo>
              </a:path>
            </a:pathLst>
          </a:custGeom>
          <a:noFill/>
          <a:ln w="76200" cmpd="sng">
            <a:solidFill>
              <a:schemeClr val="folHlink"/>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2217" name="Line 57">
            <a:extLst>
              <a:ext uri="{FF2B5EF4-FFF2-40B4-BE49-F238E27FC236}">
                <a16:creationId xmlns:a16="http://schemas.microsoft.com/office/drawing/2014/main" id="{EC84315B-D7DE-394A-A69A-95C65C7945F9}"/>
              </a:ext>
            </a:extLst>
          </p:cNvPr>
          <p:cNvSpPr>
            <a:spLocks noChangeShapeType="1"/>
          </p:cNvSpPr>
          <p:nvPr/>
        </p:nvSpPr>
        <p:spPr bwMode="auto">
          <a:xfrm flipV="1">
            <a:off x="5778500" y="3886200"/>
            <a:ext cx="1600200" cy="1295400"/>
          </a:xfrm>
          <a:prstGeom prst="line">
            <a:avLst/>
          </a:prstGeom>
          <a:noFill/>
          <a:ln w="762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Arial" charset="0"/>
              <a:ea typeface="宋体" charset="0"/>
              <a:cs typeface="宋体" charset="0"/>
            </a:endParaRPr>
          </a:p>
        </p:txBody>
      </p:sp>
      <p:sp>
        <p:nvSpPr>
          <p:cNvPr id="92218" name="Oval 58">
            <a:extLst>
              <a:ext uri="{FF2B5EF4-FFF2-40B4-BE49-F238E27FC236}">
                <a16:creationId xmlns:a16="http://schemas.microsoft.com/office/drawing/2014/main" id="{4FA60CCD-5CF5-C54A-BF6A-A054AD7C55FA}"/>
              </a:ext>
            </a:extLst>
          </p:cNvPr>
          <p:cNvSpPr>
            <a:spLocks noChangeArrowheads="1"/>
          </p:cNvSpPr>
          <p:nvPr/>
        </p:nvSpPr>
        <p:spPr bwMode="auto">
          <a:xfrm>
            <a:off x="2971800" y="3733800"/>
            <a:ext cx="228600" cy="228600"/>
          </a:xfrm>
          <a:prstGeom prst="ellipse">
            <a:avLst/>
          </a:prstGeom>
          <a:solidFill>
            <a:srgbClr val="0D79CA"/>
          </a:solidFill>
          <a:ln w="9525">
            <a:solidFill>
              <a:srgbClr val="DFEF49"/>
            </a:solidFill>
            <a:round/>
            <a:headEnd/>
            <a:tailEnd/>
          </a:ln>
        </p:spPr>
        <p:txBody>
          <a:bodyPr wrap="none"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92219" name="Oval 59">
            <a:extLst>
              <a:ext uri="{FF2B5EF4-FFF2-40B4-BE49-F238E27FC236}">
                <a16:creationId xmlns:a16="http://schemas.microsoft.com/office/drawing/2014/main" id="{5DF57FD3-A015-AA48-976B-3066D61872C1}"/>
              </a:ext>
            </a:extLst>
          </p:cNvPr>
          <p:cNvSpPr>
            <a:spLocks noChangeArrowheads="1"/>
          </p:cNvSpPr>
          <p:nvPr/>
        </p:nvSpPr>
        <p:spPr bwMode="auto">
          <a:xfrm>
            <a:off x="2971800" y="2400300"/>
            <a:ext cx="228600" cy="228600"/>
          </a:xfrm>
          <a:prstGeom prst="ellipse">
            <a:avLst/>
          </a:prstGeom>
          <a:solidFill>
            <a:schemeClr val="bg2">
              <a:lumMod val="50000"/>
            </a:schemeClr>
          </a:solidFill>
          <a:ln w="9525">
            <a:solidFill>
              <a:srgbClr val="DFEF49"/>
            </a:solidFill>
            <a:round/>
            <a:headEnd/>
            <a:tailEnd/>
          </a:ln>
          <a:effectLst/>
        </p:spPr>
        <p:txBody>
          <a:bodyPr wrap="none" anchor="ctr"/>
          <a:lstStyle/>
          <a:p>
            <a:pPr>
              <a:defRPr/>
            </a:pPr>
            <a:endParaRPr lang="zh-CN" altLang="en-US">
              <a:latin typeface="Arial" charset="0"/>
              <a:ea typeface="宋体" charset="0"/>
              <a:cs typeface="宋体" charset="0"/>
            </a:endParaRPr>
          </a:p>
        </p:txBody>
      </p:sp>
      <p:sp>
        <p:nvSpPr>
          <p:cNvPr id="92220" name="Oval 60">
            <a:extLst>
              <a:ext uri="{FF2B5EF4-FFF2-40B4-BE49-F238E27FC236}">
                <a16:creationId xmlns:a16="http://schemas.microsoft.com/office/drawing/2014/main" id="{AC964092-3F97-C840-94AD-5C979705CF34}"/>
              </a:ext>
            </a:extLst>
          </p:cNvPr>
          <p:cNvSpPr>
            <a:spLocks noChangeArrowheads="1"/>
          </p:cNvSpPr>
          <p:nvPr/>
        </p:nvSpPr>
        <p:spPr bwMode="auto">
          <a:xfrm>
            <a:off x="1447800" y="3708400"/>
            <a:ext cx="228600" cy="228600"/>
          </a:xfrm>
          <a:prstGeom prst="ellipse">
            <a:avLst/>
          </a:prstGeom>
          <a:solidFill>
            <a:srgbClr val="0D79CA"/>
          </a:solidFill>
          <a:ln w="9525">
            <a:solidFill>
              <a:srgbClr val="DFEF49"/>
            </a:solidFill>
            <a:round/>
            <a:headEnd/>
            <a:tailEnd/>
          </a:ln>
        </p:spPr>
        <p:txBody>
          <a:bodyPr wrap="none"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92221" name="Oval 61">
            <a:extLst>
              <a:ext uri="{FF2B5EF4-FFF2-40B4-BE49-F238E27FC236}">
                <a16:creationId xmlns:a16="http://schemas.microsoft.com/office/drawing/2014/main" id="{197AD723-4996-0D49-BFAA-811582489BCA}"/>
              </a:ext>
            </a:extLst>
          </p:cNvPr>
          <p:cNvSpPr>
            <a:spLocks noChangeArrowheads="1"/>
          </p:cNvSpPr>
          <p:nvPr/>
        </p:nvSpPr>
        <p:spPr bwMode="auto">
          <a:xfrm>
            <a:off x="2971800" y="5105400"/>
            <a:ext cx="228600" cy="228600"/>
          </a:xfrm>
          <a:prstGeom prst="ellipse">
            <a:avLst/>
          </a:prstGeom>
          <a:solidFill>
            <a:srgbClr val="0D79CA"/>
          </a:solidFill>
          <a:ln w="9525">
            <a:solidFill>
              <a:srgbClr val="DFEF49"/>
            </a:solidFill>
            <a:round/>
            <a:headEnd/>
            <a:tailEnd/>
          </a:ln>
        </p:spPr>
        <p:txBody>
          <a:bodyPr wrap="none"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92222" name="Oval 62">
            <a:extLst>
              <a:ext uri="{FF2B5EF4-FFF2-40B4-BE49-F238E27FC236}">
                <a16:creationId xmlns:a16="http://schemas.microsoft.com/office/drawing/2014/main" id="{04253D59-58A0-F846-94C0-E23798AD62C2}"/>
              </a:ext>
            </a:extLst>
          </p:cNvPr>
          <p:cNvSpPr>
            <a:spLocks noChangeArrowheads="1"/>
          </p:cNvSpPr>
          <p:nvPr/>
        </p:nvSpPr>
        <p:spPr bwMode="auto">
          <a:xfrm>
            <a:off x="5549900" y="2400300"/>
            <a:ext cx="228600" cy="228600"/>
          </a:xfrm>
          <a:prstGeom prst="ellipse">
            <a:avLst/>
          </a:prstGeom>
          <a:solidFill>
            <a:srgbClr val="0D79CA"/>
          </a:solidFill>
          <a:ln w="9525">
            <a:solidFill>
              <a:srgbClr val="DFEF49"/>
            </a:solidFill>
            <a:round/>
            <a:headEnd/>
            <a:tailEnd/>
          </a:ln>
        </p:spPr>
        <p:txBody>
          <a:bodyPr wrap="none"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92223" name="Oval 63">
            <a:extLst>
              <a:ext uri="{FF2B5EF4-FFF2-40B4-BE49-F238E27FC236}">
                <a16:creationId xmlns:a16="http://schemas.microsoft.com/office/drawing/2014/main" id="{F99D128A-69DE-A943-8526-5D1E6744C74A}"/>
              </a:ext>
            </a:extLst>
          </p:cNvPr>
          <p:cNvSpPr>
            <a:spLocks noChangeArrowheads="1"/>
          </p:cNvSpPr>
          <p:nvPr/>
        </p:nvSpPr>
        <p:spPr bwMode="auto">
          <a:xfrm>
            <a:off x="5524500" y="3721100"/>
            <a:ext cx="228600" cy="228600"/>
          </a:xfrm>
          <a:prstGeom prst="ellipse">
            <a:avLst/>
          </a:prstGeom>
          <a:solidFill>
            <a:srgbClr val="0D79CA"/>
          </a:solidFill>
          <a:ln w="9525">
            <a:solidFill>
              <a:srgbClr val="DFEF49"/>
            </a:solidFill>
            <a:round/>
            <a:headEnd/>
            <a:tailEnd/>
          </a:ln>
        </p:spPr>
        <p:txBody>
          <a:bodyPr wrap="none"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92224" name="Oval 64">
            <a:extLst>
              <a:ext uri="{FF2B5EF4-FFF2-40B4-BE49-F238E27FC236}">
                <a16:creationId xmlns:a16="http://schemas.microsoft.com/office/drawing/2014/main" id="{8CBD4199-D9B9-A549-9945-476A7ED89449}"/>
              </a:ext>
            </a:extLst>
          </p:cNvPr>
          <p:cNvSpPr>
            <a:spLocks noChangeArrowheads="1"/>
          </p:cNvSpPr>
          <p:nvPr/>
        </p:nvSpPr>
        <p:spPr bwMode="auto">
          <a:xfrm>
            <a:off x="7378700" y="3733800"/>
            <a:ext cx="228600" cy="228600"/>
          </a:xfrm>
          <a:prstGeom prst="ellipse">
            <a:avLst/>
          </a:prstGeom>
          <a:solidFill>
            <a:srgbClr val="0D79CA"/>
          </a:solidFill>
          <a:ln w="9525">
            <a:solidFill>
              <a:srgbClr val="DFEF49"/>
            </a:solidFill>
            <a:round/>
            <a:headEnd/>
            <a:tailEnd/>
          </a:ln>
        </p:spPr>
        <p:txBody>
          <a:bodyPr wrap="none"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
        <p:nvSpPr>
          <p:cNvPr id="92225" name="Oval 65">
            <a:extLst>
              <a:ext uri="{FF2B5EF4-FFF2-40B4-BE49-F238E27FC236}">
                <a16:creationId xmlns:a16="http://schemas.microsoft.com/office/drawing/2014/main" id="{D5C8ECF9-81CD-D747-9E30-ECC66568EA7A}"/>
              </a:ext>
            </a:extLst>
          </p:cNvPr>
          <p:cNvSpPr>
            <a:spLocks noChangeArrowheads="1"/>
          </p:cNvSpPr>
          <p:nvPr/>
        </p:nvSpPr>
        <p:spPr bwMode="auto">
          <a:xfrm>
            <a:off x="5549900" y="5118100"/>
            <a:ext cx="228600" cy="228600"/>
          </a:xfrm>
          <a:prstGeom prst="ellipse">
            <a:avLst/>
          </a:prstGeom>
          <a:solidFill>
            <a:srgbClr val="0D79CA"/>
          </a:solidFill>
          <a:ln w="9525">
            <a:solidFill>
              <a:srgbClr val="DFEF49"/>
            </a:solidFill>
            <a:round/>
            <a:headEnd/>
            <a:tailEnd/>
          </a:ln>
        </p:spPr>
        <p:txBody>
          <a:bodyPr wrap="none"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endParaRPr kumimoji="0" lang="zh-CN" altLang="en-US" sz="1800"/>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9" presetClass="entr" presetSubtype="10" fill="hold" grpId="0" nodeType="clickEffect">
                                  <p:stCondLst>
                                    <p:cond delay="0"/>
                                  </p:stCondLst>
                                  <p:childTnLst>
                                    <p:set>
                                      <p:cBhvr>
                                        <p:cTn id="6" dur="1" fill="hold">
                                          <p:stCondLst>
                                            <p:cond delay="0"/>
                                          </p:stCondLst>
                                        </p:cTn>
                                        <p:tgtEl>
                                          <p:spTgt spid="92218"/>
                                        </p:tgtEl>
                                        <p:attrNameLst>
                                          <p:attrName>style.visibility</p:attrName>
                                        </p:attrNameLst>
                                      </p:cBhvr>
                                      <p:to>
                                        <p:strVal val="visible"/>
                                      </p:to>
                                    </p:set>
                                    <p:anim calcmode="lin" valueType="num">
                                      <p:cBhvr>
                                        <p:cTn id="7" dur="5000" fill="hold"/>
                                        <p:tgtEl>
                                          <p:spTgt spid="92218"/>
                                        </p:tgtEl>
                                        <p:attrNameLst>
                                          <p:attrName>ppt_w</p:attrName>
                                        </p:attrNameLst>
                                      </p:cBhvr>
                                      <p:tavLst>
                                        <p:tav tm="0" fmla="#ppt_w*sin(2.5*pi*$)">
                                          <p:val>
                                            <p:fltVal val="0"/>
                                          </p:val>
                                        </p:tav>
                                        <p:tav tm="100000">
                                          <p:val>
                                            <p:fltVal val="1"/>
                                          </p:val>
                                        </p:tav>
                                      </p:tavLst>
                                    </p:anim>
                                    <p:anim calcmode="lin" valueType="num">
                                      <p:cBhvr>
                                        <p:cTn id="8" dur="5000" fill="hold"/>
                                        <p:tgtEl>
                                          <p:spTgt spid="9221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9" presetClass="entr" presetSubtype="10" fill="hold" grpId="0" nodeType="clickEffect">
                                  <p:stCondLst>
                                    <p:cond delay="0"/>
                                  </p:stCondLst>
                                  <p:childTnLst>
                                    <p:set>
                                      <p:cBhvr>
                                        <p:cTn id="12" dur="1" fill="hold">
                                          <p:stCondLst>
                                            <p:cond delay="0"/>
                                          </p:stCondLst>
                                        </p:cTn>
                                        <p:tgtEl>
                                          <p:spTgt spid="92219"/>
                                        </p:tgtEl>
                                        <p:attrNameLst>
                                          <p:attrName>style.visibility</p:attrName>
                                        </p:attrNameLst>
                                      </p:cBhvr>
                                      <p:to>
                                        <p:strVal val="visible"/>
                                      </p:to>
                                    </p:set>
                                    <p:anim calcmode="lin" valueType="num">
                                      <p:cBhvr>
                                        <p:cTn id="13" dur="5000" fill="hold"/>
                                        <p:tgtEl>
                                          <p:spTgt spid="92219"/>
                                        </p:tgtEl>
                                        <p:attrNameLst>
                                          <p:attrName>ppt_w</p:attrName>
                                        </p:attrNameLst>
                                      </p:cBhvr>
                                      <p:tavLst>
                                        <p:tav tm="0" fmla="#ppt_w*sin(2.5*pi*$)">
                                          <p:val>
                                            <p:fltVal val="0"/>
                                          </p:val>
                                        </p:tav>
                                        <p:tav tm="100000">
                                          <p:val>
                                            <p:fltVal val="1"/>
                                          </p:val>
                                        </p:tav>
                                      </p:tavLst>
                                    </p:anim>
                                    <p:anim calcmode="lin" valueType="num">
                                      <p:cBhvr>
                                        <p:cTn id="14" dur="5000" fill="hold"/>
                                        <p:tgtEl>
                                          <p:spTgt spid="92219"/>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4" fill="hold" nodeType="clickEffect">
                                  <p:stCondLst>
                                    <p:cond delay="0"/>
                                  </p:stCondLst>
                                  <p:childTnLst>
                                    <p:set>
                                      <p:cBhvr>
                                        <p:cTn id="18" dur="1" fill="hold">
                                          <p:stCondLst>
                                            <p:cond delay="0"/>
                                          </p:stCondLst>
                                        </p:cTn>
                                        <p:tgtEl>
                                          <p:spTgt spid="92211"/>
                                        </p:tgtEl>
                                        <p:attrNameLst>
                                          <p:attrName>style.visibility</p:attrName>
                                        </p:attrNameLst>
                                      </p:cBhvr>
                                      <p:to>
                                        <p:strVal val="visible"/>
                                      </p:to>
                                    </p:set>
                                    <p:animEffect transition="in" filter="wipe(down)">
                                      <p:cBhvr>
                                        <p:cTn id="19" dur="500"/>
                                        <p:tgtEl>
                                          <p:spTgt spid="9221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9" presetClass="entr" presetSubtype="10" fill="hold" grpId="0" nodeType="clickEffect">
                                  <p:stCondLst>
                                    <p:cond delay="0"/>
                                  </p:stCondLst>
                                  <p:childTnLst>
                                    <p:set>
                                      <p:cBhvr>
                                        <p:cTn id="23" dur="1" fill="hold">
                                          <p:stCondLst>
                                            <p:cond delay="0"/>
                                          </p:stCondLst>
                                        </p:cTn>
                                        <p:tgtEl>
                                          <p:spTgt spid="92222"/>
                                        </p:tgtEl>
                                        <p:attrNameLst>
                                          <p:attrName>style.visibility</p:attrName>
                                        </p:attrNameLst>
                                      </p:cBhvr>
                                      <p:to>
                                        <p:strVal val="visible"/>
                                      </p:to>
                                    </p:set>
                                    <p:anim calcmode="lin" valueType="num">
                                      <p:cBhvr>
                                        <p:cTn id="24" dur="5000" fill="hold"/>
                                        <p:tgtEl>
                                          <p:spTgt spid="92222"/>
                                        </p:tgtEl>
                                        <p:attrNameLst>
                                          <p:attrName>ppt_w</p:attrName>
                                        </p:attrNameLst>
                                      </p:cBhvr>
                                      <p:tavLst>
                                        <p:tav tm="0" fmla="#ppt_w*sin(2.5*pi*$)">
                                          <p:val>
                                            <p:fltVal val="0"/>
                                          </p:val>
                                        </p:tav>
                                        <p:tav tm="100000">
                                          <p:val>
                                            <p:fltVal val="1"/>
                                          </p:val>
                                        </p:tav>
                                      </p:tavLst>
                                    </p:anim>
                                    <p:anim calcmode="lin" valueType="num">
                                      <p:cBhvr>
                                        <p:cTn id="25" dur="5000" fill="hold"/>
                                        <p:tgtEl>
                                          <p:spTgt spid="92222"/>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92212"/>
                                        </p:tgtEl>
                                        <p:attrNameLst>
                                          <p:attrName>style.visibility</p:attrName>
                                        </p:attrNameLst>
                                      </p:cBhvr>
                                      <p:to>
                                        <p:strVal val="visible"/>
                                      </p:to>
                                    </p:set>
                                    <p:animEffect transition="in" filter="wipe(down)">
                                      <p:cBhvr>
                                        <p:cTn id="30" dur="500"/>
                                        <p:tgtEl>
                                          <p:spTgt spid="9221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9" presetClass="entr" presetSubtype="10" fill="hold" grpId="0" nodeType="clickEffect">
                                  <p:stCondLst>
                                    <p:cond delay="0"/>
                                  </p:stCondLst>
                                  <p:childTnLst>
                                    <p:set>
                                      <p:cBhvr>
                                        <p:cTn id="34" dur="1" fill="hold">
                                          <p:stCondLst>
                                            <p:cond delay="0"/>
                                          </p:stCondLst>
                                        </p:cTn>
                                        <p:tgtEl>
                                          <p:spTgt spid="92224"/>
                                        </p:tgtEl>
                                        <p:attrNameLst>
                                          <p:attrName>style.visibility</p:attrName>
                                        </p:attrNameLst>
                                      </p:cBhvr>
                                      <p:to>
                                        <p:strVal val="visible"/>
                                      </p:to>
                                    </p:set>
                                    <p:anim calcmode="lin" valueType="num">
                                      <p:cBhvr>
                                        <p:cTn id="35" dur="5000" fill="hold"/>
                                        <p:tgtEl>
                                          <p:spTgt spid="92224"/>
                                        </p:tgtEl>
                                        <p:attrNameLst>
                                          <p:attrName>ppt_w</p:attrName>
                                        </p:attrNameLst>
                                      </p:cBhvr>
                                      <p:tavLst>
                                        <p:tav tm="0" fmla="#ppt_w*sin(2.5*pi*$)">
                                          <p:val>
                                            <p:fltVal val="0"/>
                                          </p:val>
                                        </p:tav>
                                        <p:tav tm="100000">
                                          <p:val>
                                            <p:fltVal val="1"/>
                                          </p:val>
                                        </p:tav>
                                      </p:tavLst>
                                    </p:anim>
                                    <p:anim calcmode="lin" valueType="num">
                                      <p:cBhvr>
                                        <p:cTn id="36" dur="5000" fill="hold"/>
                                        <p:tgtEl>
                                          <p:spTgt spid="92224"/>
                                        </p:tgtEl>
                                        <p:attrNameLst>
                                          <p:attrName>ppt_h</p:attrName>
                                        </p:attrNameLst>
                                      </p:cBhvr>
                                      <p:tavLst>
                                        <p:tav tm="0">
                                          <p:val>
                                            <p:strVal val="#ppt_h"/>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92213"/>
                                        </p:tgtEl>
                                        <p:attrNameLst>
                                          <p:attrName>style.visibility</p:attrName>
                                        </p:attrNameLst>
                                      </p:cBhvr>
                                      <p:to>
                                        <p:strVal val="visible"/>
                                      </p:to>
                                    </p:set>
                                    <p:animEffect transition="in" filter="wipe(up)">
                                      <p:cBhvr>
                                        <p:cTn id="41" dur="500"/>
                                        <p:tgtEl>
                                          <p:spTgt spid="9221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9" presetClass="entr" presetSubtype="10" fill="hold" grpId="0" nodeType="clickEffect">
                                  <p:stCondLst>
                                    <p:cond delay="0"/>
                                  </p:stCondLst>
                                  <p:childTnLst>
                                    <p:set>
                                      <p:cBhvr>
                                        <p:cTn id="45" dur="1" fill="hold">
                                          <p:stCondLst>
                                            <p:cond delay="0"/>
                                          </p:stCondLst>
                                        </p:cTn>
                                        <p:tgtEl>
                                          <p:spTgt spid="92221"/>
                                        </p:tgtEl>
                                        <p:attrNameLst>
                                          <p:attrName>style.visibility</p:attrName>
                                        </p:attrNameLst>
                                      </p:cBhvr>
                                      <p:to>
                                        <p:strVal val="visible"/>
                                      </p:to>
                                    </p:set>
                                    <p:anim calcmode="lin" valueType="num">
                                      <p:cBhvr>
                                        <p:cTn id="46" dur="5000" fill="hold"/>
                                        <p:tgtEl>
                                          <p:spTgt spid="92221"/>
                                        </p:tgtEl>
                                        <p:attrNameLst>
                                          <p:attrName>ppt_w</p:attrName>
                                        </p:attrNameLst>
                                      </p:cBhvr>
                                      <p:tavLst>
                                        <p:tav tm="0" fmla="#ppt_w*sin(2.5*pi*$)">
                                          <p:val>
                                            <p:fltVal val="0"/>
                                          </p:val>
                                        </p:tav>
                                        <p:tav tm="100000">
                                          <p:val>
                                            <p:fltVal val="1"/>
                                          </p:val>
                                        </p:tav>
                                      </p:tavLst>
                                    </p:anim>
                                    <p:anim calcmode="lin" valueType="num">
                                      <p:cBhvr>
                                        <p:cTn id="47" dur="5000" fill="hold"/>
                                        <p:tgtEl>
                                          <p:spTgt spid="92221"/>
                                        </p:tgtEl>
                                        <p:attrNameLst>
                                          <p:attrName>ppt_h</p:attrName>
                                        </p:attrNameLst>
                                      </p:cBhvr>
                                      <p:tavLst>
                                        <p:tav tm="0">
                                          <p:val>
                                            <p:strVal val="#ppt_h"/>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92214"/>
                                        </p:tgtEl>
                                        <p:attrNameLst>
                                          <p:attrName>style.visibility</p:attrName>
                                        </p:attrNameLst>
                                      </p:cBhvr>
                                      <p:to>
                                        <p:strVal val="visible"/>
                                      </p:to>
                                    </p:set>
                                    <p:animEffect transition="in" filter="wipe(up)">
                                      <p:cBhvr>
                                        <p:cTn id="52" dur="500"/>
                                        <p:tgtEl>
                                          <p:spTgt spid="9221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9" presetClass="entr" presetSubtype="10" fill="hold" grpId="0" nodeType="clickEffect">
                                  <p:stCondLst>
                                    <p:cond delay="0"/>
                                  </p:stCondLst>
                                  <p:childTnLst>
                                    <p:set>
                                      <p:cBhvr>
                                        <p:cTn id="56" dur="1" fill="hold">
                                          <p:stCondLst>
                                            <p:cond delay="0"/>
                                          </p:stCondLst>
                                        </p:cTn>
                                        <p:tgtEl>
                                          <p:spTgt spid="92223"/>
                                        </p:tgtEl>
                                        <p:attrNameLst>
                                          <p:attrName>style.visibility</p:attrName>
                                        </p:attrNameLst>
                                      </p:cBhvr>
                                      <p:to>
                                        <p:strVal val="visible"/>
                                      </p:to>
                                    </p:set>
                                    <p:anim calcmode="lin" valueType="num">
                                      <p:cBhvr>
                                        <p:cTn id="57" dur="5000" fill="hold"/>
                                        <p:tgtEl>
                                          <p:spTgt spid="92223"/>
                                        </p:tgtEl>
                                        <p:attrNameLst>
                                          <p:attrName>ppt_w</p:attrName>
                                        </p:attrNameLst>
                                      </p:cBhvr>
                                      <p:tavLst>
                                        <p:tav tm="0" fmla="#ppt_w*sin(2.5*pi*$)">
                                          <p:val>
                                            <p:fltVal val="0"/>
                                          </p:val>
                                        </p:tav>
                                        <p:tav tm="100000">
                                          <p:val>
                                            <p:fltVal val="1"/>
                                          </p:val>
                                        </p:tav>
                                      </p:tavLst>
                                    </p:anim>
                                    <p:anim calcmode="lin" valueType="num">
                                      <p:cBhvr>
                                        <p:cTn id="58" dur="5000" fill="hold"/>
                                        <p:tgtEl>
                                          <p:spTgt spid="92223"/>
                                        </p:tgtEl>
                                        <p:attrNameLst>
                                          <p:attrName>ppt_h</p:attrName>
                                        </p:attrNameLst>
                                      </p:cBhvr>
                                      <p:tavLst>
                                        <p:tav tm="0">
                                          <p:val>
                                            <p:strVal val="#ppt_h"/>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2" fill="hold" nodeType="clickEffect">
                                  <p:stCondLst>
                                    <p:cond delay="0"/>
                                  </p:stCondLst>
                                  <p:childTnLst>
                                    <p:set>
                                      <p:cBhvr>
                                        <p:cTn id="62" dur="1" fill="hold">
                                          <p:stCondLst>
                                            <p:cond delay="0"/>
                                          </p:stCondLst>
                                        </p:cTn>
                                        <p:tgtEl>
                                          <p:spTgt spid="92216"/>
                                        </p:tgtEl>
                                        <p:attrNameLst>
                                          <p:attrName>style.visibility</p:attrName>
                                        </p:attrNameLst>
                                      </p:cBhvr>
                                      <p:to>
                                        <p:strVal val="visible"/>
                                      </p:to>
                                    </p:set>
                                    <p:animEffect transition="in" filter="wipe(right)">
                                      <p:cBhvr>
                                        <p:cTn id="63" dur="500"/>
                                        <p:tgtEl>
                                          <p:spTgt spid="9221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9" presetClass="entr" presetSubtype="10" fill="hold" grpId="0" nodeType="clickEffect">
                                  <p:stCondLst>
                                    <p:cond delay="0"/>
                                  </p:stCondLst>
                                  <p:childTnLst>
                                    <p:set>
                                      <p:cBhvr>
                                        <p:cTn id="67" dur="1" fill="hold">
                                          <p:stCondLst>
                                            <p:cond delay="0"/>
                                          </p:stCondLst>
                                        </p:cTn>
                                        <p:tgtEl>
                                          <p:spTgt spid="92220"/>
                                        </p:tgtEl>
                                        <p:attrNameLst>
                                          <p:attrName>style.visibility</p:attrName>
                                        </p:attrNameLst>
                                      </p:cBhvr>
                                      <p:to>
                                        <p:strVal val="visible"/>
                                      </p:to>
                                    </p:set>
                                    <p:anim calcmode="lin" valueType="num">
                                      <p:cBhvr>
                                        <p:cTn id="68" dur="5000" fill="hold"/>
                                        <p:tgtEl>
                                          <p:spTgt spid="92220"/>
                                        </p:tgtEl>
                                        <p:attrNameLst>
                                          <p:attrName>ppt_w</p:attrName>
                                        </p:attrNameLst>
                                      </p:cBhvr>
                                      <p:tavLst>
                                        <p:tav tm="0" fmla="#ppt_w*sin(2.5*pi*$)">
                                          <p:val>
                                            <p:fltVal val="0"/>
                                          </p:val>
                                        </p:tav>
                                        <p:tav tm="100000">
                                          <p:val>
                                            <p:fltVal val="1"/>
                                          </p:val>
                                        </p:tav>
                                      </p:tavLst>
                                    </p:anim>
                                    <p:anim calcmode="lin" valueType="num">
                                      <p:cBhvr>
                                        <p:cTn id="69" dur="5000" fill="hold"/>
                                        <p:tgtEl>
                                          <p:spTgt spid="92220"/>
                                        </p:tgtEl>
                                        <p:attrNameLst>
                                          <p:attrName>ppt_h</p:attrName>
                                        </p:attrNameLst>
                                      </p:cBhvr>
                                      <p:tavLst>
                                        <p:tav tm="0">
                                          <p:val>
                                            <p:strVal val="#ppt_h"/>
                                          </p:val>
                                        </p:tav>
                                        <p:tav tm="100000">
                                          <p:val>
                                            <p:strVal val="#ppt_h"/>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4" fill="hold" nodeType="clickEffect">
                                  <p:stCondLst>
                                    <p:cond delay="0"/>
                                  </p:stCondLst>
                                  <p:childTnLst>
                                    <p:set>
                                      <p:cBhvr>
                                        <p:cTn id="73" dur="1" fill="hold">
                                          <p:stCondLst>
                                            <p:cond delay="0"/>
                                          </p:stCondLst>
                                        </p:cTn>
                                        <p:tgtEl>
                                          <p:spTgt spid="92215"/>
                                        </p:tgtEl>
                                        <p:attrNameLst>
                                          <p:attrName>style.visibility</p:attrName>
                                        </p:attrNameLst>
                                      </p:cBhvr>
                                      <p:to>
                                        <p:strVal val="visible"/>
                                      </p:to>
                                    </p:set>
                                    <p:animEffect transition="in" filter="wipe(down)">
                                      <p:cBhvr>
                                        <p:cTn id="74" dur="500"/>
                                        <p:tgtEl>
                                          <p:spTgt spid="92215"/>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9" presetClass="entr" presetSubtype="10" fill="hold" grpId="0" nodeType="clickEffect">
                                  <p:stCondLst>
                                    <p:cond delay="0"/>
                                  </p:stCondLst>
                                  <p:childTnLst>
                                    <p:set>
                                      <p:cBhvr>
                                        <p:cTn id="78" dur="1" fill="hold">
                                          <p:stCondLst>
                                            <p:cond delay="0"/>
                                          </p:stCondLst>
                                        </p:cTn>
                                        <p:tgtEl>
                                          <p:spTgt spid="92225"/>
                                        </p:tgtEl>
                                        <p:attrNameLst>
                                          <p:attrName>style.visibility</p:attrName>
                                        </p:attrNameLst>
                                      </p:cBhvr>
                                      <p:to>
                                        <p:strVal val="visible"/>
                                      </p:to>
                                    </p:set>
                                    <p:anim calcmode="lin" valueType="num">
                                      <p:cBhvr>
                                        <p:cTn id="79" dur="5000" fill="hold"/>
                                        <p:tgtEl>
                                          <p:spTgt spid="92225"/>
                                        </p:tgtEl>
                                        <p:attrNameLst>
                                          <p:attrName>ppt_w</p:attrName>
                                        </p:attrNameLst>
                                      </p:cBhvr>
                                      <p:tavLst>
                                        <p:tav tm="0" fmla="#ppt_w*sin(2.5*pi*$)">
                                          <p:val>
                                            <p:fltVal val="0"/>
                                          </p:val>
                                        </p:tav>
                                        <p:tav tm="100000">
                                          <p:val>
                                            <p:fltVal val="1"/>
                                          </p:val>
                                        </p:tav>
                                      </p:tavLst>
                                    </p:anim>
                                    <p:anim calcmode="lin" valueType="num">
                                      <p:cBhvr>
                                        <p:cTn id="80" dur="5000" fill="hold"/>
                                        <p:tgtEl>
                                          <p:spTgt spid="92225"/>
                                        </p:tgtEl>
                                        <p:attrNameLst>
                                          <p:attrName>ppt_h</p:attrName>
                                        </p:attrNameLst>
                                      </p:cBhvr>
                                      <p:tavLst>
                                        <p:tav tm="0">
                                          <p:val>
                                            <p:strVal val="#ppt_h"/>
                                          </p:val>
                                        </p:tav>
                                        <p:tav tm="100000">
                                          <p:val>
                                            <p:strVal val="#ppt_h"/>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92217"/>
                                        </p:tgtEl>
                                        <p:attrNameLst>
                                          <p:attrName>style.visibility</p:attrName>
                                        </p:attrNameLst>
                                      </p:cBhvr>
                                      <p:to>
                                        <p:strVal val="visible"/>
                                      </p:to>
                                    </p:set>
                                    <p:animEffect transition="in" filter="wipe(up)">
                                      <p:cBhvr>
                                        <p:cTn id="85" dur="500"/>
                                        <p:tgtEl>
                                          <p:spTgt spid="92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8" grpId="0" animBg="1"/>
      <p:bldP spid="92219" grpId="0" animBg="1"/>
      <p:bldP spid="92220" grpId="0" animBg="1"/>
      <p:bldP spid="92221" grpId="0" animBg="1"/>
      <p:bldP spid="92222" grpId="0" animBg="1"/>
      <p:bldP spid="92223" grpId="0" animBg="1"/>
      <p:bldP spid="92224" grpId="0" animBg="1"/>
      <p:bldP spid="92225"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49" name="Slide Number Placeholder 5">
            <a:extLst>
              <a:ext uri="{FF2B5EF4-FFF2-40B4-BE49-F238E27FC236}">
                <a16:creationId xmlns:a16="http://schemas.microsoft.com/office/drawing/2014/main" id="{7E34036B-18AF-2B49-ADEF-DFE8F4CD0D81}"/>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AE0537F7-2583-0149-96B8-44BA8CDFE70E}" type="slidenum">
              <a:rPr kumimoji="0" lang="zh-CN" altLang="en-US" sz="1200"/>
              <a:pPr/>
              <a:t>46</a:t>
            </a:fld>
            <a:endParaRPr kumimoji="0" lang="en-US" altLang="zh-CN" sz="1200"/>
          </a:p>
        </p:txBody>
      </p:sp>
      <p:sp>
        <p:nvSpPr>
          <p:cNvPr id="94210" name="Rectangle 2">
            <a:extLst>
              <a:ext uri="{FF2B5EF4-FFF2-40B4-BE49-F238E27FC236}">
                <a16:creationId xmlns:a16="http://schemas.microsoft.com/office/drawing/2014/main" id="{481B613D-B185-8445-8BC6-E108AA0A5928}"/>
              </a:ext>
            </a:extLst>
          </p:cNvPr>
          <p:cNvSpPr>
            <a:spLocks noGrp="1" noChangeArrowheads="1"/>
          </p:cNvSpPr>
          <p:nvPr>
            <p:ph type="title"/>
          </p:nvPr>
        </p:nvSpPr>
        <p:spPr>
          <a:xfrm>
            <a:off x="152400" y="381000"/>
            <a:ext cx="8153400" cy="762000"/>
          </a:xfrm>
        </p:spPr>
        <p:txBody>
          <a:bodyPr/>
          <a:lstStyle/>
          <a:p>
            <a:pPr marL="320040" indent="-320040" algn="l" fontAlgn="auto">
              <a:spcAft>
                <a:spcPts val="0"/>
              </a:spcAft>
              <a:buClr>
                <a:schemeClr val="accent6">
                  <a:lumMod val="75000"/>
                </a:schemeClr>
              </a:buClr>
              <a:defRPr/>
            </a:pPr>
            <a:r>
              <a:rPr lang="zh-CN" altLang="en-US" dirty="0">
                <a:latin typeface="宋体" charset="0"/>
                <a:ea typeface="楷体_GB2312" charset="0"/>
                <a:cs typeface="+mj-cs"/>
                <a:sym typeface="Symbol" charset="0"/>
              </a:rPr>
              <a:t>定理</a:t>
            </a:r>
            <a:r>
              <a:rPr lang="zh-CN" altLang="en-US" dirty="0">
                <a:latin typeface="Times New Roman" charset="0"/>
                <a:ea typeface="楷体_GB2312" charset="0"/>
                <a:cs typeface="+mj-cs"/>
                <a:sym typeface="Symbol" charset="0"/>
              </a:rPr>
              <a:t>4.1.3</a:t>
            </a:r>
            <a:endParaRPr lang="zh-CN" altLang="en-US" dirty="0">
              <a:latin typeface="Times New Roman" charset="0"/>
            </a:endParaRPr>
          </a:p>
        </p:txBody>
      </p:sp>
      <p:sp>
        <p:nvSpPr>
          <p:cNvPr id="78851" name="Rectangle 3">
            <a:extLst>
              <a:ext uri="{FF2B5EF4-FFF2-40B4-BE49-F238E27FC236}">
                <a16:creationId xmlns:a16="http://schemas.microsoft.com/office/drawing/2014/main" id="{EDB820F5-7131-604B-9838-B1B80C41D7EF}"/>
              </a:ext>
            </a:extLst>
          </p:cNvPr>
          <p:cNvSpPr>
            <a:spLocks noGrp="1" noChangeArrowheads="1"/>
          </p:cNvSpPr>
          <p:nvPr>
            <p:ph sz="quarter" idx="13"/>
          </p:nvPr>
        </p:nvSpPr>
        <p:spPr>
          <a:xfrm>
            <a:off x="76200" y="1219200"/>
            <a:ext cx="8763000" cy="5257800"/>
          </a:xfrm>
        </p:spPr>
        <p:txBody>
          <a:bodyPr/>
          <a:lstStyle/>
          <a:p>
            <a:pPr>
              <a:lnSpc>
                <a:spcPct val="130000"/>
              </a:lnSpc>
            </a:pPr>
            <a:r>
              <a:rPr kumimoji="0" lang="zh-CN" altLang="en-US" sz="3200">
                <a:latin typeface="Times New Roman" panose="02020603050405020304" pitchFamily="18" charset="0"/>
                <a:ea typeface="楷体_GB2312" pitchFamily="49" charset="-122"/>
                <a:sym typeface="Symbol" pitchFamily="2" charset="2"/>
              </a:rPr>
              <a:t>设</a:t>
            </a:r>
            <a:r>
              <a:rPr kumimoji="0" lang="en-US" altLang="zh-CN" sz="3200">
                <a:latin typeface="Times New Roman" panose="02020603050405020304" pitchFamily="18" charset="0"/>
                <a:ea typeface="楷体_GB2312" pitchFamily="49" charset="-122"/>
                <a:sym typeface="Symbol" pitchFamily="2" charset="2"/>
              </a:rPr>
              <a:t>G＝(P,L)</a:t>
            </a:r>
            <a:r>
              <a:rPr kumimoji="0" lang="zh-CN" altLang="en-US" sz="3200">
                <a:latin typeface="Times New Roman" panose="02020603050405020304" pitchFamily="18" charset="0"/>
                <a:ea typeface="楷体_GB2312" pitchFamily="49" charset="-122"/>
                <a:sym typeface="Symbol" pitchFamily="2" charset="2"/>
              </a:rPr>
              <a:t>是有限连通权图，</a:t>
            </a:r>
            <a:r>
              <a:rPr kumimoji="0" lang="en-US" altLang="zh-CN" sz="3200">
                <a:latin typeface="Times New Roman" panose="02020603050405020304" pitchFamily="18" charset="0"/>
                <a:ea typeface="楷体_GB2312" pitchFamily="49" charset="-122"/>
                <a:sym typeface="Symbol" pitchFamily="2" charset="2"/>
              </a:rPr>
              <a:t>SP(G)，S={u</a:t>
            </a:r>
            <a:r>
              <a:rPr kumimoji="0" lang="en-US" altLang="zh-CN" sz="3200" baseline="-30000">
                <a:latin typeface="Times New Roman" panose="02020603050405020304" pitchFamily="18" charset="0"/>
                <a:ea typeface="楷体_GB2312" pitchFamily="49" charset="-122"/>
                <a:sym typeface="Symbol" pitchFamily="2" charset="2"/>
              </a:rPr>
              <a:t>0</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1</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k</a:t>
            </a:r>
            <a:r>
              <a:rPr kumimoji="0" lang="en-US" altLang="zh-CN" sz="3200">
                <a:latin typeface="Times New Roman" panose="02020603050405020304" pitchFamily="18" charset="0"/>
                <a:ea typeface="楷体_GB2312" pitchFamily="49" charset="-122"/>
                <a:sym typeface="Symbol" pitchFamily="2" charset="2"/>
              </a:rPr>
              <a:t>}，</a:t>
            </a:r>
            <a:r>
              <a:rPr kumimoji="0" lang="zh-CN" altLang="en-US" sz="3200">
                <a:latin typeface="Times New Roman" panose="02020603050405020304" pitchFamily="18" charset="0"/>
                <a:ea typeface="楷体_GB2312" pitchFamily="49" charset="-122"/>
                <a:sym typeface="Symbol" pitchFamily="2" charset="2"/>
              </a:rPr>
              <a:t>并且已经知道了</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0</a:t>
            </a:r>
            <a:r>
              <a:rPr kumimoji="0" lang="zh-CN" altLang="en-US" sz="3200">
                <a:latin typeface="Times New Roman" panose="02020603050405020304" pitchFamily="18" charset="0"/>
                <a:ea typeface="楷体_GB2312" pitchFamily="49" charset="-122"/>
                <a:sym typeface="Symbol" pitchFamily="2" charset="2"/>
              </a:rPr>
              <a:t>分别到</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1</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k</a:t>
            </a:r>
            <a:r>
              <a:rPr kumimoji="0" lang="zh-CN" altLang="en-US" sz="3200">
                <a:latin typeface="Times New Roman" panose="02020603050405020304" pitchFamily="18" charset="0"/>
                <a:ea typeface="楷体_GB2312" pitchFamily="49" charset="-122"/>
                <a:sym typeface="Symbol" pitchFamily="2" charset="2"/>
              </a:rPr>
              <a:t>的距离与最短路</a:t>
            </a:r>
            <a:r>
              <a:rPr kumimoji="0" lang="en-US" altLang="zh-CN" sz="3200">
                <a:latin typeface="Times New Roman" panose="02020603050405020304" pitchFamily="18" charset="0"/>
                <a:ea typeface="楷体_GB2312" pitchFamily="49" charset="-122"/>
                <a:sym typeface="Symbol" pitchFamily="2" charset="2"/>
              </a:rPr>
              <a:t>l</a:t>
            </a:r>
            <a:r>
              <a:rPr kumimoji="0" lang="en-US" altLang="zh-CN" sz="3200" baseline="-30000">
                <a:latin typeface="Times New Roman" panose="02020603050405020304" pitchFamily="18" charset="0"/>
                <a:ea typeface="楷体_GB2312" pitchFamily="49" charset="-122"/>
                <a:sym typeface="Symbol" pitchFamily="2" charset="2"/>
              </a:rPr>
              <a:t>1</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,l</a:t>
            </a:r>
            <a:r>
              <a:rPr kumimoji="0" lang="en-US" altLang="zh-CN" sz="3200" baseline="-30000">
                <a:latin typeface="Times New Roman" panose="02020603050405020304" pitchFamily="18" charset="0"/>
                <a:ea typeface="楷体_GB2312" pitchFamily="49" charset="-122"/>
                <a:sym typeface="Symbol" pitchFamily="2" charset="2"/>
              </a:rPr>
              <a:t>k</a:t>
            </a:r>
            <a:r>
              <a:rPr kumimoji="0" lang="en-US" altLang="zh-CN" sz="3200">
                <a:latin typeface="Times New Roman" panose="02020603050405020304" pitchFamily="18" charset="0"/>
                <a:ea typeface="楷体_GB2312" pitchFamily="49" charset="-122"/>
                <a:sym typeface="Symbol" pitchFamily="2" charset="2"/>
              </a:rPr>
              <a:t>。</a:t>
            </a:r>
            <a:r>
              <a:rPr kumimoji="0" lang="zh-CN" altLang="en-US" sz="3200">
                <a:latin typeface="Times New Roman" panose="02020603050405020304" pitchFamily="18" charset="0"/>
                <a:ea typeface="楷体_GB2312" pitchFamily="49" charset="-122"/>
                <a:sym typeface="Symbol" pitchFamily="2" charset="2"/>
              </a:rPr>
              <a:t>又设</a:t>
            </a:r>
            <a:r>
              <a:rPr kumimoji="0" lang="en-US" altLang="zh-CN" sz="3200">
                <a:latin typeface="Times New Roman" panose="02020603050405020304" pitchFamily="18" charset="0"/>
                <a:ea typeface="楷体_GB2312" pitchFamily="49" charset="-122"/>
                <a:sym typeface="Symbol" pitchFamily="2" charset="2"/>
              </a:rPr>
              <a:t>S</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＝P－S，d(u</a:t>
            </a:r>
            <a:r>
              <a:rPr kumimoji="0" lang="en-US" altLang="zh-CN" sz="3200" baseline="-30000">
                <a:latin typeface="Times New Roman" panose="02020603050405020304" pitchFamily="18" charset="0"/>
                <a:ea typeface="楷体_GB2312" pitchFamily="49" charset="-122"/>
                <a:sym typeface="Symbol" pitchFamily="2" charset="2"/>
              </a:rPr>
              <a:t>0</a:t>
            </a:r>
            <a:r>
              <a:rPr kumimoji="0" lang="en-US" altLang="zh-CN" sz="3200">
                <a:latin typeface="Times New Roman" panose="02020603050405020304" pitchFamily="18" charset="0"/>
                <a:ea typeface="楷体_GB2312" pitchFamily="49" charset="-122"/>
                <a:sym typeface="Symbol" pitchFamily="2" charset="2"/>
              </a:rPr>
              <a:t>, S</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         {d(u</a:t>
            </a:r>
            <a:r>
              <a:rPr kumimoji="0" lang="en-US" altLang="zh-CN" sz="3200" baseline="-30000">
                <a:latin typeface="Times New Roman" panose="02020603050405020304" pitchFamily="18" charset="0"/>
                <a:ea typeface="楷体_GB2312" pitchFamily="49" charset="-122"/>
                <a:sym typeface="Symbol" pitchFamily="2" charset="2"/>
              </a:rPr>
              <a:t>0</a:t>
            </a:r>
            <a:r>
              <a:rPr kumimoji="0" lang="en-US" altLang="zh-CN" sz="3200">
                <a:latin typeface="Times New Roman" panose="02020603050405020304" pitchFamily="18" charset="0"/>
                <a:ea typeface="楷体_GB2312" pitchFamily="49" charset="-122"/>
                <a:sym typeface="Symbol" pitchFamily="2" charset="2"/>
              </a:rPr>
              <a:t>, u)+w(u, v)}</a:t>
            </a:r>
            <a:r>
              <a:rPr kumimoji="0" lang="zh-CN" altLang="en-US" sz="3200">
                <a:latin typeface="Times New Roman" panose="02020603050405020304" pitchFamily="18" charset="0"/>
                <a:ea typeface="楷体_GB2312" pitchFamily="49" charset="-122"/>
                <a:sym typeface="Symbol" pitchFamily="2" charset="2"/>
              </a:rPr>
              <a:t>是</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0</a:t>
            </a:r>
            <a:r>
              <a:rPr kumimoji="0" lang="zh-CN" altLang="en-US" sz="3200">
                <a:latin typeface="Times New Roman" panose="02020603050405020304" pitchFamily="18" charset="0"/>
                <a:ea typeface="楷体_GB2312" pitchFamily="49" charset="-122"/>
                <a:sym typeface="Symbol" pitchFamily="2" charset="2"/>
              </a:rPr>
              <a:t>到集合</a:t>
            </a:r>
            <a:r>
              <a:rPr kumimoji="0" lang="en-US" altLang="zh-CN" sz="3200">
                <a:latin typeface="Times New Roman" panose="02020603050405020304" pitchFamily="18" charset="0"/>
                <a:ea typeface="楷体_GB2312" pitchFamily="49" charset="-122"/>
                <a:sym typeface="Symbol" pitchFamily="2" charset="2"/>
              </a:rPr>
              <a:t>S</a:t>
            </a:r>
            <a:r>
              <a:rPr kumimoji="0" lang="en-US" altLang="zh-CN" sz="3200">
                <a:latin typeface="Arial" panose="020B0604020202020204" pitchFamily="34" charset="0"/>
                <a:ea typeface="楷体_GB2312" pitchFamily="49" charset="-122"/>
                <a:sym typeface="Symbol" pitchFamily="2" charset="2"/>
              </a:rPr>
              <a:t>’</a:t>
            </a:r>
            <a:r>
              <a:rPr kumimoji="0" lang="zh-CN" altLang="en-US" sz="3200">
                <a:latin typeface="Times New Roman" panose="02020603050405020304" pitchFamily="18" charset="0"/>
                <a:ea typeface="楷体_GB2312" pitchFamily="49" charset="-122"/>
                <a:sym typeface="Symbol" pitchFamily="2" charset="2"/>
              </a:rPr>
              <a:t>的距离，</a:t>
            </a:r>
            <a:r>
              <a:rPr kumimoji="0" lang="en-US" altLang="zh-CN" sz="3200">
                <a:latin typeface="Times New Roman" panose="02020603050405020304" pitchFamily="18" charset="0"/>
                <a:ea typeface="楷体_GB2312" pitchFamily="49" charset="-122"/>
                <a:sym typeface="Symbol" pitchFamily="2" charset="2"/>
              </a:rPr>
              <a:t>l</a:t>
            </a:r>
            <a:r>
              <a:rPr kumimoji="0" lang="en-US" altLang="zh-CN" sz="3200" baseline="-30000">
                <a:latin typeface="Times New Roman" panose="02020603050405020304" pitchFamily="18" charset="0"/>
                <a:ea typeface="楷体_GB2312" pitchFamily="49" charset="-122"/>
                <a:sym typeface="Symbol" pitchFamily="2" charset="2"/>
              </a:rPr>
              <a:t>k+1</a:t>
            </a:r>
            <a:r>
              <a:rPr kumimoji="0" lang="en-US" altLang="zh-CN" sz="3200">
                <a:latin typeface="Times New Roman" panose="02020603050405020304" pitchFamily="18" charset="0"/>
                <a:ea typeface="楷体_GB2312" pitchFamily="49" charset="-122"/>
                <a:sym typeface="Symbol" pitchFamily="2" charset="2"/>
              </a:rPr>
              <a:t>= (u</a:t>
            </a:r>
            <a:r>
              <a:rPr kumimoji="0" lang="en-US" altLang="zh-CN" sz="3200" baseline="-30000">
                <a:latin typeface="Times New Roman" panose="02020603050405020304" pitchFamily="18" charset="0"/>
                <a:ea typeface="楷体_GB2312" pitchFamily="49" charset="-122"/>
                <a:sym typeface="Symbol" pitchFamily="2" charset="2"/>
              </a:rPr>
              <a:t>0</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1</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s</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k+1</a:t>
            </a:r>
            <a:r>
              <a:rPr kumimoji="0" lang="en-US" altLang="zh-CN" sz="3200">
                <a:latin typeface="Times New Roman" panose="02020603050405020304" pitchFamily="18" charset="0"/>
                <a:ea typeface="楷体_GB2312" pitchFamily="49" charset="-122"/>
                <a:sym typeface="Symbol" pitchFamily="2" charset="2"/>
              </a:rPr>
              <a:t>)</a:t>
            </a:r>
            <a:r>
              <a:rPr kumimoji="0" lang="zh-CN" altLang="en-US" sz="3200">
                <a:latin typeface="Times New Roman" panose="02020603050405020304" pitchFamily="18" charset="0"/>
                <a:ea typeface="楷体_GB2312" pitchFamily="49" charset="-122"/>
                <a:sym typeface="Symbol" pitchFamily="2" charset="2"/>
              </a:rPr>
              <a:t>是实现</a:t>
            </a:r>
            <a:r>
              <a:rPr kumimoji="0" lang="en-US" altLang="zh-CN" sz="3200">
                <a:latin typeface="Times New Roman" panose="02020603050405020304" pitchFamily="18" charset="0"/>
                <a:ea typeface="楷体_GB2312" pitchFamily="49" charset="-122"/>
                <a:sym typeface="Symbol" pitchFamily="2" charset="2"/>
              </a:rPr>
              <a:t>d(u</a:t>
            </a:r>
            <a:r>
              <a:rPr kumimoji="0" lang="en-US" altLang="zh-CN" sz="3200" baseline="-30000">
                <a:latin typeface="Times New Roman" panose="02020603050405020304" pitchFamily="18" charset="0"/>
                <a:ea typeface="楷体_GB2312" pitchFamily="49" charset="-122"/>
                <a:sym typeface="Symbol" pitchFamily="2" charset="2"/>
              </a:rPr>
              <a:t>0</a:t>
            </a:r>
            <a:r>
              <a:rPr kumimoji="0" lang="en-US" altLang="zh-CN" sz="3200">
                <a:latin typeface="Times New Roman" panose="02020603050405020304" pitchFamily="18" charset="0"/>
                <a:ea typeface="楷体_GB2312" pitchFamily="49" charset="-122"/>
                <a:sym typeface="Symbol" pitchFamily="2" charset="2"/>
              </a:rPr>
              <a:t>, S</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a:t>
            </a:r>
            <a:r>
              <a:rPr kumimoji="0" lang="zh-CN" altLang="en-US" sz="3200">
                <a:latin typeface="Times New Roman" panose="02020603050405020304" pitchFamily="18" charset="0"/>
                <a:ea typeface="楷体_GB2312" pitchFamily="49" charset="-122"/>
                <a:sym typeface="Symbol" pitchFamily="2" charset="2"/>
              </a:rPr>
              <a:t>的路，其中</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0</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1</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s</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 S，u</a:t>
            </a:r>
            <a:r>
              <a:rPr kumimoji="0" lang="en-US" altLang="zh-CN" sz="3200" baseline="-30000">
                <a:latin typeface="Times New Roman" panose="02020603050405020304" pitchFamily="18" charset="0"/>
                <a:ea typeface="楷体_GB2312" pitchFamily="49" charset="-122"/>
                <a:sym typeface="Symbol" pitchFamily="2" charset="2"/>
              </a:rPr>
              <a:t>k+1</a:t>
            </a:r>
            <a:r>
              <a:rPr kumimoji="0" lang="en-US" altLang="zh-CN" sz="3200">
                <a:latin typeface="Times New Roman" panose="02020603050405020304" pitchFamily="18" charset="0"/>
                <a:ea typeface="楷体_GB2312" pitchFamily="49" charset="-122"/>
                <a:sym typeface="Symbol" pitchFamily="2" charset="2"/>
              </a:rPr>
              <a:t> S</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a:t>
            </a:r>
            <a:r>
              <a:rPr kumimoji="0" lang="zh-CN" altLang="en-US" sz="3200">
                <a:latin typeface="Times New Roman" panose="02020603050405020304" pitchFamily="18" charset="0"/>
                <a:ea typeface="楷体_GB2312" pitchFamily="49" charset="-122"/>
                <a:sym typeface="Symbol" pitchFamily="2" charset="2"/>
              </a:rPr>
              <a:t>则</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0</a:t>
            </a:r>
            <a:r>
              <a:rPr kumimoji="0" lang="zh-CN" altLang="en-US" sz="3200">
                <a:latin typeface="Times New Roman" panose="02020603050405020304" pitchFamily="18" charset="0"/>
                <a:ea typeface="楷体_GB2312" pitchFamily="49" charset="-122"/>
                <a:sym typeface="Symbol" pitchFamily="2" charset="2"/>
              </a:rPr>
              <a:t>到</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k+1</a:t>
            </a:r>
            <a:r>
              <a:rPr kumimoji="0" lang="zh-CN" altLang="en-US" sz="3200">
                <a:latin typeface="Times New Roman" panose="02020603050405020304" pitchFamily="18" charset="0"/>
                <a:ea typeface="楷体_GB2312" pitchFamily="49" charset="-122"/>
                <a:sym typeface="Symbol" pitchFamily="2" charset="2"/>
              </a:rPr>
              <a:t>的距离</a:t>
            </a:r>
            <a:r>
              <a:rPr kumimoji="0" lang="en-US" altLang="zh-CN" sz="3200">
                <a:latin typeface="Times New Roman" panose="02020603050405020304" pitchFamily="18" charset="0"/>
                <a:ea typeface="楷体_GB2312" pitchFamily="49" charset="-122"/>
                <a:sym typeface="Symbol" pitchFamily="2" charset="2"/>
              </a:rPr>
              <a:t>d(u</a:t>
            </a:r>
            <a:r>
              <a:rPr kumimoji="0" lang="en-US" altLang="zh-CN" sz="3200" baseline="-30000">
                <a:latin typeface="Times New Roman" panose="02020603050405020304" pitchFamily="18" charset="0"/>
                <a:ea typeface="楷体_GB2312" pitchFamily="49" charset="-122"/>
                <a:sym typeface="Symbol" pitchFamily="2" charset="2"/>
              </a:rPr>
              <a:t>0</a:t>
            </a:r>
            <a:r>
              <a:rPr kumimoji="0" lang="en-US" altLang="zh-CN" sz="3200">
                <a:latin typeface="Times New Roman" panose="02020603050405020304" pitchFamily="18" charset="0"/>
                <a:ea typeface="楷体_GB2312" pitchFamily="49" charset="-122"/>
                <a:sym typeface="Symbol" pitchFamily="2" charset="2"/>
              </a:rPr>
              <a:t>, u</a:t>
            </a:r>
            <a:r>
              <a:rPr kumimoji="0" lang="en-US" altLang="zh-CN" sz="3200" baseline="-30000">
                <a:latin typeface="Times New Roman" panose="02020603050405020304" pitchFamily="18" charset="0"/>
                <a:ea typeface="楷体_GB2312" pitchFamily="49" charset="-122"/>
                <a:sym typeface="Symbol" pitchFamily="2" charset="2"/>
              </a:rPr>
              <a:t>k+1</a:t>
            </a:r>
            <a:r>
              <a:rPr kumimoji="0" lang="en-US" altLang="zh-CN" sz="3200">
                <a:latin typeface="Times New Roman" panose="02020603050405020304" pitchFamily="18" charset="0"/>
                <a:ea typeface="楷体_GB2312" pitchFamily="49" charset="-122"/>
                <a:sym typeface="Symbol" pitchFamily="2" charset="2"/>
              </a:rPr>
              <a:t>)= d(u</a:t>
            </a:r>
            <a:r>
              <a:rPr kumimoji="0" lang="en-US" altLang="zh-CN" sz="3200" baseline="-30000">
                <a:latin typeface="Times New Roman" panose="02020603050405020304" pitchFamily="18" charset="0"/>
                <a:ea typeface="楷体_GB2312" pitchFamily="49" charset="-122"/>
                <a:sym typeface="Symbol" pitchFamily="2" charset="2"/>
              </a:rPr>
              <a:t>0</a:t>
            </a:r>
            <a:r>
              <a:rPr kumimoji="0" lang="en-US" altLang="zh-CN" sz="3200">
                <a:latin typeface="Times New Roman" panose="02020603050405020304" pitchFamily="18" charset="0"/>
                <a:ea typeface="楷体_GB2312" pitchFamily="49" charset="-122"/>
                <a:sym typeface="Symbol" pitchFamily="2" charset="2"/>
              </a:rPr>
              <a:t>, S</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a:t>
            </a:r>
            <a:r>
              <a:rPr kumimoji="0" lang="zh-CN" altLang="en-US" sz="3200">
                <a:latin typeface="Times New Roman" panose="02020603050405020304" pitchFamily="18" charset="0"/>
                <a:ea typeface="楷体_GB2312" pitchFamily="49" charset="-122"/>
                <a:sym typeface="Symbol" pitchFamily="2" charset="2"/>
              </a:rPr>
              <a:t>且</a:t>
            </a:r>
            <a:r>
              <a:rPr kumimoji="0" lang="en-US" altLang="zh-CN" sz="3200">
                <a:latin typeface="Times New Roman" panose="02020603050405020304" pitchFamily="18" charset="0"/>
                <a:ea typeface="楷体_GB2312" pitchFamily="49" charset="-122"/>
                <a:sym typeface="Symbol" pitchFamily="2" charset="2"/>
              </a:rPr>
              <a:t>l</a:t>
            </a:r>
            <a:r>
              <a:rPr kumimoji="0" lang="en-US" altLang="zh-CN" sz="3200" baseline="-30000">
                <a:latin typeface="Times New Roman" panose="02020603050405020304" pitchFamily="18" charset="0"/>
                <a:ea typeface="楷体_GB2312" pitchFamily="49" charset="-122"/>
                <a:sym typeface="Symbol" pitchFamily="2" charset="2"/>
              </a:rPr>
              <a:t>k+1</a:t>
            </a:r>
            <a:r>
              <a:rPr kumimoji="0" lang="zh-CN" altLang="en-US" sz="3200">
                <a:latin typeface="Times New Roman" panose="02020603050405020304" pitchFamily="18" charset="0"/>
                <a:ea typeface="楷体_GB2312" pitchFamily="49" charset="-122"/>
                <a:sym typeface="Symbol" pitchFamily="2" charset="2"/>
              </a:rPr>
              <a:t>是</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0</a:t>
            </a:r>
            <a:r>
              <a:rPr kumimoji="0" lang="zh-CN" altLang="en-US" sz="3200">
                <a:latin typeface="Times New Roman" panose="02020603050405020304" pitchFamily="18" charset="0"/>
                <a:ea typeface="楷体_GB2312" pitchFamily="49" charset="-122"/>
                <a:sym typeface="Symbol" pitchFamily="2" charset="2"/>
              </a:rPr>
              <a:t>到</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k+1</a:t>
            </a:r>
            <a:r>
              <a:rPr kumimoji="0" lang="zh-CN" altLang="en-US" sz="3200">
                <a:latin typeface="Times New Roman" panose="02020603050405020304" pitchFamily="18" charset="0"/>
                <a:ea typeface="楷体_GB2312" pitchFamily="49" charset="-122"/>
                <a:sym typeface="Symbol" pitchFamily="2" charset="2"/>
              </a:rPr>
              <a:t>的最短路。 </a:t>
            </a:r>
          </a:p>
        </p:txBody>
      </p:sp>
      <p:graphicFrame>
        <p:nvGraphicFramePr>
          <p:cNvPr id="78852" name="Object 4">
            <a:extLst>
              <a:ext uri="{FF2B5EF4-FFF2-40B4-BE49-F238E27FC236}">
                <a16:creationId xmlns:a16="http://schemas.microsoft.com/office/drawing/2014/main" id="{37CD66B9-C446-4F4C-A25C-A7486BAB3C3D}"/>
              </a:ext>
            </a:extLst>
          </p:cNvPr>
          <p:cNvGraphicFramePr>
            <a:graphicFrameLocks noChangeAspect="1"/>
          </p:cNvGraphicFramePr>
          <p:nvPr>
            <p:extLst>
              <p:ext uri="{D42A27DB-BD31-4B8C-83A1-F6EECF244321}">
                <p14:modId xmlns:p14="http://schemas.microsoft.com/office/powerpoint/2010/main" val="3743610841"/>
              </p:ext>
            </p:extLst>
          </p:nvPr>
        </p:nvGraphicFramePr>
        <p:xfrm>
          <a:off x="2216150" y="3276600"/>
          <a:ext cx="603250" cy="735013"/>
        </p:xfrm>
        <a:graphic>
          <a:graphicData uri="http://schemas.openxmlformats.org/presentationml/2006/ole">
            <mc:AlternateContent xmlns:mc="http://schemas.openxmlformats.org/markup-compatibility/2006">
              <mc:Choice xmlns:v="urn:schemas-microsoft-com:vml" Requires="v">
                <p:oleObj spid="_x0000_s78859" name="公式" r:id="rId4" imgW="292100" imgH="368300" progId="Equation.3">
                  <p:embed/>
                </p:oleObj>
              </mc:Choice>
              <mc:Fallback>
                <p:oleObj name="公式" r:id="rId4" imgW="292100" imgH="3683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6150" y="3276600"/>
                        <a:ext cx="60325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blinds dir="vert"/>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7" name="Slide Number Placeholder 5">
            <a:extLst>
              <a:ext uri="{FF2B5EF4-FFF2-40B4-BE49-F238E27FC236}">
                <a16:creationId xmlns:a16="http://schemas.microsoft.com/office/drawing/2014/main" id="{DFD8C8DA-EE3D-ED40-B68B-6804A89B4F09}"/>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B55E9EA5-5117-BE4B-90DB-07CA6EACC7A0}" type="slidenum">
              <a:rPr kumimoji="0" lang="zh-CN" altLang="en-US" sz="1200"/>
              <a:pPr/>
              <a:t>47</a:t>
            </a:fld>
            <a:endParaRPr kumimoji="0" lang="en-US" altLang="zh-CN" sz="1200"/>
          </a:p>
        </p:txBody>
      </p:sp>
      <p:sp>
        <p:nvSpPr>
          <p:cNvPr id="96258" name="Rectangle 2">
            <a:extLst>
              <a:ext uri="{FF2B5EF4-FFF2-40B4-BE49-F238E27FC236}">
                <a16:creationId xmlns:a16="http://schemas.microsoft.com/office/drawing/2014/main" id="{AAC6FB86-AADD-0645-8306-5756137FAEAE}"/>
              </a:ext>
            </a:extLst>
          </p:cNvPr>
          <p:cNvSpPr>
            <a:spLocks noGrp="1" noChangeArrowheads="1"/>
          </p:cNvSpPr>
          <p:nvPr>
            <p:ph type="title"/>
          </p:nvPr>
        </p:nvSpPr>
        <p:spPr>
          <a:xfrm>
            <a:off x="76200" y="304800"/>
            <a:ext cx="8153400" cy="762000"/>
          </a:xfrm>
        </p:spPr>
        <p:txBody>
          <a:bodyPr/>
          <a:lstStyle/>
          <a:p>
            <a:pPr marL="320040" indent="-320040" algn="l" fontAlgn="auto">
              <a:spcAft>
                <a:spcPts val="0"/>
              </a:spcAft>
              <a:buClr>
                <a:schemeClr val="accent6">
                  <a:lumMod val="75000"/>
                </a:schemeClr>
              </a:buClr>
              <a:defRPr/>
            </a:pPr>
            <a:r>
              <a:rPr lang="zh-CN" altLang="en-US" dirty="0">
                <a:latin typeface="楷体_GB2312" charset="0"/>
                <a:ea typeface="楷体_GB2312" charset="0"/>
                <a:cs typeface="+mj-cs"/>
                <a:sym typeface="Symbol" charset="0"/>
              </a:rPr>
              <a:t>证明： </a:t>
            </a:r>
          </a:p>
        </p:txBody>
      </p:sp>
      <p:sp>
        <p:nvSpPr>
          <p:cNvPr id="96259" name="Rectangle 3">
            <a:extLst>
              <a:ext uri="{FF2B5EF4-FFF2-40B4-BE49-F238E27FC236}">
                <a16:creationId xmlns:a16="http://schemas.microsoft.com/office/drawing/2014/main" id="{F508D584-0523-554A-A45B-1E9CFE25C2F1}"/>
              </a:ext>
            </a:extLst>
          </p:cNvPr>
          <p:cNvSpPr>
            <a:spLocks noGrp="1" noChangeArrowheads="1"/>
          </p:cNvSpPr>
          <p:nvPr>
            <p:ph sz="quarter" idx="13"/>
          </p:nvPr>
        </p:nvSpPr>
        <p:spPr>
          <a:xfrm>
            <a:off x="76200" y="1371600"/>
            <a:ext cx="8915400" cy="2286000"/>
          </a:xfrm>
        </p:spPr>
        <p:txBody>
          <a:bodyPr/>
          <a:lstStyle/>
          <a:p>
            <a:pPr marL="0" indent="0" algn="just">
              <a:buFont typeface="Wingdings" pitchFamily="2" charset="2"/>
              <a:buNone/>
            </a:pPr>
            <a:r>
              <a:rPr kumimoji="0" lang="zh-CN" altLang="en-US" sz="3200">
                <a:latin typeface="Times New Roman" panose="02020603050405020304" pitchFamily="18" charset="0"/>
                <a:ea typeface="楷体_GB2312" pitchFamily="49" charset="-122"/>
                <a:sym typeface="Symbol" pitchFamily="2" charset="2"/>
              </a:rPr>
              <a:t>我们用|</a:t>
            </a:r>
            <a:r>
              <a:rPr kumimoji="0" lang="en-US" altLang="zh-CN" sz="3200">
                <a:latin typeface="Times New Roman" panose="02020603050405020304" pitchFamily="18" charset="0"/>
                <a:ea typeface="楷体_GB2312" pitchFamily="49" charset="-122"/>
                <a:sym typeface="Symbol" pitchFamily="2" charset="2"/>
              </a:rPr>
              <a:t>l|</a:t>
            </a:r>
            <a:r>
              <a:rPr kumimoji="0" lang="zh-CN" altLang="en-US" sz="3200">
                <a:latin typeface="Times New Roman" panose="02020603050405020304" pitchFamily="18" charset="0"/>
                <a:ea typeface="楷体_GB2312" pitchFamily="49" charset="-122"/>
                <a:sym typeface="Symbol" pitchFamily="2" charset="2"/>
              </a:rPr>
              <a:t>表示路</a:t>
            </a:r>
            <a:r>
              <a:rPr kumimoji="0" lang="en-US" altLang="zh-CN" sz="3200">
                <a:latin typeface="Times New Roman" panose="02020603050405020304" pitchFamily="18" charset="0"/>
                <a:ea typeface="楷体_GB2312" pitchFamily="49" charset="-122"/>
                <a:sym typeface="Symbol" pitchFamily="2" charset="2"/>
              </a:rPr>
              <a:t>l</a:t>
            </a:r>
            <a:r>
              <a:rPr kumimoji="0" lang="zh-CN" altLang="en-US" sz="3200">
                <a:latin typeface="Times New Roman" panose="02020603050405020304" pitchFamily="18" charset="0"/>
                <a:ea typeface="楷体_GB2312" pitchFamily="49" charset="-122"/>
                <a:sym typeface="Symbol" pitchFamily="2" charset="2"/>
              </a:rPr>
              <a:t>上所带权的和，则|</a:t>
            </a:r>
            <a:r>
              <a:rPr kumimoji="0" lang="en-US" altLang="zh-CN" sz="3200">
                <a:latin typeface="Times New Roman" panose="02020603050405020304" pitchFamily="18" charset="0"/>
                <a:ea typeface="楷体_GB2312" pitchFamily="49" charset="-122"/>
                <a:sym typeface="Symbol" pitchFamily="2" charset="2"/>
              </a:rPr>
              <a:t>l</a:t>
            </a:r>
            <a:r>
              <a:rPr kumimoji="0" lang="en-US" altLang="zh-CN" sz="3200" baseline="-30000">
                <a:latin typeface="Times New Roman" panose="02020603050405020304" pitchFamily="18" charset="0"/>
                <a:ea typeface="楷体_GB2312" pitchFamily="49" charset="-122"/>
                <a:sym typeface="Symbol" pitchFamily="2" charset="2"/>
              </a:rPr>
              <a:t>k+1</a:t>
            </a:r>
            <a:r>
              <a:rPr kumimoji="0" lang="en-US" altLang="zh-CN" sz="3200">
                <a:latin typeface="Times New Roman" panose="02020603050405020304" pitchFamily="18" charset="0"/>
                <a:ea typeface="楷体_GB2312" pitchFamily="49" charset="-122"/>
                <a:sym typeface="Symbol" pitchFamily="2" charset="2"/>
              </a:rPr>
              <a:t>|=d(u</a:t>
            </a:r>
            <a:r>
              <a:rPr kumimoji="0" lang="en-US" altLang="zh-CN" sz="3200" baseline="-30000">
                <a:latin typeface="Times New Roman" panose="02020603050405020304" pitchFamily="18" charset="0"/>
                <a:ea typeface="楷体_GB2312" pitchFamily="49" charset="-122"/>
                <a:sym typeface="Symbol" pitchFamily="2" charset="2"/>
              </a:rPr>
              <a:t>0</a:t>
            </a:r>
            <a:r>
              <a:rPr kumimoji="0" lang="en-US" altLang="zh-CN" sz="3200">
                <a:latin typeface="Times New Roman" panose="02020603050405020304" pitchFamily="18" charset="0"/>
                <a:ea typeface="楷体_GB2312" pitchFamily="49" charset="-122"/>
                <a:sym typeface="Symbol" pitchFamily="2" charset="2"/>
              </a:rPr>
              <a:t>, S</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a:t>
            </a:r>
          </a:p>
          <a:p>
            <a:pPr marL="0" indent="0" algn="just">
              <a:buFont typeface="Wingdings" pitchFamily="2" charset="2"/>
              <a:buNone/>
            </a:pPr>
            <a:r>
              <a:rPr kumimoji="0" lang="zh-CN" altLang="en-US" sz="3200">
                <a:latin typeface="Times New Roman" panose="02020603050405020304" pitchFamily="18" charset="0"/>
                <a:ea typeface="楷体_GB2312" pitchFamily="49" charset="-122"/>
                <a:sym typeface="Symbol" pitchFamily="2" charset="2"/>
              </a:rPr>
              <a:t>设</a:t>
            </a:r>
            <a:r>
              <a:rPr kumimoji="0" lang="en-US" altLang="zh-CN" sz="3200">
                <a:latin typeface="Times New Roman" panose="02020603050405020304" pitchFamily="18" charset="0"/>
                <a:ea typeface="楷体_GB2312" pitchFamily="49" charset="-122"/>
                <a:sym typeface="Symbol" pitchFamily="2" charset="2"/>
              </a:rPr>
              <a:t>l=(u</a:t>
            </a:r>
            <a:r>
              <a:rPr kumimoji="0" lang="en-US" altLang="zh-CN" sz="3200" baseline="-30000">
                <a:latin typeface="Times New Roman" panose="02020603050405020304" pitchFamily="18" charset="0"/>
                <a:ea typeface="楷体_GB2312" pitchFamily="49" charset="-122"/>
                <a:sym typeface="Symbol" pitchFamily="2" charset="2"/>
              </a:rPr>
              <a:t>0</a:t>
            </a:r>
            <a:r>
              <a:rPr kumimoji="0" lang="en-US" altLang="zh-CN" sz="3200">
                <a:latin typeface="Times New Roman" panose="02020603050405020304" pitchFamily="18" charset="0"/>
                <a:ea typeface="楷体_GB2312" pitchFamily="49" charset="-122"/>
                <a:sym typeface="Symbol" pitchFamily="2" charset="2"/>
              </a:rPr>
              <a:t>,v</a:t>
            </a:r>
            <a:r>
              <a:rPr kumimoji="0" lang="en-US" altLang="zh-CN" sz="3200" baseline="-30000">
                <a:latin typeface="Times New Roman" panose="02020603050405020304" pitchFamily="18" charset="0"/>
                <a:ea typeface="楷体_GB2312" pitchFamily="49" charset="-122"/>
                <a:sym typeface="Symbol" pitchFamily="2" charset="2"/>
              </a:rPr>
              <a:t>1</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,v</a:t>
            </a:r>
            <a:r>
              <a:rPr kumimoji="0" lang="en-US" altLang="zh-CN" sz="3200" baseline="-30000">
                <a:latin typeface="Times New Roman" panose="02020603050405020304" pitchFamily="18" charset="0"/>
                <a:ea typeface="楷体_GB2312" pitchFamily="49" charset="-122"/>
                <a:sym typeface="Symbol" pitchFamily="2" charset="2"/>
              </a:rPr>
              <a:t>r</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k+1</a:t>
            </a:r>
            <a:r>
              <a:rPr kumimoji="0" lang="en-US" altLang="zh-CN" sz="3200">
                <a:latin typeface="Times New Roman" panose="02020603050405020304" pitchFamily="18" charset="0"/>
                <a:ea typeface="楷体_GB2312" pitchFamily="49" charset="-122"/>
                <a:sym typeface="Symbol" pitchFamily="2" charset="2"/>
              </a:rPr>
              <a:t>)</a:t>
            </a:r>
            <a:r>
              <a:rPr kumimoji="0" lang="zh-CN" altLang="en-US" sz="3200">
                <a:latin typeface="Times New Roman" panose="02020603050405020304" pitchFamily="18" charset="0"/>
                <a:ea typeface="楷体_GB2312" pitchFamily="49" charset="-122"/>
                <a:sym typeface="Symbol" pitchFamily="2" charset="2"/>
              </a:rPr>
              <a:t>是</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0</a:t>
            </a:r>
            <a:r>
              <a:rPr kumimoji="0" lang="zh-CN" altLang="en-US" sz="3200">
                <a:latin typeface="Times New Roman" panose="02020603050405020304" pitchFamily="18" charset="0"/>
                <a:ea typeface="楷体_GB2312" pitchFamily="49" charset="-122"/>
                <a:sym typeface="Symbol" pitchFamily="2" charset="2"/>
              </a:rPr>
              <a:t>到</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k+1</a:t>
            </a:r>
            <a:r>
              <a:rPr kumimoji="0" lang="zh-CN" altLang="en-US" sz="3200">
                <a:latin typeface="Times New Roman" panose="02020603050405020304" pitchFamily="18" charset="0"/>
                <a:ea typeface="楷体_GB2312" pitchFamily="49" charset="-122"/>
                <a:sym typeface="Symbol" pitchFamily="2" charset="2"/>
              </a:rPr>
              <a:t>的任意一条路，以下证明|</a:t>
            </a:r>
            <a:r>
              <a:rPr kumimoji="0" lang="en-US" altLang="zh-CN" sz="3200">
                <a:latin typeface="Times New Roman" panose="02020603050405020304" pitchFamily="18" charset="0"/>
                <a:ea typeface="楷体_GB2312" pitchFamily="49" charset="-122"/>
                <a:sym typeface="Symbol" pitchFamily="2" charset="2"/>
              </a:rPr>
              <a:t>l||l</a:t>
            </a:r>
            <a:r>
              <a:rPr kumimoji="0" lang="en-US" altLang="zh-CN" sz="3200" baseline="-30000">
                <a:latin typeface="Times New Roman" panose="02020603050405020304" pitchFamily="18" charset="0"/>
                <a:ea typeface="楷体_GB2312" pitchFamily="49" charset="-122"/>
                <a:sym typeface="Symbol" pitchFamily="2" charset="2"/>
              </a:rPr>
              <a:t>k+1</a:t>
            </a:r>
            <a:r>
              <a:rPr kumimoji="0" lang="en-US" altLang="zh-CN" sz="3200">
                <a:latin typeface="Times New Roman" panose="02020603050405020304" pitchFamily="18" charset="0"/>
                <a:ea typeface="楷体_GB2312" pitchFamily="49" charset="-122"/>
                <a:sym typeface="Symbol" pitchFamily="2" charset="2"/>
              </a:rPr>
              <a:t>|。</a:t>
            </a:r>
            <a:endParaRPr kumimoji="0" lang="zh-CN" altLang="en-US" sz="3200">
              <a:latin typeface="Times New Roman" panose="02020603050405020304" pitchFamily="18" charset="0"/>
              <a:ea typeface="楷体_GB2312" pitchFamily="49" charset="-122"/>
              <a:sym typeface="Symbol" pitchFamily="2" charset="2"/>
            </a:endParaRPr>
          </a:p>
        </p:txBody>
      </p:sp>
      <p:grpSp>
        <p:nvGrpSpPr>
          <p:cNvPr id="96265" name="Group 9">
            <a:extLst>
              <a:ext uri="{FF2B5EF4-FFF2-40B4-BE49-F238E27FC236}">
                <a16:creationId xmlns:a16="http://schemas.microsoft.com/office/drawing/2014/main" id="{9ED46230-C154-6248-A4E0-3575453553E6}"/>
              </a:ext>
            </a:extLst>
          </p:cNvPr>
          <p:cNvGrpSpPr>
            <a:grpSpLocks/>
          </p:cNvGrpSpPr>
          <p:nvPr/>
        </p:nvGrpSpPr>
        <p:grpSpPr bwMode="auto">
          <a:xfrm>
            <a:off x="0" y="3657600"/>
            <a:ext cx="8763000" cy="2625725"/>
            <a:chOff x="48" y="2282"/>
            <a:chExt cx="5520" cy="1654"/>
          </a:xfrm>
        </p:grpSpPr>
        <p:sp>
          <p:nvSpPr>
            <p:cNvPr id="50182" name="Rectangle 6">
              <a:extLst>
                <a:ext uri="{FF2B5EF4-FFF2-40B4-BE49-F238E27FC236}">
                  <a16:creationId xmlns:a16="http://schemas.microsoft.com/office/drawing/2014/main" id="{800B8BA9-FAF7-9B4A-BAAD-D993E0CEDF4C}"/>
                </a:ext>
              </a:extLst>
            </p:cNvPr>
            <p:cNvSpPr>
              <a:spLocks noChangeArrowheads="1"/>
            </p:cNvSpPr>
            <p:nvPr/>
          </p:nvSpPr>
          <p:spPr bwMode="auto">
            <a:xfrm>
              <a:off x="48" y="2282"/>
              <a:ext cx="5520" cy="16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49263" indent="-449263">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sz="3200">
                  <a:solidFill>
                    <a:schemeClr val="tx2"/>
                  </a:solidFill>
                  <a:latin typeface="Times New Roman" panose="02020603050405020304" pitchFamily="18" charset="0"/>
                  <a:ea typeface="楷体_GB2312" pitchFamily="49" charset="-122"/>
                  <a:sym typeface="Symbol" pitchFamily="2" charset="2"/>
                </a:rPr>
                <a:t>1)</a:t>
              </a:r>
              <a:r>
                <a:rPr lang="zh-CN" altLang="en-US" sz="3200">
                  <a:latin typeface="Times New Roman" panose="02020603050405020304" pitchFamily="18" charset="0"/>
                  <a:ea typeface="楷体_GB2312" pitchFamily="49" charset="-122"/>
                  <a:sym typeface="Symbol" pitchFamily="2" charset="2"/>
                </a:rPr>
                <a:t> 若</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1</a:t>
              </a:r>
              <a:r>
                <a:rPr lang="en-US" altLang="zh-CN" sz="3200">
                  <a:latin typeface="Times New Roman" panose="02020603050405020304" pitchFamily="18" charset="0"/>
                  <a:ea typeface="楷体_GB2312" pitchFamily="49" charset="-122"/>
                  <a:sym typeface="Symbol" pitchFamily="2" charset="2"/>
                </a:rPr>
                <a:t>S’，</a:t>
              </a:r>
              <a:r>
                <a:rPr lang="zh-CN" altLang="en-US" sz="3200">
                  <a:latin typeface="Times New Roman" panose="02020603050405020304" pitchFamily="18" charset="0"/>
                  <a:ea typeface="楷体_GB2312" pitchFamily="49" charset="-122"/>
                  <a:sym typeface="Symbol" pitchFamily="2" charset="2"/>
                </a:rPr>
                <a:t>即</a:t>
              </a:r>
              <a:r>
                <a:rPr lang="en-US" altLang="zh-CN" sz="3200">
                  <a:latin typeface="Times New Roman" panose="02020603050405020304" pitchFamily="18" charset="0"/>
                  <a:ea typeface="楷体_GB2312" pitchFamily="49" charset="-122"/>
                  <a:sym typeface="Symbol" pitchFamily="2" charset="2"/>
                </a:rPr>
                <a:t>l</a:t>
              </a:r>
              <a:r>
                <a:rPr lang="zh-CN" altLang="en-US" sz="3200">
                  <a:latin typeface="Times New Roman" panose="02020603050405020304" pitchFamily="18" charset="0"/>
                  <a:ea typeface="楷体_GB2312" pitchFamily="49" charset="-122"/>
                  <a:sym typeface="Symbol" pitchFamily="2" charset="2"/>
                </a:rPr>
                <a:t>的第一步就进入</a:t>
              </a:r>
              <a:r>
                <a:rPr lang="en-US" altLang="zh-CN" sz="3200">
                  <a:latin typeface="Times New Roman" panose="02020603050405020304" pitchFamily="18" charset="0"/>
                  <a:ea typeface="楷体_GB2312" pitchFamily="49" charset="-122"/>
                  <a:sym typeface="Symbol" pitchFamily="2" charset="2"/>
                </a:rPr>
                <a:t>S’，</a:t>
              </a:r>
              <a:r>
                <a:rPr lang="zh-CN" altLang="en-US" sz="3200">
                  <a:latin typeface="Times New Roman" panose="02020603050405020304" pitchFamily="18" charset="0"/>
                  <a:ea typeface="楷体_GB2312" pitchFamily="49" charset="-122"/>
                  <a:sym typeface="Symbol" pitchFamily="2" charset="2"/>
                </a:rPr>
                <a:t>则|</a:t>
              </a:r>
              <a:r>
                <a:rPr lang="en-US" altLang="zh-CN" sz="3200">
                  <a:latin typeface="Times New Roman" panose="02020603050405020304" pitchFamily="18" charset="0"/>
                  <a:ea typeface="楷体_GB2312" pitchFamily="49" charset="-122"/>
                  <a:sym typeface="Symbol" pitchFamily="2" charset="2"/>
                </a:rPr>
                <a:t>l|=w(u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1</a:t>
              </a:r>
              <a:r>
                <a:rPr lang="en-US" altLang="zh-CN" sz="3200">
                  <a:latin typeface="Times New Roman" panose="02020603050405020304" pitchFamily="18" charset="0"/>
                  <a:ea typeface="楷体_GB2312" pitchFamily="49" charset="-122"/>
                  <a:sym typeface="Symbol" pitchFamily="2" charset="2"/>
                </a:rPr>
                <a:t>)+ w(v</a:t>
              </a:r>
              <a:r>
                <a:rPr lang="en-US" altLang="zh-CN" sz="3200" baseline="-30000">
                  <a:latin typeface="Times New Roman" panose="02020603050405020304" pitchFamily="18" charset="0"/>
                  <a:ea typeface="楷体_GB2312" pitchFamily="49" charset="-122"/>
                  <a:sym typeface="Symbol" pitchFamily="2" charset="2"/>
                </a:rPr>
                <a:t>1</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2</a:t>
              </a:r>
              <a:r>
                <a:rPr lang="en-US" altLang="zh-CN" sz="3200">
                  <a:latin typeface="Times New Roman" panose="02020603050405020304" pitchFamily="18" charset="0"/>
                  <a:ea typeface="楷体_GB2312" pitchFamily="49" charset="-122"/>
                  <a:sym typeface="Symbol" pitchFamily="2" charset="2"/>
                </a:rPr>
                <a:t>)+ …+ w(v</a:t>
              </a:r>
              <a:r>
                <a:rPr lang="en-US" altLang="zh-CN" sz="3200" baseline="-30000">
                  <a:latin typeface="Times New Roman" panose="02020603050405020304" pitchFamily="18" charset="0"/>
                  <a:ea typeface="楷体_GB2312" pitchFamily="49" charset="-122"/>
                  <a:sym typeface="Symbol" pitchFamily="2" charset="2"/>
                </a:rPr>
                <a:t>r</a:t>
              </a:r>
              <a:r>
                <a:rPr lang="en-US" altLang="zh-CN" sz="3200">
                  <a:latin typeface="Times New Roman" panose="02020603050405020304" pitchFamily="18" charset="0"/>
                  <a:ea typeface="楷体_GB2312" pitchFamily="49" charset="-122"/>
                  <a:sym typeface="Symbol" pitchFamily="2" charset="2"/>
                </a:rPr>
                <a:t>,u</a:t>
              </a:r>
              <a:r>
                <a:rPr lang="en-US" altLang="zh-CN" sz="3200" baseline="-30000">
                  <a:latin typeface="Times New Roman" panose="02020603050405020304" pitchFamily="18" charset="0"/>
                  <a:ea typeface="楷体_GB2312" pitchFamily="49" charset="-122"/>
                  <a:sym typeface="Symbol" pitchFamily="2" charset="2"/>
                </a:rPr>
                <a:t>k+1</a:t>
              </a:r>
              <a:r>
                <a:rPr lang="en-US" altLang="zh-CN" sz="3200">
                  <a:latin typeface="Times New Roman" panose="02020603050405020304" pitchFamily="18" charset="0"/>
                  <a:ea typeface="楷体_GB2312" pitchFamily="49" charset="-122"/>
                  <a:sym typeface="Symbol" pitchFamily="2" charset="2"/>
                </a:rPr>
                <a:t>)  w(u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1</a:t>
              </a:r>
              <a:r>
                <a:rPr lang="en-US" altLang="zh-CN" sz="3200">
                  <a:latin typeface="Times New Roman" panose="02020603050405020304" pitchFamily="18" charset="0"/>
                  <a:ea typeface="楷体_GB2312" pitchFamily="49" charset="-122"/>
                  <a:sym typeface="Symbol" pitchFamily="2" charset="2"/>
                </a:rPr>
                <a:t>) = d(u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)+w(u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1</a:t>
              </a:r>
              <a:r>
                <a:rPr lang="en-US" altLang="zh-CN" sz="3200">
                  <a:latin typeface="Times New Roman" panose="02020603050405020304" pitchFamily="18" charset="0"/>
                  <a:ea typeface="楷体_GB2312" pitchFamily="49" charset="-122"/>
                  <a:sym typeface="Symbol" pitchFamily="2" charset="2"/>
                </a:rPr>
                <a:t>)           {d(u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,u)+w(u,v)}= d(u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 S’) =|l</a:t>
              </a:r>
              <a:r>
                <a:rPr lang="en-US" altLang="zh-CN" sz="3200" baseline="-30000">
                  <a:latin typeface="Times New Roman" panose="02020603050405020304" pitchFamily="18" charset="0"/>
                  <a:ea typeface="楷体_GB2312" pitchFamily="49" charset="-122"/>
                  <a:sym typeface="Symbol" pitchFamily="2" charset="2"/>
                </a:rPr>
                <a:t>k+1</a:t>
              </a:r>
              <a:r>
                <a:rPr lang="en-US" altLang="zh-CN" sz="3200">
                  <a:latin typeface="Times New Roman" panose="02020603050405020304" pitchFamily="18" charset="0"/>
                  <a:ea typeface="楷体_GB2312" pitchFamily="49" charset="-122"/>
                  <a:sym typeface="Symbol" pitchFamily="2" charset="2"/>
                </a:rPr>
                <a:t>|。</a:t>
              </a:r>
              <a:endParaRPr lang="zh-CN" altLang="en-US" sz="3200">
                <a:latin typeface="Times New Roman" panose="02020603050405020304" pitchFamily="18" charset="0"/>
                <a:ea typeface="楷体_GB2312" pitchFamily="49" charset="-122"/>
                <a:sym typeface="Symbol" pitchFamily="2" charset="2"/>
              </a:endParaRPr>
            </a:p>
          </p:txBody>
        </p:sp>
        <p:graphicFrame>
          <p:nvGraphicFramePr>
            <p:cNvPr id="80902" name="Object 5">
              <a:extLst>
                <a:ext uri="{FF2B5EF4-FFF2-40B4-BE49-F238E27FC236}">
                  <a16:creationId xmlns:a16="http://schemas.microsoft.com/office/drawing/2014/main" id="{DAFCC2C2-45CA-9845-B4E4-B5DA00739A97}"/>
                </a:ext>
              </a:extLst>
            </p:cNvPr>
            <p:cNvGraphicFramePr>
              <a:graphicFrameLocks noChangeAspect="1"/>
            </p:cNvGraphicFramePr>
            <p:nvPr/>
          </p:nvGraphicFramePr>
          <p:xfrm>
            <a:off x="2544" y="3146"/>
            <a:ext cx="494" cy="602"/>
          </p:xfrm>
          <a:graphic>
            <a:graphicData uri="http://schemas.openxmlformats.org/presentationml/2006/ole">
              <mc:AlternateContent xmlns:mc="http://schemas.openxmlformats.org/markup-compatibility/2006">
                <mc:Choice xmlns:v="urn:schemas-microsoft-com:vml" Requires="v">
                  <p:oleObj spid="_x0000_s80909" name="公式" r:id="rId4" imgW="292100" imgH="368300" progId="Equation.3">
                    <p:embed/>
                  </p:oleObj>
                </mc:Choice>
                <mc:Fallback>
                  <p:oleObj name="公式" r:id="rId4" imgW="292100" imgH="3683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4" y="3146"/>
                          <a:ext cx="494" cy="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59">
                                            <p:txEl>
                                              <p:pRg st="1" end="1"/>
                                            </p:txEl>
                                          </p:spTgt>
                                        </p:tgtEl>
                                        <p:attrNameLst>
                                          <p:attrName>style.visibility</p:attrName>
                                        </p:attrNameLst>
                                      </p:cBhvr>
                                      <p:to>
                                        <p:strVal val="visible"/>
                                      </p:to>
                                    </p:set>
                                    <p:animEffect transition="in" filter="wipe(left)">
                                      <p:cBhvr>
                                        <p:cTn id="7" dur="500"/>
                                        <p:tgtEl>
                                          <p:spTgt spid="9625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6265"/>
                                        </p:tgtEl>
                                        <p:attrNameLst>
                                          <p:attrName>style.visibility</p:attrName>
                                        </p:attrNameLst>
                                      </p:cBhvr>
                                      <p:to>
                                        <p:strVal val="visible"/>
                                      </p:to>
                                    </p:set>
                                    <p:animEffect transition="in" filter="wipe(left)">
                                      <p:cBhvr>
                                        <p:cTn id="12" dur="500"/>
                                        <p:tgtEl>
                                          <p:spTgt spid="96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5" name="Slide Number Placeholder 5">
            <a:extLst>
              <a:ext uri="{FF2B5EF4-FFF2-40B4-BE49-F238E27FC236}">
                <a16:creationId xmlns:a16="http://schemas.microsoft.com/office/drawing/2014/main" id="{565AC39E-90AA-274C-8BD5-0E2A29DE4432}"/>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A080EDA3-7D55-2645-A39F-7B07644B9B87}" type="slidenum">
              <a:rPr kumimoji="0" lang="zh-CN" altLang="en-US" sz="1200"/>
              <a:pPr/>
              <a:t>48</a:t>
            </a:fld>
            <a:endParaRPr kumimoji="0" lang="en-US" altLang="zh-CN" sz="1200"/>
          </a:p>
        </p:txBody>
      </p:sp>
      <p:sp>
        <p:nvSpPr>
          <p:cNvPr id="98307" name="Rectangle 3">
            <a:extLst>
              <a:ext uri="{FF2B5EF4-FFF2-40B4-BE49-F238E27FC236}">
                <a16:creationId xmlns:a16="http://schemas.microsoft.com/office/drawing/2014/main" id="{3C4766D2-585B-4B40-A42A-971380BFB7E0}"/>
              </a:ext>
            </a:extLst>
          </p:cNvPr>
          <p:cNvSpPr>
            <a:spLocks noGrp="1" noChangeArrowheads="1"/>
          </p:cNvSpPr>
          <p:nvPr>
            <p:ph sz="quarter" idx="13"/>
          </p:nvPr>
        </p:nvSpPr>
        <p:spPr>
          <a:xfrm>
            <a:off x="76200" y="5486400"/>
            <a:ext cx="8382000" cy="1295400"/>
          </a:xfrm>
        </p:spPr>
        <p:txBody>
          <a:bodyPr/>
          <a:lstStyle/>
          <a:p>
            <a:pPr marL="352425" indent="-352425">
              <a:lnSpc>
                <a:spcPct val="110000"/>
              </a:lnSpc>
            </a:pPr>
            <a:r>
              <a:rPr kumimoji="0" lang="zh-CN" altLang="en-US" sz="3200">
                <a:latin typeface="宋体" panose="02010600030101010101" pitchFamily="2" charset="-122"/>
                <a:ea typeface="楷体_GB2312" pitchFamily="49" charset="-122"/>
                <a:sym typeface="Symbol" pitchFamily="2" charset="2"/>
              </a:rPr>
              <a:t>综上,</a:t>
            </a:r>
            <a:r>
              <a:rPr kumimoji="0" lang="en-US" altLang="zh-CN" sz="3200">
                <a:latin typeface="Times New Roman" panose="02020603050405020304" pitchFamily="18" charset="0"/>
                <a:ea typeface="楷体_GB2312" pitchFamily="49" charset="-122"/>
                <a:sym typeface="Symbol" pitchFamily="2" charset="2"/>
              </a:rPr>
              <a:t>l</a:t>
            </a:r>
            <a:r>
              <a:rPr kumimoji="0" lang="en-US" altLang="zh-CN" sz="3200" baseline="-30000">
                <a:latin typeface="Times New Roman" panose="02020603050405020304" pitchFamily="18" charset="0"/>
                <a:ea typeface="楷体_GB2312" pitchFamily="49" charset="-122"/>
                <a:sym typeface="Symbol" pitchFamily="2" charset="2"/>
              </a:rPr>
              <a:t>k+1</a:t>
            </a:r>
            <a:r>
              <a:rPr kumimoji="0" lang="zh-CN" altLang="en-US" sz="3200">
                <a:latin typeface="宋体" panose="02010600030101010101" pitchFamily="2" charset="-122"/>
                <a:ea typeface="楷体_GB2312" pitchFamily="49" charset="-122"/>
                <a:sym typeface="Symbol" pitchFamily="2" charset="2"/>
              </a:rPr>
              <a:t>是从</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0</a:t>
            </a:r>
            <a:r>
              <a:rPr kumimoji="0" lang="zh-CN" altLang="en-US" sz="3200">
                <a:latin typeface="宋体" panose="02010600030101010101" pitchFamily="2" charset="-122"/>
                <a:ea typeface="楷体_GB2312" pitchFamily="49" charset="-122"/>
                <a:sym typeface="Symbol" pitchFamily="2" charset="2"/>
              </a:rPr>
              <a:t>到</a:t>
            </a:r>
            <a:r>
              <a:rPr kumimoji="0" lang="en-US" altLang="zh-CN" sz="3200">
                <a:latin typeface="Times New Roman" panose="02020603050405020304" pitchFamily="18" charset="0"/>
                <a:ea typeface="楷体_GB2312" pitchFamily="49" charset="-122"/>
                <a:sym typeface="Symbol" pitchFamily="2" charset="2"/>
              </a:rPr>
              <a:t>u</a:t>
            </a:r>
            <a:r>
              <a:rPr kumimoji="0" lang="en-US" altLang="zh-CN" sz="3200" baseline="-30000">
                <a:latin typeface="Times New Roman" panose="02020603050405020304" pitchFamily="18" charset="0"/>
                <a:ea typeface="楷体_GB2312" pitchFamily="49" charset="-122"/>
                <a:sym typeface="Symbol" pitchFamily="2" charset="2"/>
              </a:rPr>
              <a:t>k+1</a:t>
            </a:r>
            <a:r>
              <a:rPr kumimoji="0" lang="zh-CN" altLang="en-US" sz="3200">
                <a:latin typeface="宋体" panose="02010600030101010101" pitchFamily="2" charset="-122"/>
                <a:ea typeface="楷体_GB2312" pitchFamily="49" charset="-122"/>
                <a:sym typeface="Symbol" pitchFamily="2" charset="2"/>
              </a:rPr>
              <a:t>的最短路其距离</a:t>
            </a:r>
            <a:br>
              <a:rPr kumimoji="0" lang="zh-CN" altLang="en-US" sz="3200">
                <a:latin typeface="宋体" panose="02010600030101010101" pitchFamily="2" charset="-122"/>
                <a:ea typeface="楷体_GB2312" pitchFamily="49" charset="-122"/>
                <a:sym typeface="Symbol" pitchFamily="2" charset="2"/>
              </a:rPr>
            </a:br>
            <a:r>
              <a:rPr kumimoji="0" lang="en-US" altLang="zh-CN" sz="3200">
                <a:latin typeface="Times New Roman" panose="02020603050405020304" pitchFamily="18" charset="0"/>
                <a:ea typeface="楷体_GB2312" pitchFamily="49" charset="-122"/>
                <a:sym typeface="Symbol" pitchFamily="2" charset="2"/>
              </a:rPr>
              <a:t>d(u</a:t>
            </a:r>
            <a:r>
              <a:rPr kumimoji="0" lang="en-US" altLang="zh-CN" sz="3200" baseline="-30000">
                <a:latin typeface="Times New Roman" panose="02020603050405020304" pitchFamily="18" charset="0"/>
                <a:ea typeface="楷体_GB2312" pitchFamily="49" charset="-122"/>
                <a:sym typeface="Symbol" pitchFamily="2" charset="2"/>
              </a:rPr>
              <a:t>0</a:t>
            </a:r>
            <a:r>
              <a:rPr kumimoji="0" lang="en-US" altLang="zh-CN" sz="3200">
                <a:latin typeface="Times New Roman" panose="02020603050405020304" pitchFamily="18" charset="0"/>
                <a:ea typeface="楷体_GB2312" pitchFamily="49" charset="-122"/>
                <a:sym typeface="Symbol" pitchFamily="2" charset="2"/>
              </a:rPr>
              <a:t>, u</a:t>
            </a:r>
            <a:r>
              <a:rPr kumimoji="0" lang="en-US" altLang="zh-CN" sz="3200" baseline="-30000">
                <a:latin typeface="Times New Roman" panose="02020603050405020304" pitchFamily="18" charset="0"/>
                <a:ea typeface="楷体_GB2312" pitchFamily="49" charset="-122"/>
                <a:sym typeface="Symbol" pitchFamily="2" charset="2"/>
              </a:rPr>
              <a:t>k+1</a:t>
            </a:r>
            <a:r>
              <a:rPr kumimoji="0" lang="en-US" altLang="zh-CN" sz="3200">
                <a:latin typeface="Times New Roman" panose="02020603050405020304" pitchFamily="18" charset="0"/>
                <a:ea typeface="楷体_GB2312" pitchFamily="49" charset="-122"/>
                <a:sym typeface="Symbol" pitchFamily="2" charset="2"/>
              </a:rPr>
              <a:t>)</a:t>
            </a:r>
            <a:r>
              <a:rPr kumimoji="0" lang="zh-CN" altLang="en-US" sz="3200">
                <a:latin typeface="宋体" panose="02010600030101010101" pitchFamily="2" charset="-122"/>
                <a:ea typeface="楷体_GB2312" pitchFamily="49" charset="-122"/>
                <a:sym typeface="Symbol" pitchFamily="2" charset="2"/>
              </a:rPr>
              <a:t>为</a:t>
            </a:r>
            <a:r>
              <a:rPr kumimoji="0" lang="en-US" altLang="zh-CN" sz="3200">
                <a:latin typeface="Times New Roman" panose="02020603050405020304" pitchFamily="18" charset="0"/>
                <a:ea typeface="楷体_GB2312" pitchFamily="49" charset="-122"/>
                <a:sym typeface="Symbol" pitchFamily="2" charset="2"/>
              </a:rPr>
              <a:t>d(u</a:t>
            </a:r>
            <a:r>
              <a:rPr kumimoji="0" lang="en-US" altLang="zh-CN" sz="3200" baseline="-30000">
                <a:latin typeface="Times New Roman" panose="02020603050405020304" pitchFamily="18" charset="0"/>
                <a:ea typeface="楷体_GB2312" pitchFamily="49" charset="-122"/>
                <a:sym typeface="Symbol" pitchFamily="2" charset="2"/>
              </a:rPr>
              <a:t>0</a:t>
            </a:r>
            <a:r>
              <a:rPr kumimoji="0" lang="en-US" altLang="zh-CN" sz="3200">
                <a:latin typeface="Times New Roman" panose="02020603050405020304" pitchFamily="18" charset="0"/>
                <a:ea typeface="楷体_GB2312" pitchFamily="49" charset="-122"/>
                <a:sym typeface="Symbol" pitchFamily="2" charset="2"/>
              </a:rPr>
              <a:t>, S</a:t>
            </a:r>
            <a:r>
              <a:rPr kumimoji="0" lang="en-US" altLang="zh-CN" sz="3200">
                <a:latin typeface="Arial" panose="020B0604020202020204" pitchFamily="34" charset="0"/>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a:t>
            </a:r>
            <a:r>
              <a:rPr kumimoji="0" lang="en-US" altLang="zh-CN" sz="3200">
                <a:latin typeface="宋体" panose="02010600030101010101" pitchFamily="2" charset="-122"/>
                <a:ea typeface="楷体_GB2312" pitchFamily="49" charset="-122"/>
                <a:sym typeface="Symbol" pitchFamily="2" charset="2"/>
              </a:rPr>
              <a:t>。</a:t>
            </a:r>
            <a:r>
              <a:rPr kumimoji="0" lang="en-US" altLang="zh-CN" sz="3200">
                <a:latin typeface="Times New Roman" panose="02020603050405020304" pitchFamily="18" charset="0"/>
                <a:ea typeface="楷体_GB2312" pitchFamily="49" charset="-122"/>
                <a:sym typeface="Symbol" pitchFamily="2" charset="2"/>
              </a:rPr>
              <a:t> </a:t>
            </a:r>
            <a:endParaRPr kumimoji="0" lang="zh-CN" altLang="en-US" sz="3200">
              <a:latin typeface="Times New Roman" panose="02020603050405020304" pitchFamily="18" charset="0"/>
              <a:ea typeface="楷体_GB2312" pitchFamily="49" charset="-122"/>
              <a:sym typeface="Symbol" pitchFamily="2" charset="2"/>
            </a:endParaRPr>
          </a:p>
        </p:txBody>
      </p:sp>
      <p:grpSp>
        <p:nvGrpSpPr>
          <p:cNvPr id="98316" name="Group 12">
            <a:extLst>
              <a:ext uri="{FF2B5EF4-FFF2-40B4-BE49-F238E27FC236}">
                <a16:creationId xmlns:a16="http://schemas.microsoft.com/office/drawing/2014/main" id="{2CC787F1-CB55-BC49-82B6-6264D49030E6}"/>
              </a:ext>
            </a:extLst>
          </p:cNvPr>
          <p:cNvGrpSpPr>
            <a:grpSpLocks/>
          </p:cNvGrpSpPr>
          <p:nvPr/>
        </p:nvGrpSpPr>
        <p:grpSpPr bwMode="auto">
          <a:xfrm>
            <a:off x="76200" y="76200"/>
            <a:ext cx="8534400" cy="2555875"/>
            <a:chOff x="48" y="48"/>
            <a:chExt cx="5376" cy="1610"/>
          </a:xfrm>
        </p:grpSpPr>
        <p:sp>
          <p:nvSpPr>
            <p:cNvPr id="51208" name="Rectangle 8">
              <a:extLst>
                <a:ext uri="{FF2B5EF4-FFF2-40B4-BE49-F238E27FC236}">
                  <a16:creationId xmlns:a16="http://schemas.microsoft.com/office/drawing/2014/main" id="{37B423D0-BE04-E54C-AAB3-FFE923E91B53}"/>
                </a:ext>
              </a:extLst>
            </p:cNvPr>
            <p:cNvSpPr>
              <a:spLocks noChangeArrowheads="1"/>
            </p:cNvSpPr>
            <p:nvPr/>
          </p:nvSpPr>
          <p:spPr bwMode="auto">
            <a:xfrm>
              <a:off x="48" y="48"/>
              <a:ext cx="5376" cy="14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52425" indent="-352425">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nSpc>
                  <a:spcPct val="110000"/>
                </a:lnSpc>
              </a:pPr>
              <a:r>
                <a:rPr lang="zh-CN" altLang="en-US" sz="3200">
                  <a:solidFill>
                    <a:schemeClr val="tx2"/>
                  </a:solidFill>
                  <a:latin typeface="Times New Roman" panose="02020603050405020304" pitchFamily="18" charset="0"/>
                  <a:ea typeface="楷体_GB2312" pitchFamily="49" charset="-122"/>
                  <a:sym typeface="Symbol" pitchFamily="2" charset="2"/>
                </a:rPr>
                <a:t>2)</a:t>
              </a:r>
              <a:r>
                <a:rPr lang="zh-CN" altLang="en-US" sz="3200">
                  <a:latin typeface="Times New Roman" panose="02020603050405020304" pitchFamily="18" charset="0"/>
                  <a:ea typeface="楷体_GB2312" pitchFamily="49" charset="-122"/>
                  <a:sym typeface="Symbol" pitchFamily="2" charset="2"/>
                </a:rPr>
                <a:t>若</a:t>
              </a:r>
              <a:r>
                <a:rPr lang="en-US" altLang="zh-CN" sz="3200">
                  <a:latin typeface="Times New Roman" panose="02020603050405020304" pitchFamily="18" charset="0"/>
                  <a:ea typeface="楷体_GB2312" pitchFamily="49" charset="-122"/>
                  <a:sym typeface="Symbol" pitchFamily="2" charset="2"/>
                </a:rPr>
                <a:t>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1</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r</a:t>
              </a:r>
              <a:r>
                <a:rPr lang="en-US" altLang="zh-CN" sz="3200">
                  <a:latin typeface="Times New Roman" panose="02020603050405020304" pitchFamily="18" charset="0"/>
                  <a:ea typeface="楷体_GB2312" pitchFamily="49" charset="-122"/>
                  <a:sym typeface="Symbol" pitchFamily="2" charset="2"/>
                </a:rPr>
                <a:t>S，</a:t>
              </a:r>
              <a:r>
                <a:rPr lang="zh-CN" altLang="en-US" sz="3200">
                  <a:latin typeface="Times New Roman" panose="02020603050405020304" pitchFamily="18" charset="0"/>
                  <a:ea typeface="楷体_GB2312" pitchFamily="49" charset="-122"/>
                  <a:sym typeface="Symbol" pitchFamily="2" charset="2"/>
                </a:rPr>
                <a:t>即</a:t>
              </a:r>
              <a:r>
                <a:rPr lang="en-US" altLang="zh-CN" sz="3200">
                  <a:latin typeface="Times New Roman" panose="02020603050405020304" pitchFamily="18" charset="0"/>
                  <a:ea typeface="楷体_GB2312" pitchFamily="49" charset="-122"/>
                  <a:sym typeface="Symbol" pitchFamily="2" charset="2"/>
                </a:rPr>
                <a:t>l</a:t>
              </a:r>
              <a:r>
                <a:rPr lang="zh-CN" altLang="en-US" sz="3200">
                  <a:latin typeface="Times New Roman" panose="02020603050405020304" pitchFamily="18" charset="0"/>
                  <a:ea typeface="楷体_GB2312" pitchFamily="49" charset="-122"/>
                  <a:sym typeface="Symbol" pitchFamily="2" charset="2"/>
                </a:rPr>
                <a:t>是在</a:t>
              </a:r>
              <a:r>
                <a:rPr lang="en-US" altLang="zh-CN" sz="3200">
                  <a:latin typeface="Times New Roman" panose="02020603050405020304" pitchFamily="18" charset="0"/>
                  <a:ea typeface="楷体_GB2312" pitchFamily="49" charset="-122"/>
                  <a:sym typeface="Symbol" pitchFamily="2" charset="2"/>
                </a:rPr>
                <a:t>S</a:t>
              </a:r>
              <a:r>
                <a:rPr lang="zh-CN" altLang="en-US" sz="3200">
                  <a:latin typeface="Times New Roman" panose="02020603050405020304" pitchFamily="18" charset="0"/>
                  <a:ea typeface="楷体_GB2312" pitchFamily="49" charset="-122"/>
                  <a:sym typeface="Symbol" pitchFamily="2" charset="2"/>
                </a:rPr>
                <a:t>中走，最后一步到达</a:t>
              </a:r>
              <a:r>
                <a:rPr lang="en-US" altLang="zh-CN" sz="3200">
                  <a:latin typeface="Times New Roman" panose="02020603050405020304" pitchFamily="18" charset="0"/>
                  <a:ea typeface="楷体_GB2312" pitchFamily="49" charset="-122"/>
                  <a:sym typeface="Symbol" pitchFamily="2" charset="2"/>
                </a:rPr>
                <a:t>u</a:t>
              </a:r>
              <a:r>
                <a:rPr lang="en-US" altLang="zh-CN" sz="3200" baseline="-30000">
                  <a:latin typeface="Times New Roman" panose="02020603050405020304" pitchFamily="18" charset="0"/>
                  <a:ea typeface="楷体_GB2312" pitchFamily="49" charset="-122"/>
                  <a:sym typeface="Symbol" pitchFamily="2" charset="2"/>
                </a:rPr>
                <a:t>k+1</a:t>
              </a:r>
              <a:r>
                <a:rPr lang="en-US" altLang="zh-CN" sz="3200">
                  <a:latin typeface="Times New Roman" panose="02020603050405020304" pitchFamily="18" charset="0"/>
                  <a:ea typeface="楷体_GB2312" pitchFamily="49" charset="-122"/>
                  <a:sym typeface="Symbol" pitchFamily="2" charset="2"/>
                </a:rPr>
                <a:t>，</a:t>
              </a:r>
              <a:r>
                <a:rPr lang="zh-CN" altLang="en-US" sz="3200">
                  <a:latin typeface="Times New Roman" panose="02020603050405020304" pitchFamily="18" charset="0"/>
                  <a:ea typeface="楷体_GB2312" pitchFamily="49" charset="-122"/>
                  <a:sym typeface="Symbol" pitchFamily="2" charset="2"/>
                </a:rPr>
                <a:t>则|</a:t>
              </a:r>
              <a:r>
                <a:rPr lang="en-US" altLang="zh-CN" sz="3200">
                  <a:latin typeface="Times New Roman" panose="02020603050405020304" pitchFamily="18" charset="0"/>
                  <a:ea typeface="楷体_GB2312" pitchFamily="49" charset="-122"/>
                  <a:sym typeface="Symbol" pitchFamily="2" charset="2"/>
                </a:rPr>
                <a:t>l|=|(u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1</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r</a:t>
              </a:r>
              <a:r>
                <a:rPr lang="en-US" altLang="zh-CN" sz="3200">
                  <a:latin typeface="Times New Roman" panose="02020603050405020304" pitchFamily="18" charset="0"/>
                  <a:ea typeface="楷体_GB2312" pitchFamily="49" charset="-122"/>
                  <a:sym typeface="Symbol" pitchFamily="2" charset="2"/>
                </a:rPr>
                <a:t>,u</a:t>
              </a:r>
              <a:r>
                <a:rPr lang="en-US" altLang="zh-CN" sz="3200" baseline="-30000">
                  <a:latin typeface="Times New Roman" panose="02020603050405020304" pitchFamily="18" charset="0"/>
                  <a:ea typeface="楷体_GB2312" pitchFamily="49" charset="-122"/>
                  <a:sym typeface="Symbol" pitchFamily="2" charset="2"/>
                </a:rPr>
                <a:t>k+1</a:t>
              </a:r>
              <a:r>
                <a:rPr lang="en-US" altLang="zh-CN" sz="3200">
                  <a:latin typeface="Times New Roman" panose="02020603050405020304" pitchFamily="18" charset="0"/>
                  <a:ea typeface="楷体_GB2312" pitchFamily="49" charset="-122"/>
                  <a:sym typeface="Symbol" pitchFamily="2" charset="2"/>
                </a:rPr>
                <a:t>)|=|(u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1</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r</a:t>
              </a:r>
              <a:r>
                <a:rPr lang="en-US" altLang="zh-CN" sz="3200">
                  <a:latin typeface="Times New Roman" panose="02020603050405020304" pitchFamily="18" charset="0"/>
                  <a:ea typeface="楷体_GB2312" pitchFamily="49" charset="-122"/>
                  <a:sym typeface="Symbol" pitchFamily="2" charset="2"/>
                </a:rPr>
                <a:t>)| +w(v</a:t>
              </a:r>
              <a:r>
                <a:rPr lang="en-US" altLang="zh-CN" sz="3200" baseline="-30000">
                  <a:latin typeface="Times New Roman" panose="02020603050405020304" pitchFamily="18" charset="0"/>
                  <a:ea typeface="楷体_GB2312" pitchFamily="49" charset="-122"/>
                  <a:sym typeface="Symbol" pitchFamily="2" charset="2"/>
                </a:rPr>
                <a:t>r</a:t>
              </a:r>
              <a:r>
                <a:rPr lang="en-US" altLang="zh-CN" sz="3200">
                  <a:latin typeface="Times New Roman" panose="02020603050405020304" pitchFamily="18" charset="0"/>
                  <a:ea typeface="楷体_GB2312" pitchFamily="49" charset="-122"/>
                  <a:sym typeface="Symbol" pitchFamily="2" charset="2"/>
                </a:rPr>
                <a:t>,u</a:t>
              </a:r>
              <a:r>
                <a:rPr lang="en-US" altLang="zh-CN" sz="3200" baseline="-30000">
                  <a:latin typeface="Times New Roman" panose="02020603050405020304" pitchFamily="18" charset="0"/>
                  <a:ea typeface="楷体_GB2312" pitchFamily="49" charset="-122"/>
                  <a:sym typeface="Symbol" pitchFamily="2" charset="2"/>
                </a:rPr>
                <a:t>k+1</a:t>
              </a:r>
              <a:r>
                <a:rPr lang="en-US" altLang="zh-CN" sz="3200">
                  <a:latin typeface="Times New Roman" panose="02020603050405020304" pitchFamily="18" charset="0"/>
                  <a:ea typeface="楷体_GB2312" pitchFamily="49" charset="-122"/>
                  <a:sym typeface="Symbol" pitchFamily="2" charset="2"/>
                </a:rPr>
                <a:t>) d(u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 v</a:t>
              </a:r>
              <a:r>
                <a:rPr lang="en-US" altLang="zh-CN" sz="3200" baseline="-30000">
                  <a:latin typeface="Times New Roman" panose="02020603050405020304" pitchFamily="18" charset="0"/>
                  <a:ea typeface="楷体_GB2312" pitchFamily="49" charset="-122"/>
                  <a:sym typeface="Symbol" pitchFamily="2" charset="2"/>
                </a:rPr>
                <a:t>r</a:t>
              </a:r>
              <a:r>
                <a:rPr lang="en-US" altLang="zh-CN" sz="3200">
                  <a:latin typeface="Times New Roman" panose="02020603050405020304" pitchFamily="18" charset="0"/>
                  <a:ea typeface="楷体_GB2312" pitchFamily="49" charset="-122"/>
                  <a:sym typeface="Symbol" pitchFamily="2" charset="2"/>
                </a:rPr>
                <a:t>)+ w(v</a:t>
              </a:r>
              <a:r>
                <a:rPr lang="en-US" altLang="zh-CN" sz="3200" baseline="-30000">
                  <a:latin typeface="Times New Roman" panose="02020603050405020304" pitchFamily="18" charset="0"/>
                  <a:ea typeface="楷体_GB2312" pitchFamily="49" charset="-122"/>
                  <a:sym typeface="Symbol" pitchFamily="2" charset="2"/>
                </a:rPr>
                <a:t>r</a:t>
              </a:r>
              <a:r>
                <a:rPr lang="en-US" altLang="zh-CN" sz="3200">
                  <a:latin typeface="Times New Roman" panose="02020603050405020304" pitchFamily="18" charset="0"/>
                  <a:ea typeface="楷体_GB2312" pitchFamily="49" charset="-122"/>
                  <a:sym typeface="Symbol" pitchFamily="2" charset="2"/>
                </a:rPr>
                <a:t>,u</a:t>
              </a:r>
              <a:r>
                <a:rPr lang="en-US" altLang="zh-CN" sz="3200" baseline="-30000">
                  <a:latin typeface="Times New Roman" panose="02020603050405020304" pitchFamily="18" charset="0"/>
                  <a:ea typeface="楷体_GB2312" pitchFamily="49" charset="-122"/>
                  <a:sym typeface="Symbol" pitchFamily="2" charset="2"/>
                </a:rPr>
                <a:t>k+1</a:t>
              </a:r>
              <a:r>
                <a:rPr lang="en-US" altLang="zh-CN" sz="3200">
                  <a:latin typeface="Times New Roman" panose="02020603050405020304" pitchFamily="18" charset="0"/>
                  <a:ea typeface="楷体_GB2312" pitchFamily="49" charset="-122"/>
                  <a:sym typeface="Symbol" pitchFamily="2" charset="2"/>
                </a:rPr>
                <a:t>) </a:t>
              </a:r>
              <a:br>
                <a:rPr lang="en-US" altLang="zh-CN" sz="3200">
                  <a:latin typeface="Times New Roman" panose="02020603050405020304" pitchFamily="18" charset="0"/>
                  <a:ea typeface="楷体_GB2312" pitchFamily="49" charset="-122"/>
                  <a:sym typeface="Symbol" pitchFamily="2" charset="2"/>
                </a:rPr>
              </a:br>
              <a:r>
                <a:rPr lang="en-US" altLang="zh-CN" sz="3200">
                  <a:latin typeface="Times New Roman" panose="02020603050405020304" pitchFamily="18" charset="0"/>
                  <a:ea typeface="楷体_GB2312" pitchFamily="49" charset="-122"/>
                  <a:sym typeface="Symbol" pitchFamily="2" charset="2"/>
                </a:rPr>
                <a:t>       {d(u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,u)+ w(u,v)}= d(u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 S’)=|l</a:t>
              </a:r>
              <a:r>
                <a:rPr lang="en-US" altLang="zh-CN" sz="3200" baseline="-30000">
                  <a:latin typeface="Times New Roman" panose="02020603050405020304" pitchFamily="18" charset="0"/>
                  <a:ea typeface="楷体_GB2312" pitchFamily="49" charset="-122"/>
                  <a:sym typeface="Symbol" pitchFamily="2" charset="2"/>
                </a:rPr>
                <a:t>k+1</a:t>
              </a:r>
              <a:r>
                <a:rPr lang="en-US" altLang="zh-CN" sz="3200">
                  <a:latin typeface="Times New Roman" panose="02020603050405020304" pitchFamily="18" charset="0"/>
                  <a:ea typeface="楷体_GB2312" pitchFamily="49" charset="-122"/>
                  <a:sym typeface="Symbol" pitchFamily="2" charset="2"/>
                </a:rPr>
                <a:t>|。</a:t>
              </a:r>
              <a:endParaRPr lang="zh-CN" altLang="en-US" sz="3200">
                <a:latin typeface="Times New Roman" panose="02020603050405020304" pitchFamily="18" charset="0"/>
                <a:ea typeface="楷体_GB2312" pitchFamily="49" charset="-122"/>
                <a:sym typeface="Symbol" pitchFamily="2" charset="2"/>
              </a:endParaRPr>
            </a:p>
          </p:txBody>
        </p:sp>
        <p:graphicFrame>
          <p:nvGraphicFramePr>
            <p:cNvPr id="82952" name="Object 5">
              <a:extLst>
                <a:ext uri="{FF2B5EF4-FFF2-40B4-BE49-F238E27FC236}">
                  <a16:creationId xmlns:a16="http://schemas.microsoft.com/office/drawing/2014/main" id="{FF0C24AF-3443-CF4A-8867-0D9043C2E43C}"/>
                </a:ext>
              </a:extLst>
            </p:cNvPr>
            <p:cNvGraphicFramePr>
              <a:graphicFrameLocks noChangeAspect="1"/>
            </p:cNvGraphicFramePr>
            <p:nvPr/>
          </p:nvGraphicFramePr>
          <p:xfrm>
            <a:off x="360" y="1158"/>
            <a:ext cx="411" cy="500"/>
          </p:xfrm>
          <a:graphic>
            <a:graphicData uri="http://schemas.openxmlformats.org/presentationml/2006/ole">
              <mc:AlternateContent xmlns:mc="http://schemas.openxmlformats.org/markup-compatibility/2006">
                <mc:Choice xmlns:v="urn:schemas-microsoft-com:vml" Requires="v">
                  <p:oleObj spid="_x0000_s82965" name="公式" r:id="rId4" imgW="292100" imgH="368300" progId="Equation.3">
                    <p:embed/>
                  </p:oleObj>
                </mc:Choice>
                <mc:Fallback>
                  <p:oleObj name="公式" r:id="rId4" imgW="292100" imgH="3683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 y="1158"/>
                          <a:ext cx="411" cy="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98317" name="Group 13">
            <a:extLst>
              <a:ext uri="{FF2B5EF4-FFF2-40B4-BE49-F238E27FC236}">
                <a16:creationId xmlns:a16="http://schemas.microsoft.com/office/drawing/2014/main" id="{E3F0060A-2A44-C44A-A398-544F7E8649EA}"/>
              </a:ext>
            </a:extLst>
          </p:cNvPr>
          <p:cNvGrpSpPr>
            <a:grpSpLocks/>
          </p:cNvGrpSpPr>
          <p:nvPr/>
        </p:nvGrpSpPr>
        <p:grpSpPr bwMode="auto">
          <a:xfrm>
            <a:off x="0" y="2667000"/>
            <a:ext cx="8610600" cy="2886075"/>
            <a:chOff x="0" y="1680"/>
            <a:chExt cx="5424" cy="1818"/>
          </a:xfrm>
        </p:grpSpPr>
        <p:sp>
          <p:nvSpPr>
            <p:cNvPr id="51206" name="Rectangle 10">
              <a:extLst>
                <a:ext uri="{FF2B5EF4-FFF2-40B4-BE49-F238E27FC236}">
                  <a16:creationId xmlns:a16="http://schemas.microsoft.com/office/drawing/2014/main" id="{08830C46-723A-2447-911A-9D2186E2F1D2}"/>
                </a:ext>
              </a:extLst>
            </p:cNvPr>
            <p:cNvSpPr>
              <a:spLocks noChangeArrowheads="1"/>
            </p:cNvSpPr>
            <p:nvPr/>
          </p:nvSpPr>
          <p:spPr bwMode="auto">
            <a:xfrm>
              <a:off x="0" y="1680"/>
              <a:ext cx="5424" cy="16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49263" indent="-449263">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lang="zh-CN" altLang="en-US" sz="3200">
                  <a:solidFill>
                    <a:schemeClr val="tx2"/>
                  </a:solidFill>
                  <a:latin typeface="Times New Roman" panose="02020603050405020304" pitchFamily="18" charset="0"/>
                  <a:ea typeface="楷体_GB2312" pitchFamily="49" charset="-122"/>
                  <a:sym typeface="Symbol" pitchFamily="2" charset="2"/>
                </a:rPr>
                <a:t> 3)</a:t>
              </a:r>
              <a:r>
                <a:rPr lang="zh-CN" altLang="en-US" sz="3200">
                  <a:latin typeface="Times New Roman" panose="02020603050405020304" pitchFamily="18" charset="0"/>
                  <a:ea typeface="楷体_GB2312" pitchFamily="49" charset="-122"/>
                  <a:sym typeface="Symbol" pitchFamily="2" charset="2"/>
                </a:rPr>
                <a:t>若</a:t>
              </a:r>
              <a:r>
                <a:rPr lang="en-US" altLang="zh-CN" sz="3200">
                  <a:latin typeface="Times New Roman" panose="02020603050405020304" pitchFamily="18" charset="0"/>
                  <a:ea typeface="楷体_GB2312" pitchFamily="49" charset="-122"/>
                  <a:sym typeface="Symbol" pitchFamily="2" charset="2"/>
                </a:rPr>
                <a:t>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1</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i</a:t>
              </a:r>
              <a:r>
                <a:rPr lang="en-US" altLang="zh-CN" sz="3200">
                  <a:latin typeface="Times New Roman" panose="02020603050405020304" pitchFamily="18" charset="0"/>
                  <a:ea typeface="楷体_GB2312" pitchFamily="49" charset="-122"/>
                  <a:sym typeface="Symbol" pitchFamily="2" charset="2"/>
                </a:rPr>
                <a:t>S，</a:t>
              </a:r>
              <a:r>
                <a:rPr lang="zh-CN" altLang="en-US" sz="3200">
                  <a:latin typeface="Times New Roman" panose="02020603050405020304" pitchFamily="18" charset="0"/>
                  <a:ea typeface="楷体_GB2312" pitchFamily="49" charset="-122"/>
                  <a:sym typeface="Symbol" pitchFamily="2" charset="2"/>
                </a:rPr>
                <a:t>而</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i+1</a:t>
              </a:r>
              <a:r>
                <a:rPr lang="en-US" altLang="zh-CN" sz="3200">
                  <a:latin typeface="Times New Roman" panose="02020603050405020304" pitchFamily="18" charset="0"/>
                  <a:ea typeface="楷体_GB2312" pitchFamily="49" charset="-122"/>
                  <a:sym typeface="Symbol" pitchFamily="2" charset="2"/>
                </a:rPr>
                <a:t>S’，</a:t>
              </a:r>
              <a:r>
                <a:rPr lang="zh-CN" altLang="en-US" sz="3200">
                  <a:latin typeface="Times New Roman" panose="02020603050405020304" pitchFamily="18" charset="0"/>
                  <a:ea typeface="楷体_GB2312" pitchFamily="49" charset="-122"/>
                  <a:sym typeface="Symbol" pitchFamily="2" charset="2"/>
                </a:rPr>
                <a:t>其中1</a:t>
              </a:r>
              <a:r>
                <a:rPr lang="en-US" altLang="zh-CN" sz="3200">
                  <a:latin typeface="Times New Roman" panose="02020603050405020304" pitchFamily="18" charset="0"/>
                  <a:ea typeface="楷体_GB2312" pitchFamily="49" charset="-122"/>
                  <a:sym typeface="Symbol" pitchFamily="2" charset="2"/>
                </a:rPr>
                <a:t>ir，</a:t>
              </a:r>
              <a:r>
                <a:rPr lang="zh-CN" altLang="en-US" sz="3200">
                  <a:latin typeface="Times New Roman" panose="02020603050405020304" pitchFamily="18" charset="0"/>
                  <a:ea typeface="楷体_GB2312" pitchFamily="49" charset="-122"/>
                  <a:sym typeface="Symbol" pitchFamily="2" charset="2"/>
                </a:rPr>
                <a:t>即</a:t>
              </a:r>
              <a:r>
                <a:rPr lang="en-US" altLang="zh-CN" sz="3200">
                  <a:latin typeface="Times New Roman" panose="02020603050405020304" pitchFamily="18" charset="0"/>
                  <a:ea typeface="楷体_GB2312" pitchFamily="49" charset="-122"/>
                  <a:sym typeface="Symbol" pitchFamily="2" charset="2"/>
                </a:rPr>
                <a:t>l</a:t>
              </a:r>
              <a:r>
                <a:rPr lang="zh-CN" altLang="en-US" sz="3200">
                  <a:latin typeface="Times New Roman" panose="02020603050405020304" pitchFamily="18" charset="0"/>
                  <a:ea typeface="楷体_GB2312" pitchFamily="49" charset="-122"/>
                  <a:sym typeface="Symbol" pitchFamily="2" charset="2"/>
                </a:rPr>
                <a:t>的第一步在</a:t>
              </a:r>
              <a:r>
                <a:rPr lang="en-US" altLang="zh-CN" sz="3200">
                  <a:latin typeface="Times New Roman" panose="02020603050405020304" pitchFamily="18" charset="0"/>
                  <a:ea typeface="楷体_GB2312" pitchFamily="49" charset="-122"/>
                  <a:sym typeface="Symbol" pitchFamily="2" charset="2"/>
                </a:rPr>
                <a:t>S</a:t>
              </a:r>
              <a:r>
                <a:rPr lang="zh-CN" altLang="en-US" sz="3200">
                  <a:latin typeface="Times New Roman" panose="02020603050405020304" pitchFamily="18" charset="0"/>
                  <a:ea typeface="楷体_GB2312" pitchFamily="49" charset="-122"/>
                  <a:sym typeface="Symbol" pitchFamily="2" charset="2"/>
                </a:rPr>
                <a:t>中，中途跑出</a:t>
              </a:r>
              <a:r>
                <a:rPr lang="en-US" altLang="zh-CN" sz="3200">
                  <a:latin typeface="Times New Roman" panose="02020603050405020304" pitchFamily="18" charset="0"/>
                  <a:ea typeface="楷体_GB2312" pitchFamily="49" charset="-122"/>
                  <a:sym typeface="Symbol" pitchFamily="2" charset="2"/>
                </a:rPr>
                <a:t>S</a:t>
              </a:r>
              <a:r>
                <a:rPr lang="zh-CN" altLang="en-US" sz="3200">
                  <a:latin typeface="Times New Roman" panose="02020603050405020304" pitchFamily="18" charset="0"/>
                  <a:ea typeface="楷体_GB2312" pitchFamily="49" charset="-122"/>
                  <a:sym typeface="Symbol" pitchFamily="2" charset="2"/>
                </a:rPr>
                <a:t>到</a:t>
              </a:r>
              <a:r>
                <a:rPr lang="en-US" altLang="zh-CN" sz="3200">
                  <a:latin typeface="Times New Roman" panose="02020603050405020304" pitchFamily="18" charset="0"/>
                  <a:ea typeface="楷体_GB2312" pitchFamily="49" charset="-122"/>
                  <a:sym typeface="Symbol" pitchFamily="2" charset="2"/>
                </a:rPr>
                <a:t>S’，</a:t>
              </a:r>
              <a:r>
                <a:rPr lang="zh-CN" altLang="en-US" sz="3200">
                  <a:latin typeface="Times New Roman" panose="02020603050405020304" pitchFamily="18" charset="0"/>
                  <a:ea typeface="楷体_GB2312" pitchFamily="49" charset="-122"/>
                  <a:sym typeface="Symbol" pitchFamily="2" charset="2"/>
                </a:rPr>
                <a:t>最后到达</a:t>
              </a:r>
              <a:r>
                <a:rPr lang="en-US" altLang="zh-CN" sz="3200">
                  <a:latin typeface="Times New Roman" panose="02020603050405020304" pitchFamily="18" charset="0"/>
                  <a:ea typeface="楷体_GB2312" pitchFamily="49" charset="-122"/>
                  <a:sym typeface="Symbol" pitchFamily="2" charset="2"/>
                </a:rPr>
                <a:t>u</a:t>
              </a:r>
              <a:r>
                <a:rPr lang="en-US" altLang="zh-CN" sz="3200" baseline="-30000">
                  <a:latin typeface="Times New Roman" panose="02020603050405020304" pitchFamily="18" charset="0"/>
                  <a:ea typeface="楷体_GB2312" pitchFamily="49" charset="-122"/>
                  <a:sym typeface="Symbol" pitchFamily="2" charset="2"/>
                </a:rPr>
                <a:t>k+1</a:t>
              </a:r>
              <a:r>
                <a:rPr lang="en-US" altLang="zh-CN" sz="3200">
                  <a:latin typeface="Times New Roman" panose="02020603050405020304" pitchFamily="18" charset="0"/>
                  <a:ea typeface="楷体_GB2312" pitchFamily="49" charset="-122"/>
                  <a:sym typeface="Symbol" pitchFamily="2" charset="2"/>
                </a:rPr>
                <a:t>。</a:t>
              </a:r>
              <a:r>
                <a:rPr lang="zh-CN" altLang="en-US" sz="3200">
                  <a:latin typeface="Times New Roman" panose="02020603050405020304" pitchFamily="18" charset="0"/>
                  <a:ea typeface="楷体_GB2312" pitchFamily="49" charset="-122"/>
                  <a:sym typeface="Symbol" pitchFamily="2" charset="2"/>
                </a:rPr>
                <a:t>则|</a:t>
              </a:r>
              <a:r>
                <a:rPr lang="en-US" altLang="zh-CN" sz="3200">
                  <a:latin typeface="Times New Roman" panose="02020603050405020304" pitchFamily="18" charset="0"/>
                  <a:ea typeface="楷体_GB2312" pitchFamily="49" charset="-122"/>
                  <a:sym typeface="Symbol" pitchFamily="2" charset="2"/>
                </a:rPr>
                <a:t>l|=|(u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1</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r</a:t>
              </a:r>
              <a:r>
                <a:rPr lang="en-US" altLang="zh-CN" sz="3200">
                  <a:latin typeface="Times New Roman" panose="02020603050405020304" pitchFamily="18" charset="0"/>
                  <a:ea typeface="楷体_GB2312" pitchFamily="49" charset="-122"/>
                  <a:sym typeface="Symbol" pitchFamily="2" charset="2"/>
                </a:rPr>
                <a:t>,u</a:t>
              </a:r>
              <a:r>
                <a:rPr lang="en-US" altLang="zh-CN" sz="3200" baseline="-30000">
                  <a:latin typeface="Times New Roman" panose="02020603050405020304" pitchFamily="18" charset="0"/>
                  <a:ea typeface="楷体_GB2312" pitchFamily="49" charset="-122"/>
                  <a:sym typeface="Symbol" pitchFamily="2" charset="2"/>
                </a:rPr>
                <a:t>k+1</a:t>
              </a:r>
              <a:r>
                <a:rPr lang="en-US" altLang="zh-CN" sz="3200">
                  <a:latin typeface="Times New Roman" panose="02020603050405020304" pitchFamily="18" charset="0"/>
                  <a:ea typeface="楷体_GB2312" pitchFamily="49" charset="-122"/>
                  <a:sym typeface="Symbol" pitchFamily="2" charset="2"/>
                </a:rPr>
                <a:t>)||(u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1</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i</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i+1</a:t>
              </a:r>
              <a:r>
                <a:rPr lang="en-US" altLang="zh-CN" sz="3200">
                  <a:latin typeface="Times New Roman" panose="02020603050405020304" pitchFamily="18" charset="0"/>
                  <a:ea typeface="楷体_GB2312" pitchFamily="49" charset="-122"/>
                  <a:sym typeface="Symbol" pitchFamily="2" charset="2"/>
                </a:rPr>
                <a:t>)| </a:t>
              </a:r>
              <a:br>
                <a:rPr lang="en-US" altLang="zh-CN" sz="3200">
                  <a:latin typeface="Times New Roman" panose="02020603050405020304" pitchFamily="18" charset="0"/>
                  <a:ea typeface="楷体_GB2312" pitchFamily="49" charset="-122"/>
                  <a:sym typeface="Symbol" pitchFamily="2" charset="2"/>
                </a:rPr>
              </a:br>
              <a:r>
                <a:rPr lang="en-US" altLang="zh-CN" sz="3200">
                  <a:latin typeface="Times New Roman" panose="02020603050405020304" pitchFamily="18" charset="0"/>
                  <a:ea typeface="楷体_GB2312" pitchFamily="49" charset="-122"/>
                  <a:sym typeface="Symbol" pitchFamily="2" charset="2"/>
                </a:rPr>
                <a:t>=|(u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 v</a:t>
              </a:r>
              <a:r>
                <a:rPr lang="en-US" altLang="zh-CN" sz="3200" baseline="-30000">
                  <a:latin typeface="Times New Roman" panose="02020603050405020304" pitchFamily="18" charset="0"/>
                  <a:ea typeface="楷体_GB2312" pitchFamily="49" charset="-122"/>
                  <a:sym typeface="Symbol" pitchFamily="2" charset="2"/>
                </a:rPr>
                <a:t>1</a:t>
              </a:r>
              <a:r>
                <a:rPr lang="en-US" altLang="zh-CN" sz="3200">
                  <a:latin typeface="Times New Roman" panose="02020603050405020304" pitchFamily="18" charset="0"/>
                  <a:ea typeface="楷体_GB2312" pitchFamily="49" charset="-122"/>
                  <a:sym typeface="Symbol" pitchFamily="2" charset="2"/>
                </a:rPr>
                <a:t>, …,v</a:t>
              </a:r>
              <a:r>
                <a:rPr lang="en-US" altLang="zh-CN" sz="3200" baseline="-30000">
                  <a:latin typeface="Times New Roman" panose="02020603050405020304" pitchFamily="18" charset="0"/>
                  <a:ea typeface="楷体_GB2312" pitchFamily="49" charset="-122"/>
                  <a:sym typeface="Symbol" pitchFamily="2" charset="2"/>
                </a:rPr>
                <a:t>i</a:t>
              </a:r>
              <a:r>
                <a:rPr lang="en-US" altLang="zh-CN" sz="3200">
                  <a:latin typeface="Times New Roman" panose="02020603050405020304" pitchFamily="18" charset="0"/>
                  <a:ea typeface="楷体_GB2312" pitchFamily="49" charset="-122"/>
                  <a:sym typeface="Symbol" pitchFamily="2" charset="2"/>
                </a:rPr>
                <a:t>)|+w(v</a:t>
              </a:r>
              <a:r>
                <a:rPr lang="en-US" altLang="zh-CN" sz="3200" baseline="-30000">
                  <a:latin typeface="Times New Roman" panose="02020603050405020304" pitchFamily="18" charset="0"/>
                  <a:ea typeface="楷体_GB2312" pitchFamily="49" charset="-122"/>
                  <a:sym typeface="Symbol" pitchFamily="2" charset="2"/>
                </a:rPr>
                <a:t>i</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i+1</a:t>
              </a:r>
              <a:r>
                <a:rPr lang="en-US" altLang="zh-CN" sz="3200">
                  <a:latin typeface="Times New Roman" panose="02020603050405020304" pitchFamily="18" charset="0"/>
                  <a:ea typeface="楷体_GB2312" pitchFamily="49" charset="-122"/>
                  <a:sym typeface="Symbol" pitchFamily="2" charset="2"/>
                </a:rPr>
                <a:t>)d(u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 v</a:t>
              </a:r>
              <a:r>
                <a:rPr lang="en-US" altLang="zh-CN" sz="3200" baseline="-30000">
                  <a:latin typeface="Times New Roman" panose="02020603050405020304" pitchFamily="18" charset="0"/>
                  <a:ea typeface="楷体_GB2312" pitchFamily="49" charset="-122"/>
                  <a:sym typeface="Symbol" pitchFamily="2" charset="2"/>
                </a:rPr>
                <a:t>i</a:t>
              </a:r>
              <a:r>
                <a:rPr lang="en-US" altLang="zh-CN" sz="3200">
                  <a:latin typeface="Times New Roman" panose="02020603050405020304" pitchFamily="18" charset="0"/>
                  <a:ea typeface="楷体_GB2312" pitchFamily="49" charset="-122"/>
                  <a:sym typeface="Symbol" pitchFamily="2" charset="2"/>
                </a:rPr>
                <a:t>)+ w(v</a:t>
              </a:r>
              <a:r>
                <a:rPr lang="en-US" altLang="zh-CN" sz="3200" baseline="-30000">
                  <a:latin typeface="Times New Roman" panose="02020603050405020304" pitchFamily="18" charset="0"/>
                  <a:ea typeface="楷体_GB2312" pitchFamily="49" charset="-122"/>
                  <a:sym typeface="Symbol" pitchFamily="2" charset="2"/>
                </a:rPr>
                <a:t>i</a:t>
              </a:r>
              <a:r>
                <a:rPr lang="en-US" altLang="zh-CN" sz="3200">
                  <a:latin typeface="Times New Roman" panose="02020603050405020304" pitchFamily="18" charset="0"/>
                  <a:ea typeface="楷体_GB2312" pitchFamily="49" charset="-122"/>
                  <a:sym typeface="Symbol" pitchFamily="2" charset="2"/>
                </a:rPr>
                <a:t>,v</a:t>
              </a:r>
              <a:r>
                <a:rPr lang="en-US" altLang="zh-CN" sz="3200" baseline="-30000">
                  <a:latin typeface="Times New Roman" panose="02020603050405020304" pitchFamily="18" charset="0"/>
                  <a:ea typeface="楷体_GB2312" pitchFamily="49" charset="-122"/>
                  <a:sym typeface="Symbol" pitchFamily="2" charset="2"/>
                </a:rPr>
                <a:t>i+1</a:t>
              </a:r>
              <a:r>
                <a:rPr lang="en-US" altLang="zh-CN" sz="3200">
                  <a:latin typeface="Times New Roman" panose="02020603050405020304" pitchFamily="18" charset="0"/>
                  <a:ea typeface="楷体_GB2312" pitchFamily="49" charset="-122"/>
                  <a:sym typeface="Symbol" pitchFamily="2" charset="2"/>
                </a:rPr>
                <a:t>)  	     {d(u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,u)+w(u,v)}= d(u</a:t>
              </a:r>
              <a:r>
                <a:rPr lang="en-US" altLang="zh-CN" sz="3200" baseline="-30000">
                  <a:latin typeface="Times New Roman" panose="02020603050405020304" pitchFamily="18" charset="0"/>
                  <a:ea typeface="楷体_GB2312" pitchFamily="49" charset="-122"/>
                  <a:sym typeface="Symbol" pitchFamily="2" charset="2"/>
                </a:rPr>
                <a:t>0</a:t>
              </a:r>
              <a:r>
                <a:rPr lang="en-US" altLang="zh-CN" sz="3200">
                  <a:latin typeface="Times New Roman" panose="02020603050405020304" pitchFamily="18" charset="0"/>
                  <a:ea typeface="楷体_GB2312" pitchFamily="49" charset="-122"/>
                  <a:sym typeface="Symbol" pitchFamily="2" charset="2"/>
                </a:rPr>
                <a:t>, S’)=|l</a:t>
              </a:r>
              <a:r>
                <a:rPr lang="en-US" altLang="zh-CN" sz="3200" baseline="-30000">
                  <a:latin typeface="Times New Roman" panose="02020603050405020304" pitchFamily="18" charset="0"/>
                  <a:ea typeface="楷体_GB2312" pitchFamily="49" charset="-122"/>
                  <a:sym typeface="Symbol" pitchFamily="2" charset="2"/>
                </a:rPr>
                <a:t>k+1</a:t>
              </a:r>
              <a:r>
                <a:rPr lang="en-US" altLang="zh-CN" sz="3200">
                  <a:latin typeface="Times New Roman" panose="02020603050405020304" pitchFamily="18" charset="0"/>
                  <a:ea typeface="楷体_GB2312" pitchFamily="49" charset="-122"/>
                  <a:sym typeface="Symbol" pitchFamily="2" charset="2"/>
                </a:rPr>
                <a:t>|。</a:t>
              </a:r>
              <a:endParaRPr lang="zh-CN" altLang="en-US" sz="3200">
                <a:latin typeface="Times New Roman" panose="02020603050405020304" pitchFamily="18" charset="0"/>
                <a:ea typeface="楷体_GB2312" pitchFamily="49" charset="-122"/>
                <a:sym typeface="Symbol" pitchFamily="2" charset="2"/>
              </a:endParaRPr>
            </a:p>
          </p:txBody>
        </p:sp>
        <p:graphicFrame>
          <p:nvGraphicFramePr>
            <p:cNvPr id="82950" name="Object 6">
              <a:extLst>
                <a:ext uri="{FF2B5EF4-FFF2-40B4-BE49-F238E27FC236}">
                  <a16:creationId xmlns:a16="http://schemas.microsoft.com/office/drawing/2014/main" id="{82D948B0-B5EF-134B-AE91-E657F17BBD92}"/>
                </a:ext>
              </a:extLst>
            </p:cNvPr>
            <p:cNvGraphicFramePr>
              <a:graphicFrameLocks noChangeAspect="1"/>
            </p:cNvGraphicFramePr>
            <p:nvPr/>
          </p:nvGraphicFramePr>
          <p:xfrm>
            <a:off x="551" y="2997"/>
            <a:ext cx="412" cy="501"/>
          </p:xfrm>
          <a:graphic>
            <a:graphicData uri="http://schemas.openxmlformats.org/presentationml/2006/ole">
              <mc:AlternateContent xmlns:mc="http://schemas.openxmlformats.org/markup-compatibility/2006">
                <mc:Choice xmlns:v="urn:schemas-microsoft-com:vml" Requires="v">
                  <p:oleObj spid="_x0000_s82966" name="公式" r:id="rId6" imgW="292100" imgH="368300" progId="Equation.3">
                    <p:embed/>
                  </p:oleObj>
                </mc:Choice>
                <mc:Fallback>
                  <p:oleObj name="公式" r:id="rId6" imgW="292100" imgH="3683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1" y="2997"/>
                          <a:ext cx="412"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98316"/>
                                        </p:tgtEl>
                                        <p:attrNameLst>
                                          <p:attrName>style.visibility</p:attrName>
                                        </p:attrNameLst>
                                      </p:cBhvr>
                                      <p:to>
                                        <p:strVal val="visible"/>
                                      </p:to>
                                    </p:set>
                                    <p:anim calcmode="lin" valueType="num">
                                      <p:cBhvr>
                                        <p:cTn id="7" dur="1000" fill="hold"/>
                                        <p:tgtEl>
                                          <p:spTgt spid="98316"/>
                                        </p:tgtEl>
                                        <p:attrNameLst>
                                          <p:attrName>ppt_w</p:attrName>
                                        </p:attrNameLst>
                                      </p:cBhvr>
                                      <p:tavLst>
                                        <p:tav tm="0">
                                          <p:val>
                                            <p:strVal val="#ppt_w*0.70"/>
                                          </p:val>
                                        </p:tav>
                                        <p:tav tm="100000">
                                          <p:val>
                                            <p:strVal val="#ppt_w"/>
                                          </p:val>
                                        </p:tav>
                                      </p:tavLst>
                                    </p:anim>
                                    <p:anim calcmode="lin" valueType="num">
                                      <p:cBhvr>
                                        <p:cTn id="8" dur="1000" fill="hold"/>
                                        <p:tgtEl>
                                          <p:spTgt spid="98316"/>
                                        </p:tgtEl>
                                        <p:attrNameLst>
                                          <p:attrName>ppt_h</p:attrName>
                                        </p:attrNameLst>
                                      </p:cBhvr>
                                      <p:tavLst>
                                        <p:tav tm="0">
                                          <p:val>
                                            <p:strVal val="#ppt_h"/>
                                          </p:val>
                                        </p:tav>
                                        <p:tav tm="100000">
                                          <p:val>
                                            <p:strVal val="#ppt_h"/>
                                          </p:val>
                                        </p:tav>
                                      </p:tavLst>
                                    </p:anim>
                                    <p:animEffect transition="in" filter="fade">
                                      <p:cBhvr>
                                        <p:cTn id="9" dur="1000"/>
                                        <p:tgtEl>
                                          <p:spTgt spid="9831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98317"/>
                                        </p:tgtEl>
                                        <p:attrNameLst>
                                          <p:attrName>style.visibility</p:attrName>
                                        </p:attrNameLst>
                                      </p:cBhvr>
                                      <p:to>
                                        <p:strVal val="visible"/>
                                      </p:to>
                                    </p:set>
                                    <p:anim calcmode="lin" valueType="num">
                                      <p:cBhvr>
                                        <p:cTn id="14" dur="1000" fill="hold"/>
                                        <p:tgtEl>
                                          <p:spTgt spid="98317"/>
                                        </p:tgtEl>
                                        <p:attrNameLst>
                                          <p:attrName>ppt_w</p:attrName>
                                        </p:attrNameLst>
                                      </p:cBhvr>
                                      <p:tavLst>
                                        <p:tav tm="0">
                                          <p:val>
                                            <p:strVal val="#ppt_w*0.70"/>
                                          </p:val>
                                        </p:tav>
                                        <p:tav tm="100000">
                                          <p:val>
                                            <p:strVal val="#ppt_w"/>
                                          </p:val>
                                        </p:tav>
                                      </p:tavLst>
                                    </p:anim>
                                    <p:anim calcmode="lin" valueType="num">
                                      <p:cBhvr>
                                        <p:cTn id="15" dur="1000" fill="hold"/>
                                        <p:tgtEl>
                                          <p:spTgt spid="98317"/>
                                        </p:tgtEl>
                                        <p:attrNameLst>
                                          <p:attrName>ppt_h</p:attrName>
                                        </p:attrNameLst>
                                      </p:cBhvr>
                                      <p:tavLst>
                                        <p:tav tm="0">
                                          <p:val>
                                            <p:strVal val="#ppt_h"/>
                                          </p:val>
                                        </p:tav>
                                        <p:tav tm="100000">
                                          <p:val>
                                            <p:strVal val="#ppt_h"/>
                                          </p:val>
                                        </p:tav>
                                      </p:tavLst>
                                    </p:anim>
                                    <p:animEffect transition="in" filter="fade">
                                      <p:cBhvr>
                                        <p:cTn id="16" dur="1000"/>
                                        <p:tgtEl>
                                          <p:spTgt spid="9831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98307">
                                            <p:txEl>
                                              <p:pRg st="0" end="0"/>
                                            </p:txEl>
                                          </p:spTgt>
                                        </p:tgtEl>
                                        <p:attrNameLst>
                                          <p:attrName>style.visibility</p:attrName>
                                        </p:attrNameLst>
                                      </p:cBhvr>
                                      <p:to>
                                        <p:strVal val="visible"/>
                                      </p:to>
                                    </p:set>
                                    <p:anim calcmode="lin" valueType="num">
                                      <p:cBhvr>
                                        <p:cTn id="21" dur="1000" fill="hold"/>
                                        <p:tgtEl>
                                          <p:spTgt spid="98307">
                                            <p:txEl>
                                              <p:pRg st="0" end="0"/>
                                            </p:txEl>
                                          </p:spTgt>
                                        </p:tgtEl>
                                        <p:attrNameLst>
                                          <p:attrName>ppt_w</p:attrName>
                                        </p:attrNameLst>
                                      </p:cBhvr>
                                      <p:tavLst>
                                        <p:tav tm="0">
                                          <p:val>
                                            <p:strVal val="#ppt_w*0.70"/>
                                          </p:val>
                                        </p:tav>
                                        <p:tav tm="100000">
                                          <p:val>
                                            <p:strVal val="#ppt_w"/>
                                          </p:val>
                                        </p:tav>
                                      </p:tavLst>
                                    </p:anim>
                                    <p:anim calcmode="lin" valueType="num">
                                      <p:cBhvr>
                                        <p:cTn id="22" dur="1000" fill="hold"/>
                                        <p:tgtEl>
                                          <p:spTgt spid="98307">
                                            <p:txEl>
                                              <p:pRg st="0" end="0"/>
                                            </p:txEl>
                                          </p:spTgt>
                                        </p:tgtEl>
                                        <p:attrNameLst>
                                          <p:attrName>ppt_h</p:attrName>
                                        </p:attrNameLst>
                                      </p:cBhvr>
                                      <p:tavLst>
                                        <p:tav tm="0">
                                          <p:val>
                                            <p:strVal val="#ppt_h"/>
                                          </p:val>
                                        </p:tav>
                                        <p:tav tm="100000">
                                          <p:val>
                                            <p:strVal val="#ppt_h"/>
                                          </p:val>
                                        </p:tav>
                                      </p:tavLst>
                                    </p:anim>
                                    <p:animEffect transition="in" filter="fade">
                                      <p:cBhvr>
                                        <p:cTn id="23" dur="1000"/>
                                        <p:tgtEl>
                                          <p:spTgt spid="983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7"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Number Placeholder 5">
            <a:extLst>
              <a:ext uri="{FF2B5EF4-FFF2-40B4-BE49-F238E27FC236}">
                <a16:creationId xmlns:a16="http://schemas.microsoft.com/office/drawing/2014/main" id="{8D223131-9F7F-3946-A4F0-9C87FE724941}"/>
              </a:ext>
            </a:extLst>
          </p:cNvPr>
          <p:cNvSpPr>
            <a:spLocks noGrp="1"/>
          </p:cNvSpPr>
          <p:nvPr>
            <p:ph type="sldNum"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93296F40-CDDF-BB4F-A7D6-E169B8219BD8}" type="slidenum">
              <a:rPr kumimoji="0" lang="zh-CN" altLang="en-US" sz="1200"/>
              <a:pPr/>
              <a:t>49</a:t>
            </a:fld>
            <a:endParaRPr kumimoji="0" lang="en-US" altLang="zh-CN" sz="1200"/>
          </a:p>
        </p:txBody>
      </p:sp>
      <p:sp>
        <p:nvSpPr>
          <p:cNvPr id="121858" name="Rectangle 2">
            <a:extLst>
              <a:ext uri="{FF2B5EF4-FFF2-40B4-BE49-F238E27FC236}">
                <a16:creationId xmlns:a16="http://schemas.microsoft.com/office/drawing/2014/main" id="{87E8B484-2D46-894D-AEA2-3E0BB7958884}"/>
              </a:ext>
            </a:extLst>
          </p:cNvPr>
          <p:cNvSpPr>
            <a:spLocks noGrp="1" noChangeArrowheads="1"/>
          </p:cNvSpPr>
          <p:nvPr>
            <p:ph type="title"/>
          </p:nvPr>
        </p:nvSpPr>
        <p:spPr>
          <a:xfrm>
            <a:off x="228600" y="228600"/>
            <a:ext cx="6512511" cy="1143000"/>
          </a:xfrm>
        </p:spPr>
        <p:txBody>
          <a:bodyPr/>
          <a:lstStyle/>
          <a:p>
            <a:pPr marL="320040" indent="-320040" algn="l" fontAlgn="auto">
              <a:spcAft>
                <a:spcPts val="0"/>
              </a:spcAft>
              <a:buClr>
                <a:schemeClr val="accent6">
                  <a:lumMod val="75000"/>
                </a:schemeClr>
              </a:buClr>
              <a:defRPr/>
            </a:pPr>
            <a:r>
              <a:rPr lang="zh-CN" altLang="en-US" dirty="0">
                <a:latin typeface="Arial" charset="0"/>
                <a:ea typeface="楷体_GB2312" charset="0"/>
                <a:cs typeface="+mj-cs"/>
              </a:rPr>
              <a:t>思考题</a:t>
            </a:r>
            <a:endParaRPr lang="en-US" altLang="zh-CN" dirty="0">
              <a:latin typeface="Arial" charset="0"/>
              <a:ea typeface="楷体_GB2312" charset="0"/>
              <a:cs typeface="+mj-cs"/>
            </a:endParaRPr>
          </a:p>
        </p:txBody>
      </p:sp>
      <p:sp>
        <p:nvSpPr>
          <p:cNvPr id="121859" name="Rectangle 3">
            <a:extLst>
              <a:ext uri="{FF2B5EF4-FFF2-40B4-BE49-F238E27FC236}">
                <a16:creationId xmlns:a16="http://schemas.microsoft.com/office/drawing/2014/main" id="{74096217-60BC-0B41-966E-B1717A6FFA2F}"/>
              </a:ext>
            </a:extLst>
          </p:cNvPr>
          <p:cNvSpPr>
            <a:spLocks noGrp="1" noChangeArrowheads="1"/>
          </p:cNvSpPr>
          <p:nvPr>
            <p:ph sz="quarter" idx="13"/>
          </p:nvPr>
        </p:nvSpPr>
        <p:spPr>
          <a:xfrm>
            <a:off x="152400" y="1600200"/>
            <a:ext cx="8229600" cy="1371600"/>
          </a:xfrm>
        </p:spPr>
        <p:txBody>
          <a:bodyPr/>
          <a:lstStyle/>
          <a:p>
            <a:r>
              <a:rPr kumimoji="0" lang="en-US" altLang="zh-CN" sz="3200">
                <a:latin typeface="Arial" panose="020B0604020202020204" pitchFamily="34" charset="0"/>
                <a:ea typeface="楷体_GB2312" pitchFamily="49" charset="-122"/>
              </a:rPr>
              <a:t>P100-7</a:t>
            </a:r>
          </a:p>
        </p:txBody>
      </p:sp>
      <p:graphicFrame>
        <p:nvGraphicFramePr>
          <p:cNvPr id="122212" name="Group 356">
            <a:extLst>
              <a:ext uri="{FF2B5EF4-FFF2-40B4-BE49-F238E27FC236}">
                <a16:creationId xmlns:a16="http://schemas.microsoft.com/office/drawing/2014/main" id="{49135E52-6A4F-0D46-B55E-0448B10B48CB}"/>
              </a:ext>
            </a:extLst>
          </p:cNvPr>
          <p:cNvGraphicFramePr>
            <a:graphicFrameLocks noGrp="1"/>
          </p:cNvGraphicFramePr>
          <p:nvPr>
            <p:extLst>
              <p:ext uri="{D42A27DB-BD31-4B8C-83A1-F6EECF244321}">
                <p14:modId xmlns:p14="http://schemas.microsoft.com/office/powerpoint/2010/main" val="577897232"/>
              </p:ext>
            </p:extLst>
          </p:nvPr>
        </p:nvGraphicFramePr>
        <p:xfrm>
          <a:off x="304800" y="76200"/>
          <a:ext cx="8534400" cy="6740525"/>
        </p:xfrm>
        <a:graphic>
          <a:graphicData uri="http://schemas.openxmlformats.org/drawingml/2006/table">
            <a:tbl>
              <a:tblPr/>
              <a:tblGrid>
                <a:gridCol w="457200">
                  <a:extLst>
                    <a:ext uri="{9D8B030D-6E8A-4147-A177-3AD203B41FA5}">
                      <a16:colId xmlns:a16="http://schemas.microsoft.com/office/drawing/2014/main" val="3030762553"/>
                    </a:ext>
                  </a:extLst>
                </a:gridCol>
                <a:gridCol w="1447800">
                  <a:extLst>
                    <a:ext uri="{9D8B030D-6E8A-4147-A177-3AD203B41FA5}">
                      <a16:colId xmlns:a16="http://schemas.microsoft.com/office/drawing/2014/main" val="3436920204"/>
                    </a:ext>
                  </a:extLst>
                </a:gridCol>
                <a:gridCol w="1143000">
                  <a:extLst>
                    <a:ext uri="{9D8B030D-6E8A-4147-A177-3AD203B41FA5}">
                      <a16:colId xmlns:a16="http://schemas.microsoft.com/office/drawing/2014/main" val="2022912491"/>
                    </a:ext>
                  </a:extLst>
                </a:gridCol>
                <a:gridCol w="1600200">
                  <a:extLst>
                    <a:ext uri="{9D8B030D-6E8A-4147-A177-3AD203B41FA5}">
                      <a16:colId xmlns:a16="http://schemas.microsoft.com/office/drawing/2014/main" val="2654193416"/>
                    </a:ext>
                  </a:extLst>
                </a:gridCol>
                <a:gridCol w="1219200">
                  <a:extLst>
                    <a:ext uri="{9D8B030D-6E8A-4147-A177-3AD203B41FA5}">
                      <a16:colId xmlns:a16="http://schemas.microsoft.com/office/drawing/2014/main" val="3335931051"/>
                    </a:ext>
                  </a:extLst>
                </a:gridCol>
                <a:gridCol w="1295400">
                  <a:extLst>
                    <a:ext uri="{9D8B030D-6E8A-4147-A177-3AD203B41FA5}">
                      <a16:colId xmlns:a16="http://schemas.microsoft.com/office/drawing/2014/main" val="837887035"/>
                    </a:ext>
                  </a:extLst>
                </a:gridCol>
                <a:gridCol w="1371600">
                  <a:extLst>
                    <a:ext uri="{9D8B030D-6E8A-4147-A177-3AD203B41FA5}">
                      <a16:colId xmlns:a16="http://schemas.microsoft.com/office/drawing/2014/main" val="689165388"/>
                    </a:ext>
                  </a:extLst>
                </a:gridCol>
              </a:tblGrid>
              <a:tr h="396875">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C</a:t>
                      </a:r>
                      <a:r>
                        <a:rPr kumimoji="1" lang="en-US" altLang="zh-CN" sz="2000" b="0" i="0" u="none" strike="noStrike" cap="none" normalizeH="0" baseline="-2500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1</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C</a:t>
                      </a:r>
                      <a:r>
                        <a:rPr kumimoji="1" lang="en-US" altLang="zh-CN" sz="2000" b="0" i="0" u="none" strike="noStrike" cap="none" normalizeH="0" baseline="-2500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2</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C</a:t>
                      </a:r>
                      <a:r>
                        <a:rPr kumimoji="1" lang="en-US" altLang="zh-CN" sz="2000" b="0" i="0" u="none" strike="noStrike" cap="none" normalizeH="0" baseline="-2500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3</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C</a:t>
                      </a:r>
                      <a:r>
                        <a:rPr kumimoji="1" lang="en-US" altLang="zh-CN" sz="2000" b="0" i="0" u="none" strike="noStrike" cap="none" normalizeH="0" baseline="-2500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4</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C</a:t>
                      </a:r>
                      <a:r>
                        <a:rPr kumimoji="1" lang="en-US" altLang="zh-CN" sz="2000" b="0" i="0" u="none" strike="noStrike" cap="none" normalizeH="0" baseline="-2500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5</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C</a:t>
                      </a:r>
                      <a:r>
                        <a:rPr kumimoji="1" lang="en-US" altLang="zh-CN" sz="2000" b="0" i="0" u="none" strike="noStrike" cap="none" normalizeH="0" baseline="-2500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6</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extLst>
                  <a:ext uri="{0D108BD9-81ED-4DB2-BD59-A6C34878D82A}">
                    <a16:rowId xmlns:a16="http://schemas.microsoft.com/office/drawing/2014/main" val="1374215038"/>
                  </a:ext>
                </a:extLst>
              </a:tr>
              <a:tr h="1311275">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C</a:t>
                      </a:r>
                      <a:r>
                        <a:rPr kumimoji="1" lang="en-US" altLang="zh-CN" sz="2000" b="0" i="0" u="none" strike="noStrike" cap="none" normalizeH="0" baseline="-2500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1</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0</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35</a:t>
                      </a:r>
                      <a:b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c1-c6-c2</a:t>
                      </a:r>
                      <a:endPar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45</a:t>
                      </a:r>
                      <a:b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c1-c5-c3</a:t>
                      </a:r>
                      <a:b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c1-c6-c4-c3</a:t>
                      </a:r>
                      <a:b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c1-c5-c4-c3</a:t>
                      </a:r>
                      <a:endPar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35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c1-c5-c4</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c1-c6-c4</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25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c1-c5</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10</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c1-c6</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933448"/>
                  </a:ext>
                </a:extLst>
              </a:tr>
              <a:tr h="701675">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C</a:t>
                      </a:r>
                      <a:r>
                        <a:rPr kumimoji="1" lang="en-US" altLang="zh-CN" sz="2000" b="0" i="0" u="none" strike="noStrike" cap="none" normalizeH="0" baseline="-2500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2</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35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c2-c6-c1</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0</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15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c2-c3</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20</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c2-c4</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30</a:t>
                      </a:r>
                      <a:b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c2-c4-c5</a:t>
                      </a:r>
                      <a:endPar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25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c2-c6</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50961326"/>
                  </a:ext>
                </a:extLst>
              </a:tr>
              <a:tr h="1311275">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C</a:t>
                      </a:r>
                      <a:r>
                        <a:rPr kumimoji="1" lang="en-US" altLang="zh-CN" sz="2000" b="0" i="0" u="none" strike="noStrike" cap="none" normalizeH="0" baseline="-2500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3</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45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c3-c4-c6-c1</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c3-c5-c1</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c3-c4-c5-c1</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15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c3-c2</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0</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10</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c3-c4</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20</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c3-c4-c5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c3-c5</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35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c3-c4-c6</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88846478"/>
                  </a:ext>
                </a:extLst>
              </a:tr>
              <a:tr h="1006475">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C</a:t>
                      </a:r>
                      <a:r>
                        <a:rPr kumimoji="1" lang="en-US" altLang="zh-CN" sz="2000" b="0" i="0" u="none" strike="noStrike" cap="none" normalizeH="0" baseline="-2500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4</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35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c4-c5-c1</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c4-c6-c1</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20</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c4-c2</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10</a:t>
                      </a:r>
                      <a:b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c4-c3</a:t>
                      </a:r>
                      <a:endPar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0</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10</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c4-c5</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25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c4-c6</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94723744"/>
                  </a:ext>
                </a:extLst>
              </a:tr>
              <a:tr h="1006475">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C</a:t>
                      </a:r>
                      <a:r>
                        <a:rPr kumimoji="1" lang="en-US" altLang="zh-CN" sz="2000" b="0" i="0" u="none" strike="noStrike" cap="none" normalizeH="0" baseline="-2500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5</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25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c5-c1</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30</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c5-c4-c2</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20</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c5-c4-c3</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c5-c3</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10</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c5-c4</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0</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35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c5-c4-c6</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c5-c1-c6</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74460041"/>
                  </a:ext>
                </a:extLst>
              </a:tr>
              <a:tr h="1006475">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C</a:t>
                      </a:r>
                      <a:r>
                        <a:rPr kumimoji="1" lang="en-US" altLang="zh-CN" sz="2000" b="0" i="0" u="none" strike="noStrike" cap="none" normalizeH="0" baseline="-25000">
                          <a:ln>
                            <a:noFill/>
                          </a:ln>
                          <a:solidFill>
                            <a:srgbClr val="FFFF00"/>
                          </a:solidFill>
                          <a:effectLst>
                            <a:outerShdw blurRad="38100" dist="38100" dir="2700000" algn="tl">
                              <a:srgbClr val="000000"/>
                            </a:outerShdw>
                          </a:effectLst>
                          <a:latin typeface="Times New Roman" panose="02020603050405020304" pitchFamily="18" charset="0"/>
                          <a:ea typeface="楷体_GB2312" pitchFamily="49" charset="-122"/>
                        </a:rPr>
                        <a:t>6</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66FF"/>
                    </a:solid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10</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c6-c1</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25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c6-c2</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35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c6-c4-c3</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25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c6-c4</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35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c6-c4-c5</a:t>
                      </a:r>
                      <a:b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br>
                      <a:r>
                        <a:rPr kumimoji="1" lang="en-US" altLang="zh-CN" sz="2000" b="0"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c6-c1-c5</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spcAft>
                          <a:spcPts val="300"/>
                        </a:spcAft>
                        <a:buClr>
                          <a:srgbClr val="C3260C"/>
                        </a:buClr>
                        <a:buSzPct val="130000"/>
                        <a:buFont typeface="Georgia" panose="02040502050405020303" pitchFamily="18" charset="0"/>
                        <a:defRPr kumimoji="1" sz="2000">
                          <a:solidFill>
                            <a:srgbClr val="404040"/>
                          </a:solidFill>
                          <a:latin typeface="Trebuchet MS" panose="020B0703020202090204" pitchFamily="34" charset="0"/>
                          <a:ea typeface="宋体" panose="02010600030101010101" pitchFamily="2" charset="-122"/>
                        </a:defRPr>
                      </a:lvl1pPr>
                      <a:lvl2pPr marL="742950" indent="-285750">
                        <a:spcBef>
                          <a:spcPct val="20000"/>
                        </a:spcBef>
                        <a:spcAft>
                          <a:spcPts val="300"/>
                        </a:spcAft>
                        <a:buClr>
                          <a:srgbClr val="C3260C"/>
                        </a:buClr>
                        <a:buSzPct val="130000"/>
                        <a:buFont typeface="Georgia" panose="02040502050405020303" pitchFamily="18" charset="0"/>
                        <a:defRPr kumimoji="1">
                          <a:solidFill>
                            <a:srgbClr val="404040"/>
                          </a:solidFill>
                          <a:latin typeface="Trebuchet MS" panose="020B0703020202090204" pitchFamily="34" charset="0"/>
                          <a:ea typeface="宋体" panose="02010600030101010101" pitchFamily="2" charset="-122"/>
                        </a:defRPr>
                      </a:lvl2pPr>
                      <a:lvl3pPr marL="1143000" indent="-228600">
                        <a:spcBef>
                          <a:spcPct val="20000"/>
                        </a:spcBef>
                        <a:spcAft>
                          <a:spcPts val="300"/>
                        </a:spcAft>
                        <a:buClr>
                          <a:srgbClr val="C3260C"/>
                        </a:buClr>
                        <a:buSzPct val="130000"/>
                        <a:buFont typeface="Georgia" panose="02040502050405020303" pitchFamily="18" charset="0"/>
                        <a:defRPr kumimoji="1" sz="1600">
                          <a:solidFill>
                            <a:srgbClr val="404040"/>
                          </a:solidFill>
                          <a:latin typeface="Trebuchet MS" panose="020B0703020202090204" pitchFamily="34" charset="0"/>
                          <a:ea typeface="宋体" panose="02010600030101010101" pitchFamily="2" charset="-122"/>
                        </a:defRPr>
                      </a:lvl3pPr>
                      <a:lvl4pPr marL="1600200" indent="-228600">
                        <a:spcBef>
                          <a:spcPct val="20000"/>
                        </a:spcBef>
                        <a:spcAft>
                          <a:spcPts val="300"/>
                        </a:spcAft>
                        <a:buClr>
                          <a:srgbClr val="C3260C"/>
                        </a:buClr>
                        <a:buSzPct val="130000"/>
                        <a:buFont typeface="Georgia" panose="02040502050405020303" pitchFamily="18" charset="0"/>
                        <a:defRPr kumimoji="1" sz="1400">
                          <a:solidFill>
                            <a:srgbClr val="404040"/>
                          </a:solidFill>
                          <a:latin typeface="Trebuchet MS" panose="020B0703020202090204" pitchFamily="34" charset="0"/>
                          <a:ea typeface="宋体" panose="02010600030101010101" pitchFamily="2" charset="-122"/>
                        </a:defRPr>
                      </a:lvl4pPr>
                      <a:lvl5pPr marL="2057400" indent="-228600">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5pPr>
                      <a:lvl6pPr marL="25146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6pPr>
                      <a:lvl7pPr marL="29718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7pPr>
                      <a:lvl8pPr marL="34290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8pPr>
                      <a:lvl9pPr marL="3886200" indent="-228600" fontAlgn="base">
                        <a:spcBef>
                          <a:spcPct val="20000"/>
                        </a:spcBef>
                        <a:spcAft>
                          <a:spcPts val="300"/>
                        </a:spcAft>
                        <a:buClr>
                          <a:srgbClr val="C3260C"/>
                        </a:buClr>
                        <a:buSzPct val="130000"/>
                        <a:buFont typeface="Georgia" panose="02040502050405020303" pitchFamily="18" charset="0"/>
                        <a:defRPr kumimoji="1" sz="1200">
                          <a:solidFill>
                            <a:srgbClr val="404040"/>
                          </a:solidFill>
                          <a:latin typeface="Trebuchet MS" panose="020B070302020209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itchFamily="49" charset="-122"/>
                        </a:rPr>
                        <a:t>0</a:t>
                      </a:r>
                      <a:endPar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16806648"/>
                  </a:ext>
                </a:extLst>
              </a:tr>
            </a:tbl>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122212"/>
                                        </p:tgtEl>
                                        <p:attrNameLst>
                                          <p:attrName>style.visibility</p:attrName>
                                        </p:attrNameLst>
                                      </p:cBhvr>
                                      <p:to>
                                        <p:strVal val="visible"/>
                                      </p:to>
                                    </p:set>
                                    <p:animEffect transition="in" filter="strips(downRight)">
                                      <p:cBhvr>
                                        <p:cTn id="7" dur="500"/>
                                        <p:tgtEl>
                                          <p:spTgt spid="122212"/>
                                        </p:tgtEl>
                                      </p:cBhvr>
                                    </p:animEffect>
                                  </p:childTnLst>
                                </p:cTn>
                              </p:par>
                              <p:par>
                                <p:cTn id="8" presetID="1" presetClass="exit" presetSubtype="0" fill="hold" grpId="0" nodeType="withEffect">
                                  <p:stCondLst>
                                    <p:cond delay="0"/>
                                  </p:stCondLst>
                                  <p:childTnLst>
                                    <p:set>
                                      <p:cBhvr>
                                        <p:cTn id="9" dur="1" fill="hold">
                                          <p:stCondLst>
                                            <p:cond delay="0"/>
                                          </p:stCondLst>
                                        </p:cTn>
                                        <p:tgtEl>
                                          <p:spTgt spid="121859">
                                            <p:txEl>
                                              <p:pRg st="0" end="0"/>
                                            </p:txEl>
                                          </p:spTgt>
                                        </p:tgtEl>
                                        <p:attrNameLst>
                                          <p:attrName>style.visibility</p:attrName>
                                        </p:attrNameLst>
                                      </p:cBhvr>
                                      <p:to>
                                        <p:strVal val="hidden"/>
                                      </p:to>
                                    </p:set>
                                  </p:childTnLst>
                                </p:cTn>
                              </p:par>
                              <p:par>
                                <p:cTn id="10" presetID="1" presetClass="exit" presetSubtype="0" fill="hold" nodeType="withEffect">
                                  <p:stCondLst>
                                    <p:cond delay="0"/>
                                  </p:stCondLst>
                                  <p:childTnLst>
                                    <p:set>
                                      <p:cBhvr>
                                        <p:cTn id="11" dur="1" fill="hold">
                                          <p:stCondLst>
                                            <p:cond delay="0"/>
                                          </p:stCondLst>
                                        </p:cTn>
                                        <p:tgtEl>
                                          <p:spTgt spid="1218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A527D-FA3F-654C-AA6E-12CA2DCAB5C8}"/>
              </a:ext>
            </a:extLst>
          </p:cNvPr>
          <p:cNvSpPr>
            <a:spLocks noGrp="1"/>
          </p:cNvSpPr>
          <p:nvPr>
            <p:ph type="title"/>
          </p:nvPr>
        </p:nvSpPr>
        <p:spPr>
          <a:xfrm>
            <a:off x="152400" y="152400"/>
            <a:ext cx="8839199" cy="1143000"/>
          </a:xfrm>
        </p:spPr>
        <p:txBody>
          <a:bodyPr/>
          <a:lstStyle/>
          <a:p>
            <a:pPr algn="l">
              <a:buFont typeface="Georgia" charset="0"/>
              <a:buChar char="*"/>
              <a:defRPr/>
            </a:pPr>
            <a:r>
              <a:rPr lang="nl-NL" altLang="zh-CN" sz="3600" dirty="0" err="1"/>
              <a:t>Edsger</a:t>
            </a:r>
            <a:r>
              <a:rPr lang="nl-NL" altLang="zh-CN" sz="3600" dirty="0"/>
              <a:t> Wybe Dijkstra</a:t>
            </a:r>
            <a:br>
              <a:rPr lang="nl-NL" altLang="zh-CN" sz="3600" dirty="0"/>
            </a:br>
            <a:r>
              <a:rPr lang="zh-CN" altLang="nl-NL" sz="3600" dirty="0"/>
              <a:t>（艾兹赫尔</a:t>
            </a:r>
            <a:r>
              <a:rPr lang="nl-NL" altLang="zh-CN" sz="3600" dirty="0"/>
              <a:t>·</a:t>
            </a:r>
            <a:r>
              <a:rPr lang="zh-CN" altLang="nl-NL" sz="3600" dirty="0"/>
              <a:t>韦伯</a:t>
            </a:r>
            <a:r>
              <a:rPr lang="nl-NL" altLang="zh-CN" sz="3600" dirty="0"/>
              <a:t>·</a:t>
            </a:r>
            <a:r>
              <a:rPr lang="zh-CN" altLang="nl-NL" sz="3600" dirty="0"/>
              <a:t>戴克斯特拉）</a:t>
            </a:r>
            <a:endParaRPr kumimoji="1" lang="zh-CN" altLang="en-US" sz="3600" dirty="0"/>
          </a:p>
        </p:txBody>
      </p:sp>
      <p:sp>
        <p:nvSpPr>
          <p:cNvPr id="4" name="幻灯片编号占位符 3">
            <a:extLst>
              <a:ext uri="{FF2B5EF4-FFF2-40B4-BE49-F238E27FC236}">
                <a16:creationId xmlns:a16="http://schemas.microsoft.com/office/drawing/2014/main" id="{6E85A5FA-C3A1-C84F-9A1C-049A67A4F53E}"/>
              </a:ext>
            </a:extLst>
          </p:cNvPr>
          <p:cNvSpPr>
            <a:spLocks noGrp="1"/>
          </p:cNvSpPr>
          <p:nvPr>
            <p:ph type="sldNum" sz="quarter" idx="16"/>
          </p:nvPr>
        </p:nvSpPr>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20AF2765-3389-A540-A59E-BB503DF6124B}" type="slidenum">
              <a:rPr kumimoji="0" lang="zh-CN" altLang="en-US" sz="1200">
                <a:solidFill>
                  <a:srgbClr val="7F7F7F"/>
                </a:solidFill>
              </a:rPr>
              <a:pPr/>
              <a:t>50</a:t>
            </a:fld>
            <a:endParaRPr kumimoji="0" lang="en-US" altLang="zh-CN" sz="1200">
              <a:solidFill>
                <a:srgbClr val="7F7F7F"/>
              </a:solidFill>
            </a:endParaRPr>
          </a:p>
        </p:txBody>
      </p:sp>
      <p:sp>
        <p:nvSpPr>
          <p:cNvPr id="89091" name="矩形 11">
            <a:extLst>
              <a:ext uri="{FF2B5EF4-FFF2-40B4-BE49-F238E27FC236}">
                <a16:creationId xmlns:a16="http://schemas.microsoft.com/office/drawing/2014/main" id="{D7CF06AA-7F00-4440-A3ED-82ECA3E5427D}"/>
              </a:ext>
            </a:extLst>
          </p:cNvPr>
          <p:cNvSpPr>
            <a:spLocks noChangeArrowheads="1"/>
          </p:cNvSpPr>
          <p:nvPr/>
        </p:nvSpPr>
        <p:spPr bwMode="auto">
          <a:xfrm>
            <a:off x="609600" y="3424238"/>
            <a:ext cx="3581400"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r>
              <a:rPr kumimoji="0" lang="en-US" altLang="zh-CN" sz="3200"/>
              <a:t>1930</a:t>
            </a:r>
            <a:r>
              <a:rPr kumimoji="0" lang="zh-CN" altLang="en-US" sz="3200"/>
              <a:t>年</a:t>
            </a:r>
            <a:r>
              <a:rPr kumimoji="0" lang="en-US" altLang="zh-CN" sz="3200"/>
              <a:t>5</a:t>
            </a:r>
            <a:r>
              <a:rPr kumimoji="0" lang="zh-CN" altLang="en-US" sz="3200"/>
              <a:t>月</a:t>
            </a:r>
            <a:r>
              <a:rPr kumimoji="0" lang="en-US" altLang="zh-CN" sz="3200"/>
              <a:t>11</a:t>
            </a:r>
            <a:r>
              <a:rPr kumimoji="0" lang="zh-CN" altLang="en-US" sz="3200"/>
              <a:t>日</a:t>
            </a:r>
            <a:r>
              <a:rPr kumimoji="0" lang="en-US" altLang="zh-CN" sz="3200"/>
              <a:t>~2002</a:t>
            </a:r>
            <a:r>
              <a:rPr kumimoji="0" lang="zh-CN" altLang="en-US" sz="3200"/>
              <a:t>年</a:t>
            </a:r>
            <a:r>
              <a:rPr kumimoji="0" lang="en-US" altLang="zh-CN" sz="3200"/>
              <a:t>8</a:t>
            </a:r>
            <a:r>
              <a:rPr kumimoji="0" lang="zh-CN" altLang="en-US" sz="3200"/>
              <a:t>月</a:t>
            </a:r>
            <a:r>
              <a:rPr kumimoji="0" lang="en-US" altLang="zh-CN" sz="3200"/>
              <a:t>6</a:t>
            </a:r>
            <a:r>
              <a:rPr kumimoji="0" lang="zh-CN" altLang="en-US" sz="3200"/>
              <a:t>日，生于荷兰鹿特丹，计算机科学家。</a:t>
            </a:r>
          </a:p>
        </p:txBody>
      </p:sp>
      <p:pic>
        <p:nvPicPr>
          <p:cNvPr id="89092" name="图片 13" descr="屏幕快照 2022-05-03 上午11.12.03.png">
            <a:extLst>
              <a:ext uri="{FF2B5EF4-FFF2-40B4-BE49-F238E27FC236}">
                <a16:creationId xmlns:a16="http://schemas.microsoft.com/office/drawing/2014/main" id="{48E4E963-72F3-D14D-8A65-C9416A45F4E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752600"/>
            <a:ext cx="369728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blinds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a:extLst>
              <a:ext uri="{FF2B5EF4-FFF2-40B4-BE49-F238E27FC236}">
                <a16:creationId xmlns:a16="http://schemas.microsoft.com/office/drawing/2014/main" id="{4E96479D-7A80-454D-9742-0A870B8200DA}"/>
              </a:ext>
            </a:extLst>
          </p:cNvPr>
          <p:cNvSpPr>
            <a:spLocks noGrp="1"/>
          </p:cNvSpPr>
          <p:nvPr>
            <p:ph type="sldNum" sz="quarter" idx="16"/>
          </p:nvPr>
        </p:nvSpPr>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F6F63BB0-69D5-E542-8FBF-1DDAE6BE6673}" type="slidenum">
              <a:rPr kumimoji="0" lang="zh-CN" altLang="en-US" sz="1200">
                <a:solidFill>
                  <a:srgbClr val="7F7F7F"/>
                </a:solidFill>
              </a:rPr>
              <a:pPr/>
              <a:t>51</a:t>
            </a:fld>
            <a:endParaRPr kumimoji="0" lang="en-US" altLang="zh-CN" sz="1200">
              <a:solidFill>
                <a:srgbClr val="7F7F7F"/>
              </a:solidFill>
            </a:endParaRPr>
          </a:p>
        </p:txBody>
      </p:sp>
      <p:sp>
        <p:nvSpPr>
          <p:cNvPr id="90114" name="矩形 4">
            <a:extLst>
              <a:ext uri="{FF2B5EF4-FFF2-40B4-BE49-F238E27FC236}">
                <a16:creationId xmlns:a16="http://schemas.microsoft.com/office/drawing/2014/main" id="{15B29422-9701-CF43-B298-1AD7A862E95B}"/>
              </a:ext>
            </a:extLst>
          </p:cNvPr>
          <p:cNvSpPr>
            <a:spLocks noChangeArrowheads="1"/>
          </p:cNvSpPr>
          <p:nvPr/>
        </p:nvSpPr>
        <p:spPr bwMode="auto">
          <a:xfrm>
            <a:off x="76200" y="833438"/>
            <a:ext cx="8839200"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kumimoji="0" lang="zh-CN" altLang="en-US" sz="2800">
                <a:solidFill>
                  <a:srgbClr val="464646"/>
                </a:solidFill>
                <a:ea typeface="楷体" panose="02010609060101010101" pitchFamily="49" charset="-122"/>
              </a:rPr>
              <a:t>几位影响力最大的计算科学的奠基人之一，</a:t>
            </a:r>
            <a:r>
              <a:rPr kumimoji="0" lang="zh-CN" altLang="en-US" sz="2800" b="1">
                <a:solidFill>
                  <a:srgbClr val="464646"/>
                </a:solidFill>
                <a:ea typeface="楷体" panose="02010609060101010101" pitchFamily="49" charset="-122"/>
              </a:rPr>
              <a:t>也是少数同时从工程和理论的角度塑造这个新学科的人。</a:t>
            </a:r>
            <a:endParaRPr kumimoji="0" lang="en-US" altLang="zh-CN" sz="2800" b="1">
              <a:solidFill>
                <a:srgbClr val="464646"/>
              </a:solidFill>
              <a:ea typeface="楷体" panose="02010609060101010101" pitchFamily="49" charset="-122"/>
              <a:cs typeface="Arial" panose="020B0604020202020204" pitchFamily="34" charset="0"/>
            </a:endParaRPr>
          </a:p>
          <a:p>
            <a:pPr>
              <a:buFont typeface="Arial" panose="020B0604020202020204" pitchFamily="34" charset="0"/>
              <a:buChar char="•"/>
            </a:pPr>
            <a:r>
              <a:rPr kumimoji="0" lang="zh-CN" altLang="en-US" sz="2800">
                <a:solidFill>
                  <a:srgbClr val="464646"/>
                </a:solidFill>
                <a:ea typeface="楷体" panose="02010609060101010101" pitchFamily="49" charset="-122"/>
              </a:rPr>
              <a:t>他的根本性贡献覆盖了很多领域，包括：编译器、操作系统、分布式系统、程序设计、编程语言、程序验证、软件工程、图论等等。</a:t>
            </a:r>
            <a:endParaRPr kumimoji="0" lang="en-US" altLang="zh-CN" sz="2800">
              <a:solidFill>
                <a:srgbClr val="464646"/>
              </a:solidFill>
              <a:ea typeface="楷体" panose="02010609060101010101" pitchFamily="49" charset="-122"/>
              <a:cs typeface="Arial" panose="020B0604020202020204" pitchFamily="34" charset="0"/>
            </a:endParaRPr>
          </a:p>
          <a:p>
            <a:pPr>
              <a:buFont typeface="Arial" panose="020B0604020202020204" pitchFamily="34" charset="0"/>
              <a:buChar char="•"/>
            </a:pPr>
            <a:r>
              <a:rPr kumimoji="0" lang="zh-CN" altLang="en-US" sz="2800">
                <a:solidFill>
                  <a:srgbClr val="464646"/>
                </a:solidFill>
                <a:ea typeface="楷体" panose="02010609060101010101" pitchFamily="49" charset="-122"/>
              </a:rPr>
              <a:t>我们现在熟悉的一些标准概念，比如互斥、死锁、信号量等，都是</a:t>
            </a:r>
            <a:r>
              <a:rPr kumimoji="0" lang="en-US" altLang="zh-CN" sz="2800">
                <a:solidFill>
                  <a:srgbClr val="464646"/>
                </a:solidFill>
                <a:ea typeface="楷体" panose="02010609060101010101" pitchFamily="49" charset="-122"/>
                <a:cs typeface="Arial" panose="020B0604020202020204" pitchFamily="34" charset="0"/>
              </a:rPr>
              <a:t>Dijkstra </a:t>
            </a:r>
            <a:r>
              <a:rPr kumimoji="0" lang="zh-CN" altLang="en-US" sz="2800">
                <a:solidFill>
                  <a:srgbClr val="464646"/>
                </a:solidFill>
                <a:ea typeface="楷体" panose="02010609060101010101" pitchFamily="49" charset="-122"/>
              </a:rPr>
              <a:t>发明和定义的。</a:t>
            </a:r>
            <a:endParaRPr kumimoji="0" lang="en-US" altLang="zh-CN" sz="2800">
              <a:solidFill>
                <a:srgbClr val="464646"/>
              </a:solidFill>
              <a:ea typeface="楷体" panose="02010609060101010101" pitchFamily="49" charset="-122"/>
              <a:cs typeface="Arial" panose="020B0604020202020204" pitchFamily="34" charset="0"/>
            </a:endParaRPr>
          </a:p>
          <a:p>
            <a:pPr>
              <a:buFont typeface="Arial" panose="020B0604020202020204" pitchFamily="34" charset="0"/>
              <a:buChar char="•"/>
            </a:pPr>
            <a:r>
              <a:rPr kumimoji="0" lang="en-US" altLang="zh-CN" sz="2800">
                <a:solidFill>
                  <a:srgbClr val="464646"/>
                </a:solidFill>
                <a:ea typeface="楷体" panose="02010609060101010101" pitchFamily="49" charset="-122"/>
                <a:cs typeface="Arial" panose="020B0604020202020204" pitchFamily="34" charset="0"/>
              </a:rPr>
              <a:t>1994</a:t>
            </a:r>
            <a:r>
              <a:rPr kumimoji="0" lang="zh-CN" altLang="en-US" sz="2800">
                <a:solidFill>
                  <a:srgbClr val="464646"/>
                </a:solidFill>
                <a:ea typeface="楷体" panose="02010609060101010101" pitchFamily="49" charset="-122"/>
              </a:rPr>
              <a:t>年时有人对约</a:t>
            </a:r>
            <a:r>
              <a:rPr kumimoji="0" lang="en-US" altLang="zh-CN" sz="2800">
                <a:solidFill>
                  <a:srgbClr val="464646"/>
                </a:solidFill>
                <a:ea typeface="楷体" panose="02010609060101010101" pitchFamily="49" charset="-122"/>
                <a:cs typeface="Arial" panose="020B0604020202020204" pitchFamily="34" charset="0"/>
              </a:rPr>
              <a:t>1000</a:t>
            </a:r>
            <a:r>
              <a:rPr kumimoji="0" lang="zh-CN" altLang="en-US" sz="2800">
                <a:solidFill>
                  <a:srgbClr val="464646"/>
                </a:solidFill>
                <a:ea typeface="楷体" panose="02010609060101010101" pitchFamily="49" charset="-122"/>
              </a:rPr>
              <a:t>名计算机科学家进行了问卷调查，选出了</a:t>
            </a:r>
            <a:r>
              <a:rPr kumimoji="0" lang="en-US" altLang="zh-CN" sz="2800">
                <a:solidFill>
                  <a:srgbClr val="464646"/>
                </a:solidFill>
                <a:ea typeface="楷体" panose="02010609060101010101" pitchFamily="49" charset="-122"/>
                <a:cs typeface="Arial" panose="020B0604020202020204" pitchFamily="34" charset="0"/>
              </a:rPr>
              <a:t>38</a:t>
            </a:r>
            <a:r>
              <a:rPr kumimoji="0" lang="zh-CN" altLang="en-US" sz="2800">
                <a:solidFill>
                  <a:srgbClr val="464646"/>
                </a:solidFill>
                <a:ea typeface="楷体" panose="02010609060101010101" pitchFamily="49" charset="-122"/>
              </a:rPr>
              <a:t>篇这个领域最有影响力的论文，其中有五篇是 </a:t>
            </a:r>
            <a:r>
              <a:rPr kumimoji="0" lang="en-US" altLang="zh-CN" sz="2800">
                <a:solidFill>
                  <a:srgbClr val="464646"/>
                </a:solidFill>
                <a:ea typeface="楷体" panose="02010609060101010101" pitchFamily="49" charset="-122"/>
                <a:cs typeface="Arial" panose="020B0604020202020204" pitchFamily="34" charset="0"/>
              </a:rPr>
              <a:t>Dijkstra </a:t>
            </a:r>
            <a:r>
              <a:rPr kumimoji="0" lang="zh-CN" altLang="en-US" sz="2800">
                <a:solidFill>
                  <a:srgbClr val="464646"/>
                </a:solidFill>
                <a:ea typeface="楷体" panose="02010609060101010101" pitchFamily="49" charset="-122"/>
              </a:rPr>
              <a:t>写的。</a:t>
            </a:r>
            <a:endParaRPr kumimoji="0" lang="en-US" altLang="zh-CN" sz="2800">
              <a:solidFill>
                <a:srgbClr val="464646"/>
              </a:solidFill>
              <a:ea typeface="楷体" panose="02010609060101010101" pitchFamily="49" charset="-122"/>
              <a:cs typeface="Arial" panose="020B0604020202020204" pitchFamily="34" charset="0"/>
            </a:endParaRPr>
          </a:p>
          <a:p>
            <a:pPr>
              <a:buFont typeface="Arial" panose="020B0604020202020204" pitchFamily="34" charset="0"/>
              <a:buChar char="•"/>
            </a:pPr>
            <a:r>
              <a:rPr kumimoji="0" lang="zh-CN" altLang="en-US" sz="2800">
                <a:solidFill>
                  <a:srgbClr val="464646"/>
                </a:solidFill>
                <a:ea typeface="楷体" panose="02010609060101010101" pitchFamily="49" charset="-122"/>
              </a:rPr>
              <a:t>曾在</a:t>
            </a:r>
            <a:r>
              <a:rPr kumimoji="0" lang="en-US" altLang="zh-CN" sz="2800">
                <a:solidFill>
                  <a:srgbClr val="464646"/>
                </a:solidFill>
                <a:ea typeface="楷体" panose="02010609060101010101" pitchFamily="49" charset="-122"/>
                <a:cs typeface="Arial" panose="020B0604020202020204" pitchFamily="34" charset="0"/>
              </a:rPr>
              <a:t>1972</a:t>
            </a:r>
            <a:r>
              <a:rPr kumimoji="0" lang="zh-CN" altLang="en-US" sz="2800">
                <a:solidFill>
                  <a:srgbClr val="464646"/>
                </a:solidFill>
                <a:ea typeface="楷体" panose="02010609060101010101" pitchFamily="49" charset="-122"/>
              </a:rPr>
              <a:t>年获得过素有计算机科学界的诺贝尔奖之称的图灵奖。</a:t>
            </a:r>
            <a:endParaRPr kumimoji="0" lang="en-US" altLang="zh-CN" sz="2800">
              <a:solidFill>
                <a:srgbClr val="464646"/>
              </a:solidFill>
              <a:ea typeface="楷体" panose="02010609060101010101" pitchFamily="49" charset="-122"/>
              <a:cs typeface="Arial" panose="020B0604020202020204" pitchFamily="34" charset="0"/>
            </a:endParaRPr>
          </a:p>
        </p:txBody>
      </p:sp>
    </p:spTree>
  </p:cSld>
  <p:clrMapOvr>
    <a:masterClrMapping/>
  </p:clrMapOvr>
  <p:transition>
    <p:blinds dir="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a:extLst>
              <a:ext uri="{FF2B5EF4-FFF2-40B4-BE49-F238E27FC236}">
                <a16:creationId xmlns:a16="http://schemas.microsoft.com/office/drawing/2014/main" id="{AB9CB04A-C167-684A-8A0A-34B62E0C3835}"/>
              </a:ext>
            </a:extLst>
          </p:cNvPr>
          <p:cNvSpPr>
            <a:spLocks noGrp="1"/>
          </p:cNvSpPr>
          <p:nvPr>
            <p:ph type="sldNum" sz="quarter" idx="16"/>
          </p:nvPr>
        </p:nvSpPr>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981B3B23-D885-F443-8661-66EDEE2524F4}" type="slidenum">
              <a:rPr kumimoji="0" lang="zh-CN" altLang="en-US" sz="1200">
                <a:solidFill>
                  <a:srgbClr val="7F7F7F"/>
                </a:solidFill>
              </a:rPr>
              <a:pPr/>
              <a:t>52</a:t>
            </a:fld>
            <a:endParaRPr kumimoji="0" lang="en-US" altLang="zh-CN" sz="1200">
              <a:solidFill>
                <a:srgbClr val="7F7F7F"/>
              </a:solidFill>
            </a:endParaRPr>
          </a:p>
        </p:txBody>
      </p:sp>
      <p:sp>
        <p:nvSpPr>
          <p:cNvPr id="91138" name="矩形 4">
            <a:extLst>
              <a:ext uri="{FF2B5EF4-FFF2-40B4-BE49-F238E27FC236}">
                <a16:creationId xmlns:a16="http://schemas.microsoft.com/office/drawing/2014/main" id="{111E70F9-6D7D-2F41-A9EE-DBCF4B57C7F0}"/>
              </a:ext>
            </a:extLst>
          </p:cNvPr>
          <p:cNvSpPr>
            <a:spLocks noChangeArrowheads="1"/>
          </p:cNvSpPr>
          <p:nvPr/>
        </p:nvSpPr>
        <p:spPr bwMode="auto">
          <a:xfrm>
            <a:off x="76200" y="457200"/>
            <a:ext cx="8839200" cy="612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kumimoji="0" lang="zh-CN" altLang="en-US" sz="2800">
                <a:solidFill>
                  <a:srgbClr val="444444"/>
                </a:solidFill>
                <a:ea typeface="楷体" panose="02010609060101010101" pitchFamily="49" charset="-122"/>
              </a:rPr>
              <a:t>他的父亲是一位化学家，他的母亲是一位数学家，这种充满科学气息的家庭背景对于他的职业生涯乃至他的整个人生都有着深刻的影响。</a:t>
            </a:r>
            <a:endParaRPr kumimoji="0" lang="en-US" altLang="zh-CN" sz="2800">
              <a:solidFill>
                <a:srgbClr val="444444"/>
              </a:solidFill>
              <a:ea typeface="楷体" panose="02010609060101010101" pitchFamily="49" charset="-122"/>
              <a:cs typeface="Arial" panose="020B0604020202020204" pitchFamily="34" charset="0"/>
            </a:endParaRPr>
          </a:p>
          <a:p>
            <a:pPr>
              <a:buFont typeface="Arial" panose="020B0604020202020204" pitchFamily="34" charset="0"/>
              <a:buChar char="•"/>
            </a:pPr>
            <a:r>
              <a:rPr kumimoji="0" lang="en-US" altLang="zh-CN" sz="2800">
                <a:solidFill>
                  <a:srgbClr val="444444"/>
                </a:solidFill>
                <a:ea typeface="楷体" panose="02010609060101010101" pitchFamily="49" charset="-122"/>
                <a:cs typeface="Arial" panose="020B0604020202020204" pitchFamily="34" charset="0"/>
              </a:rPr>
              <a:t>Dijkstra</a:t>
            </a:r>
            <a:r>
              <a:rPr kumimoji="0" lang="zh-CN" altLang="en-US" sz="2800">
                <a:solidFill>
                  <a:srgbClr val="444444"/>
                </a:solidFill>
                <a:ea typeface="楷体" panose="02010609060101010101" pitchFamily="49" charset="-122"/>
              </a:rPr>
              <a:t>在鹿特丹长大。在高中毕业前他想在法学界发展，并且希望将来能在联合国做荷兰的代表。然而因为他毕业时数学、物理、化学、生物都是满分，老师和父母都劝他选择科学的道路，后来他选择学习理论物理。</a:t>
            </a:r>
            <a:endParaRPr kumimoji="0" lang="en-US" altLang="zh-CN" sz="2800">
              <a:solidFill>
                <a:srgbClr val="444444"/>
              </a:solidFill>
              <a:ea typeface="楷体" panose="02010609060101010101" pitchFamily="49" charset="-122"/>
              <a:cs typeface="Arial" panose="020B0604020202020204" pitchFamily="34" charset="0"/>
            </a:endParaRPr>
          </a:p>
          <a:p>
            <a:pPr>
              <a:buFont typeface="Arial" panose="020B0604020202020204" pitchFamily="34" charset="0"/>
              <a:buChar char="•"/>
            </a:pPr>
            <a:r>
              <a:rPr kumimoji="0" lang="zh-CN" altLang="en-US" sz="2800">
                <a:solidFill>
                  <a:srgbClr val="444444"/>
                </a:solidFill>
                <a:ea typeface="楷体" panose="02010609060101010101" pitchFamily="49" charset="-122"/>
              </a:rPr>
              <a:t>在大学期间，世界上最早的电子计算机出现了，他父亲让他到剑桥大学参加一个程序设计的课程。从这里开始，他的程序设计生涯开始了。一段时间以后他决定转向计算机程序设计，因为他认为相对于理论物理，程序设计对智力是更大的挑战。</a:t>
            </a:r>
            <a:r>
              <a:rPr kumimoji="0" lang="zh-CN" altLang="en-US" sz="2800" b="1">
                <a:solidFill>
                  <a:srgbClr val="444444"/>
                </a:solidFill>
                <a:ea typeface="楷体" panose="02010609060101010101" pitchFamily="49" charset="-122"/>
              </a:rPr>
              <a:t>程序设计是最无情的，每一个一和零都容不得差错。</a:t>
            </a:r>
            <a:endParaRPr kumimoji="0" lang="en-US" altLang="zh-CN" sz="2800" b="1">
              <a:solidFill>
                <a:srgbClr val="444444"/>
              </a:solidFill>
              <a:ea typeface="楷体" panose="02010609060101010101" pitchFamily="49" charset="-122"/>
              <a:cs typeface="Arial" panose="020B0604020202020204" pitchFamily="34" charset="0"/>
            </a:endParaRPr>
          </a:p>
        </p:txBody>
      </p:sp>
    </p:spTree>
  </p:cSld>
  <p:clrMapOvr>
    <a:masterClrMapping/>
  </p:clrMapOvr>
  <p:transition>
    <p:blinds dir="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a:extLst>
              <a:ext uri="{FF2B5EF4-FFF2-40B4-BE49-F238E27FC236}">
                <a16:creationId xmlns:a16="http://schemas.microsoft.com/office/drawing/2014/main" id="{7CFCB5DD-AFBC-0248-954C-7A24A09254FE}"/>
              </a:ext>
            </a:extLst>
          </p:cNvPr>
          <p:cNvSpPr>
            <a:spLocks noGrp="1"/>
          </p:cNvSpPr>
          <p:nvPr>
            <p:ph type="sldNum" sz="quarter" idx="16"/>
          </p:nvPr>
        </p:nvSpPr>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9919F1EE-E847-D441-887C-5D28D82893C6}" type="slidenum">
              <a:rPr kumimoji="0" lang="zh-CN" altLang="en-US" sz="1200">
                <a:solidFill>
                  <a:srgbClr val="7F7F7F"/>
                </a:solidFill>
              </a:rPr>
              <a:pPr/>
              <a:t>53</a:t>
            </a:fld>
            <a:endParaRPr kumimoji="0" lang="en-US" altLang="zh-CN" sz="1200">
              <a:solidFill>
                <a:srgbClr val="7F7F7F"/>
              </a:solidFill>
            </a:endParaRPr>
          </a:p>
        </p:txBody>
      </p:sp>
      <p:sp>
        <p:nvSpPr>
          <p:cNvPr id="92162" name="矩形 4">
            <a:extLst>
              <a:ext uri="{FF2B5EF4-FFF2-40B4-BE49-F238E27FC236}">
                <a16:creationId xmlns:a16="http://schemas.microsoft.com/office/drawing/2014/main" id="{7A04AE75-516E-674C-8829-964417C1D4DC}"/>
              </a:ext>
            </a:extLst>
          </p:cNvPr>
          <p:cNvSpPr>
            <a:spLocks noChangeArrowheads="1"/>
          </p:cNvSpPr>
          <p:nvPr/>
        </p:nvSpPr>
        <p:spPr bwMode="auto">
          <a:xfrm>
            <a:off x="152400" y="706438"/>
            <a:ext cx="8839200" cy="569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kumimoji="0" lang="zh-CN" altLang="en-US" sz="2800">
                <a:solidFill>
                  <a:srgbClr val="444444"/>
                </a:solidFill>
                <a:ea typeface="楷体" panose="02010609060101010101" pitchFamily="49" charset="-122"/>
              </a:rPr>
              <a:t>后来他在阿姆斯特丹的数学中心成为了一个兼职的程序员。他为并不存在的机器写了五年程序，因此他很习惯于不测试自己写的程序，因为无法测试。</a:t>
            </a:r>
            <a:endParaRPr kumimoji="0" lang="en-US" altLang="zh-CN" sz="2800">
              <a:solidFill>
                <a:srgbClr val="444444"/>
              </a:solidFill>
              <a:ea typeface="楷体" panose="02010609060101010101" pitchFamily="49" charset="-122"/>
              <a:cs typeface="Arial" panose="020B0604020202020204" pitchFamily="34" charset="0"/>
            </a:endParaRPr>
          </a:p>
          <a:p>
            <a:pPr>
              <a:buFont typeface="Arial" panose="020B0604020202020204" pitchFamily="34" charset="0"/>
              <a:buChar char="•"/>
            </a:pPr>
            <a:r>
              <a:rPr kumimoji="0" lang="zh-CN" altLang="en-US" sz="2800">
                <a:solidFill>
                  <a:srgbClr val="444444"/>
                </a:solidFill>
                <a:ea typeface="楷体" panose="02010609060101010101" pitchFamily="49" charset="-122"/>
              </a:rPr>
              <a:t>在他决定成为一个程序员后，他尽快完成了学业，因为以他的话说，他在大学里不再受欢迎了：物理学家们觉得他是逃兵，而数学家们也看不起他和他做的事，因为在当时的数学文化里，你的课题必须和</a:t>
            </a:r>
            <a:r>
              <a:rPr kumimoji="0" lang="en-US" altLang="zh-CN" sz="2800">
                <a:solidFill>
                  <a:srgbClr val="444444"/>
                </a:solidFill>
                <a:ea typeface="楷体" panose="02010609060101010101" pitchFamily="49" charset="-122"/>
                <a:cs typeface="Arial" panose="020B0604020202020204" pitchFamily="34" charset="0"/>
              </a:rPr>
              <a:t>∞ </a:t>
            </a:r>
            <a:r>
              <a:rPr kumimoji="0" lang="zh-CN" altLang="en-US" sz="2800">
                <a:solidFill>
                  <a:srgbClr val="444444"/>
                </a:solidFill>
                <a:ea typeface="楷体" panose="02010609060101010101" pitchFamily="49" charset="-122"/>
              </a:rPr>
              <a:t>有关才会受尊重。</a:t>
            </a:r>
            <a:r>
              <a:rPr kumimoji="0" lang="zh-CN" altLang="en-US" sz="2800" b="1">
                <a:solidFill>
                  <a:srgbClr val="444444"/>
                </a:solidFill>
                <a:ea typeface="楷体" panose="02010609060101010101" pitchFamily="49" charset="-122"/>
              </a:rPr>
              <a:t>那个时候程序设计没有成为一个职业，没有人能说出这个行业的基础知识体系是什么，而这些都会被 </a:t>
            </a:r>
            <a:r>
              <a:rPr kumimoji="0" lang="en-US" altLang="zh-CN" sz="2800" b="1">
                <a:solidFill>
                  <a:srgbClr val="444444"/>
                </a:solidFill>
                <a:ea typeface="楷体" panose="02010609060101010101" pitchFamily="49" charset="-122"/>
                <a:cs typeface="Arial" panose="020B0604020202020204" pitchFamily="34" charset="0"/>
              </a:rPr>
              <a:t>Dijkstra </a:t>
            </a:r>
            <a:r>
              <a:rPr kumimoji="0" lang="zh-CN" altLang="en-US" sz="2800" b="1">
                <a:solidFill>
                  <a:srgbClr val="444444"/>
                </a:solidFill>
                <a:ea typeface="楷体" panose="02010609060101010101" pitchFamily="49" charset="-122"/>
              </a:rPr>
              <a:t>改变。</a:t>
            </a:r>
            <a:endParaRPr kumimoji="0" lang="en-US" altLang="zh-CN" sz="2800" b="1">
              <a:solidFill>
                <a:srgbClr val="444444"/>
              </a:solidFill>
              <a:ea typeface="楷体" panose="02010609060101010101" pitchFamily="49" charset="-122"/>
              <a:cs typeface="Arial" panose="020B0604020202020204" pitchFamily="34" charset="0"/>
            </a:endParaRPr>
          </a:p>
          <a:p>
            <a:pPr>
              <a:buFont typeface="Arial" panose="020B0604020202020204" pitchFamily="34" charset="0"/>
              <a:buChar char="•"/>
            </a:pPr>
            <a:r>
              <a:rPr kumimoji="0" lang="en-US" altLang="zh-CN" sz="2800">
                <a:solidFill>
                  <a:srgbClr val="444444"/>
                </a:solidFill>
                <a:ea typeface="楷体" panose="02010609060101010101" pitchFamily="49" charset="-122"/>
                <a:cs typeface="Arial" panose="020B0604020202020204" pitchFamily="34" charset="0"/>
              </a:rPr>
              <a:t>1957 </a:t>
            </a:r>
            <a:r>
              <a:rPr kumimoji="0" lang="zh-CN" altLang="en-US" sz="2800">
                <a:solidFill>
                  <a:srgbClr val="444444"/>
                </a:solidFill>
                <a:ea typeface="楷体" panose="02010609060101010101" pitchFamily="49" charset="-122"/>
              </a:rPr>
              <a:t>年，他结婚的时候在申请的职业一栏写上了「程序员」，结果被政府拒绝，因为当时荷兰没有这个职业。</a:t>
            </a:r>
          </a:p>
        </p:txBody>
      </p:sp>
    </p:spTree>
  </p:cSld>
  <p:clrMapOvr>
    <a:masterClrMapping/>
  </p:clrMapOvr>
  <p:transition>
    <p:blinds dir="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内容占位符 2">
            <a:extLst>
              <a:ext uri="{FF2B5EF4-FFF2-40B4-BE49-F238E27FC236}">
                <a16:creationId xmlns:a16="http://schemas.microsoft.com/office/drawing/2014/main" id="{D9F426B2-96AA-B94E-9A2C-ED58D3C2232C}"/>
              </a:ext>
            </a:extLst>
          </p:cNvPr>
          <p:cNvSpPr>
            <a:spLocks noGrp="1"/>
          </p:cNvSpPr>
          <p:nvPr>
            <p:ph sz="quarter" idx="13"/>
          </p:nvPr>
        </p:nvSpPr>
        <p:spPr>
          <a:xfrm>
            <a:off x="228600" y="731838"/>
            <a:ext cx="8763000" cy="5592762"/>
          </a:xfrm>
        </p:spPr>
        <p:txBody>
          <a:bodyPr/>
          <a:lstStyle/>
          <a:p>
            <a:r>
              <a:rPr lang="en-US" altLang="zh-CN" sz="2400">
                <a:latin typeface="Arial" panose="020B0604020202020204" pitchFamily="34" charset="0"/>
                <a:ea typeface="楷体" panose="02010609060101010101" pitchFamily="49" charset="-122"/>
                <a:cs typeface="Arial" panose="020B0604020202020204" pitchFamily="34" charset="0"/>
              </a:rPr>
              <a:t>Dijkstra </a:t>
            </a:r>
            <a:r>
              <a:rPr lang="zh-CN" altLang="en-US" sz="2400">
                <a:latin typeface="Arial" panose="020B0604020202020204" pitchFamily="34" charset="0"/>
                <a:ea typeface="楷体" panose="02010609060101010101" pitchFamily="49" charset="-122"/>
              </a:rPr>
              <a:t>需要想出一个可以让不懂数学的媒体和公众理解的问题，以便向他们展示。</a:t>
            </a:r>
            <a:endParaRPr lang="en-US" altLang="zh-CN" sz="2400">
              <a:latin typeface="Arial" panose="020B0604020202020204" pitchFamily="34" charset="0"/>
              <a:ea typeface="楷体" panose="02010609060101010101" pitchFamily="49" charset="-122"/>
              <a:cs typeface="Arial" panose="020B0604020202020204" pitchFamily="34" charset="0"/>
            </a:endParaRPr>
          </a:p>
          <a:p>
            <a:r>
              <a:rPr lang="zh-CN" altLang="en-US" sz="2400">
                <a:latin typeface="Arial" panose="020B0604020202020204" pitchFamily="34" charset="0"/>
                <a:ea typeface="楷体" panose="02010609060101010101" pitchFamily="49" charset="-122"/>
              </a:rPr>
              <a:t>有一天他和未婚妻在阿姆斯特丹购物，他们停下来在一家咖啡店的阳台上喝咖啡休息，他开始思考这个问题。他觉得可以让计算机演示如何计算荷兰两个城市间的最短路径，这样问题和答案都容易被人理解。</a:t>
            </a:r>
            <a:endParaRPr lang="en-US" altLang="zh-CN" sz="2400">
              <a:latin typeface="Arial" panose="020B0604020202020204" pitchFamily="34" charset="0"/>
              <a:ea typeface="楷体" panose="02010609060101010101" pitchFamily="49" charset="-122"/>
              <a:cs typeface="Arial" panose="020B0604020202020204" pitchFamily="34" charset="0"/>
            </a:endParaRPr>
          </a:p>
          <a:p>
            <a:r>
              <a:rPr lang="zh-CN" altLang="en-US" sz="2400">
                <a:latin typeface="Arial" panose="020B0604020202020204" pitchFamily="34" charset="0"/>
                <a:ea typeface="楷体" panose="02010609060101010101" pitchFamily="49" charset="-122"/>
              </a:rPr>
              <a:t>于是他在</a:t>
            </a:r>
            <a:r>
              <a:rPr lang="en-US" altLang="zh-CN" sz="2400">
                <a:latin typeface="Arial" panose="020B0604020202020204" pitchFamily="34" charset="0"/>
                <a:ea typeface="楷体" panose="02010609060101010101" pitchFamily="49" charset="-122"/>
                <a:cs typeface="Arial" panose="020B0604020202020204" pitchFamily="34" charset="0"/>
              </a:rPr>
              <a:t>20 </a:t>
            </a:r>
            <a:r>
              <a:rPr lang="zh-CN" altLang="en-US" sz="2400">
                <a:latin typeface="Arial" panose="020B0604020202020204" pitchFamily="34" charset="0"/>
                <a:ea typeface="楷体" panose="02010609060101010101" pitchFamily="49" charset="-122"/>
              </a:rPr>
              <a:t>分钟内想出了高效计算最短路径的方法。</a:t>
            </a:r>
            <a:r>
              <a:rPr lang="en-US" altLang="zh-CN" sz="2400">
                <a:latin typeface="Arial" panose="020B0604020202020204" pitchFamily="34" charset="0"/>
                <a:ea typeface="楷体" panose="02010609060101010101" pitchFamily="49" charset="-122"/>
                <a:cs typeface="Arial" panose="020B0604020202020204" pitchFamily="34" charset="0"/>
              </a:rPr>
              <a:t>Dijkstra </a:t>
            </a:r>
            <a:r>
              <a:rPr lang="zh-CN" altLang="en-US" sz="2400">
                <a:latin typeface="Arial" panose="020B0604020202020204" pitchFamily="34" charset="0"/>
                <a:ea typeface="楷体" panose="02010609060101010101" pitchFamily="49" charset="-122"/>
              </a:rPr>
              <a:t>自己也没有想到这个 </a:t>
            </a:r>
            <a:r>
              <a:rPr lang="en-US" altLang="zh-CN" sz="2400">
                <a:latin typeface="Arial" panose="020B0604020202020204" pitchFamily="34" charset="0"/>
                <a:ea typeface="楷体" panose="02010609060101010101" pitchFamily="49" charset="-122"/>
                <a:cs typeface="Arial" panose="020B0604020202020204" pitchFamily="34" charset="0"/>
              </a:rPr>
              <a:t>20 </a:t>
            </a:r>
            <a:r>
              <a:rPr lang="zh-CN" altLang="en-US" sz="2400">
                <a:latin typeface="Arial" panose="020B0604020202020204" pitchFamily="34" charset="0"/>
                <a:ea typeface="楷体" panose="02010609060101010101" pitchFamily="49" charset="-122"/>
              </a:rPr>
              <a:t>分钟的发明会成为他最著名的成就之一，并且会被以他的名字命名为 </a:t>
            </a:r>
            <a:r>
              <a:rPr lang="en-US" altLang="zh-CN" sz="2400">
                <a:latin typeface="Arial" panose="020B0604020202020204" pitchFamily="34" charset="0"/>
                <a:ea typeface="楷体" panose="02010609060101010101" pitchFamily="49" charset="-122"/>
                <a:cs typeface="Arial" panose="020B0604020202020204" pitchFamily="34" charset="0"/>
              </a:rPr>
              <a:t>Djikstra </a:t>
            </a:r>
            <a:r>
              <a:rPr lang="zh-CN" altLang="en-US" sz="2400">
                <a:latin typeface="Arial" panose="020B0604020202020204" pitchFamily="34" charset="0"/>
                <a:ea typeface="楷体" panose="02010609060101010101" pitchFamily="49" charset="-122"/>
              </a:rPr>
              <a:t>算法。</a:t>
            </a:r>
            <a:endParaRPr lang="en-US" altLang="zh-CN" sz="2400">
              <a:latin typeface="Arial" panose="020B0604020202020204" pitchFamily="34" charset="0"/>
              <a:ea typeface="楷体" panose="02010609060101010101" pitchFamily="49" charset="-122"/>
              <a:cs typeface="Arial" panose="020B0604020202020204" pitchFamily="34" charset="0"/>
            </a:endParaRPr>
          </a:p>
          <a:p>
            <a:r>
              <a:rPr lang="en-US" altLang="zh-CN" sz="2400">
                <a:latin typeface="Arial" panose="020B0604020202020204" pitchFamily="34" charset="0"/>
                <a:ea typeface="楷体" panose="02010609060101010101" pitchFamily="49" charset="-122"/>
                <a:cs typeface="Arial" panose="020B0604020202020204" pitchFamily="34" charset="0"/>
              </a:rPr>
              <a:t>Dijkstra</a:t>
            </a:r>
            <a:r>
              <a:rPr lang="zh-CN" altLang="en-US" sz="2400">
                <a:latin typeface="Arial" panose="020B0604020202020204" pitchFamily="34" charset="0"/>
                <a:ea typeface="楷体" panose="02010609060101010101" pitchFamily="49" charset="-122"/>
              </a:rPr>
              <a:t>后来说，他的最短路径算法之所以能如此简洁，是因为当时在咖啡店里没有纸和笔，这强迫他在思考时避免复杂度，尽可能追求简单。</a:t>
            </a:r>
            <a:r>
              <a:rPr lang="zh-CN" altLang="en-US" sz="2400" b="1">
                <a:latin typeface="Arial" panose="020B0604020202020204" pitchFamily="34" charset="0"/>
                <a:ea typeface="楷体" panose="02010609060101010101" pitchFamily="49" charset="-122"/>
              </a:rPr>
              <a:t>在他的访谈和文章中，经常能发现一个主题，就是资源的匮乏往往最能激发创造性。</a:t>
            </a:r>
            <a:endParaRPr lang="zh-CN" altLang="en-US" sz="2400">
              <a:latin typeface="Arial" panose="020B0604020202020204" pitchFamily="34" charset="0"/>
              <a:ea typeface="楷体" panose="02010609060101010101" pitchFamily="49" charset="-122"/>
            </a:endParaRPr>
          </a:p>
        </p:txBody>
      </p:sp>
      <p:sp>
        <p:nvSpPr>
          <p:cNvPr id="4" name="幻灯片编号占位符 3">
            <a:extLst>
              <a:ext uri="{FF2B5EF4-FFF2-40B4-BE49-F238E27FC236}">
                <a16:creationId xmlns:a16="http://schemas.microsoft.com/office/drawing/2014/main" id="{A2BD1C81-0495-B44B-878C-7597D9EF7D6D}"/>
              </a:ext>
            </a:extLst>
          </p:cNvPr>
          <p:cNvSpPr>
            <a:spLocks noGrp="1"/>
          </p:cNvSpPr>
          <p:nvPr>
            <p:ph type="sldNum" sz="quarter" idx="16"/>
          </p:nvPr>
        </p:nvSpPr>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550FE4D0-07FC-F146-9D70-5386D6E29A35}" type="slidenum">
              <a:rPr kumimoji="0" lang="zh-CN" altLang="en-US" sz="1200">
                <a:solidFill>
                  <a:srgbClr val="7F7F7F"/>
                </a:solidFill>
              </a:rPr>
              <a:pPr/>
              <a:t>54</a:t>
            </a:fld>
            <a:endParaRPr kumimoji="0" lang="en-US" altLang="zh-CN" sz="1200">
              <a:solidFill>
                <a:srgbClr val="7F7F7F"/>
              </a:solidFill>
            </a:endParaRPr>
          </a:p>
        </p:txBody>
      </p:sp>
    </p:spTree>
  </p:cSld>
  <p:clrMapOvr>
    <a:masterClrMapping/>
  </p:clrMapOvr>
  <p:transition>
    <p:blinds dir="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内容占位符 2">
            <a:extLst>
              <a:ext uri="{FF2B5EF4-FFF2-40B4-BE49-F238E27FC236}">
                <a16:creationId xmlns:a16="http://schemas.microsoft.com/office/drawing/2014/main" id="{C7338F9D-0F25-AB4A-8139-8DB824BFED08}"/>
              </a:ext>
            </a:extLst>
          </p:cNvPr>
          <p:cNvSpPr>
            <a:spLocks noGrp="1"/>
          </p:cNvSpPr>
          <p:nvPr>
            <p:ph sz="quarter" idx="13"/>
          </p:nvPr>
        </p:nvSpPr>
        <p:spPr>
          <a:xfrm>
            <a:off x="228600" y="152400"/>
            <a:ext cx="8763000" cy="6477000"/>
          </a:xfrm>
        </p:spPr>
        <p:txBody>
          <a:bodyPr/>
          <a:lstStyle/>
          <a:p>
            <a:r>
              <a:rPr lang="zh-CN" altLang="en-US">
                <a:latin typeface="Arial" panose="020B0604020202020204" pitchFamily="34" charset="0"/>
                <a:ea typeface="楷体" panose="02010609060101010101" pitchFamily="49" charset="-122"/>
              </a:rPr>
              <a:t>具有历史意义的、著名的“</a:t>
            </a:r>
            <a:r>
              <a:rPr lang="en-US" altLang="zh-CN">
                <a:latin typeface="Arial" panose="020B0604020202020204" pitchFamily="34" charset="0"/>
                <a:ea typeface="楷体" panose="02010609060101010101" pitchFamily="49" charset="-122"/>
                <a:cs typeface="Arial" panose="020B0604020202020204" pitchFamily="34" charset="0"/>
              </a:rPr>
              <a:t>Go To Letter”</a:t>
            </a:r>
            <a:r>
              <a:rPr lang="zh-CN" altLang="en-US">
                <a:latin typeface="Arial" panose="020B0604020202020204" pitchFamily="34" charset="0"/>
                <a:ea typeface="楷体" panose="02010609060101010101" pitchFamily="49" charset="-122"/>
              </a:rPr>
              <a:t>。</a:t>
            </a:r>
            <a:endParaRPr lang="en-US" altLang="zh-CN">
              <a:latin typeface="Arial" panose="020B0604020202020204" pitchFamily="34" charset="0"/>
              <a:ea typeface="楷体" panose="02010609060101010101" pitchFamily="49" charset="-122"/>
              <a:cs typeface="Arial" panose="020B0604020202020204" pitchFamily="34" charset="0"/>
            </a:endParaRPr>
          </a:p>
          <a:p>
            <a:r>
              <a:rPr lang="en-US" altLang="zh-CN">
                <a:latin typeface="Arial" panose="020B0604020202020204" pitchFamily="34" charset="0"/>
                <a:ea typeface="楷体" panose="02010609060101010101" pitchFamily="49" charset="-122"/>
                <a:cs typeface="Arial" panose="020B0604020202020204" pitchFamily="34" charset="0"/>
              </a:rPr>
              <a:t>Dijkstra</a:t>
            </a:r>
            <a:r>
              <a:rPr lang="zh-CN" altLang="en-US">
                <a:latin typeface="Arial" panose="020B0604020202020204" pitchFamily="34" charset="0"/>
                <a:ea typeface="楷体" panose="02010609060101010101" pitchFamily="49" charset="-122"/>
              </a:rPr>
              <a:t>在信中建议：“</a:t>
            </a:r>
            <a:r>
              <a:rPr lang="en-US" altLang="zh-CN">
                <a:latin typeface="Arial" panose="020B0604020202020204" pitchFamily="34" charset="0"/>
                <a:ea typeface="楷体" panose="02010609060101010101" pitchFamily="49" charset="-122"/>
                <a:cs typeface="Arial" panose="020B0604020202020204" pitchFamily="34" charset="0"/>
              </a:rPr>
              <a:t>Go To</a:t>
            </a:r>
            <a:r>
              <a:rPr lang="zh-CN" altLang="en-US">
                <a:latin typeface="Arial" panose="020B0604020202020204" pitchFamily="34" charset="0"/>
                <a:ea typeface="楷体" panose="02010609060101010101" pitchFamily="49" charset="-122"/>
              </a:rPr>
              <a:t>语句太容易把程序弄乱，应从一切高级语言中去掉；只用三种基本控制结构就可以写各种程序，而这样的程序可以由上而下阅读而不会返回”。</a:t>
            </a:r>
            <a:endParaRPr lang="en-US" altLang="zh-CN">
              <a:latin typeface="Arial" panose="020B0604020202020204" pitchFamily="34" charset="0"/>
              <a:ea typeface="楷体" panose="02010609060101010101" pitchFamily="49" charset="-122"/>
              <a:cs typeface="Arial" panose="020B0604020202020204" pitchFamily="34" charset="0"/>
            </a:endParaRPr>
          </a:p>
          <a:p>
            <a:r>
              <a:rPr lang="zh-CN" altLang="en-US">
                <a:latin typeface="Arial" panose="020B0604020202020204" pitchFamily="34" charset="0"/>
                <a:ea typeface="楷体" panose="02010609060101010101" pitchFamily="49" charset="-122"/>
              </a:rPr>
              <a:t>这封信引起了激烈的讨论。人们逐渐认识到：不是一个简单地去掉</a:t>
            </a:r>
            <a:r>
              <a:rPr lang="en-US" altLang="zh-CN">
                <a:latin typeface="Arial" panose="020B0604020202020204" pitchFamily="34" charset="0"/>
                <a:ea typeface="楷体" panose="02010609060101010101" pitchFamily="49" charset="-122"/>
                <a:cs typeface="Arial" panose="020B0604020202020204" pitchFamily="34" charset="0"/>
              </a:rPr>
              <a:t>Go To</a:t>
            </a:r>
            <a:r>
              <a:rPr lang="zh-CN" altLang="en-US">
                <a:latin typeface="Arial" panose="020B0604020202020204" pitchFamily="34" charset="0"/>
                <a:ea typeface="楷体" panose="02010609060101010101" pitchFamily="49" charset="-122"/>
              </a:rPr>
              <a:t>的问题，而是促进一种新的程序设计观念、方法和风格，以期显著提高软件生产率和降低软件维护代价。</a:t>
            </a:r>
            <a:endParaRPr lang="en-US" altLang="zh-CN">
              <a:latin typeface="Arial" panose="020B0604020202020204" pitchFamily="34" charset="0"/>
              <a:ea typeface="楷体" panose="02010609060101010101" pitchFamily="49" charset="-122"/>
              <a:cs typeface="Arial" panose="020B0604020202020204" pitchFamily="34" charset="0"/>
            </a:endParaRPr>
          </a:p>
          <a:p>
            <a:r>
              <a:rPr lang="en-US" altLang="zh-CN">
                <a:latin typeface="Arial" panose="020B0604020202020204" pitchFamily="34" charset="0"/>
                <a:ea typeface="楷体" panose="02010609060101010101" pitchFamily="49" charset="-122"/>
                <a:cs typeface="Arial" panose="020B0604020202020204" pitchFamily="34" charset="0"/>
              </a:rPr>
              <a:t>Dijkstra</a:t>
            </a:r>
            <a:r>
              <a:rPr lang="zh-CN" altLang="en-US">
                <a:latin typeface="Arial" panose="020B0604020202020204" pitchFamily="34" charset="0"/>
                <a:ea typeface="楷体" panose="02010609060101010101" pitchFamily="49" charset="-122"/>
              </a:rPr>
              <a:t>获图灵奖以后，软件领域又涌现出</a:t>
            </a:r>
            <a:r>
              <a:rPr lang="zh-CN" altLang="en-US">
                <a:latin typeface="Arial" panose="020B0604020202020204" pitchFamily="34" charset="0"/>
                <a:ea typeface="楷体" panose="02010609060101010101" pitchFamily="49" charset="-122"/>
                <a:hlinkClick r:id="rId2"/>
              </a:rPr>
              <a:t>图形用户界面</a:t>
            </a:r>
            <a:r>
              <a:rPr lang="zh-CN" altLang="en-US">
                <a:latin typeface="Arial" panose="020B0604020202020204" pitchFamily="34" charset="0"/>
                <a:ea typeface="楷体" panose="02010609060101010101" pitchFamily="49" charset="-122"/>
              </a:rPr>
              <a:t>、</a:t>
            </a:r>
            <a:r>
              <a:rPr lang="zh-CN" altLang="en-US">
                <a:latin typeface="Arial" panose="020B0604020202020204" pitchFamily="34" charset="0"/>
                <a:ea typeface="楷体" panose="02010609060101010101" pitchFamily="49" charset="-122"/>
                <a:hlinkClick r:id="rId3"/>
              </a:rPr>
              <a:t>面向对象技术</a:t>
            </a:r>
            <a:r>
              <a:rPr lang="zh-CN" altLang="en-US">
                <a:latin typeface="Arial" panose="020B0604020202020204" pitchFamily="34" charset="0"/>
                <a:ea typeface="楷体" panose="02010609060101010101" pitchFamily="49" charset="-122"/>
              </a:rPr>
              <a:t>等一系列新的里程碑，但是三十年前</a:t>
            </a:r>
            <a:r>
              <a:rPr lang="en-US" altLang="zh-CN">
                <a:latin typeface="Arial" panose="020B0604020202020204" pitchFamily="34" charset="0"/>
                <a:ea typeface="楷体" panose="02010609060101010101" pitchFamily="49" charset="-122"/>
                <a:cs typeface="Arial" panose="020B0604020202020204" pitchFamily="34" charset="0"/>
              </a:rPr>
              <a:t>Dijkstra</a:t>
            </a:r>
            <a:r>
              <a:rPr lang="zh-CN" altLang="en-US">
                <a:latin typeface="Arial" panose="020B0604020202020204" pitchFamily="34" charset="0"/>
                <a:ea typeface="楷体" panose="02010609060101010101" pitchFamily="49" charset="-122"/>
              </a:rPr>
              <a:t>关于程序可靠性的一些名言至今仍有意义：</a:t>
            </a:r>
          </a:p>
          <a:p>
            <a:r>
              <a:rPr lang="zh-CN" altLang="en-US">
                <a:latin typeface="Arial" panose="020B0604020202020204" pitchFamily="34" charset="0"/>
                <a:ea typeface="楷体" panose="02010609060101010101" pitchFamily="49" charset="-122"/>
              </a:rPr>
              <a:t>“有效的程序员不应该浪费很多时间用于程序调试，他们应该一开始就不要把故障引入。”</a:t>
            </a:r>
          </a:p>
          <a:p>
            <a:r>
              <a:rPr lang="zh-CN" altLang="en-US">
                <a:latin typeface="Arial" panose="020B0604020202020204" pitchFamily="34" charset="0"/>
                <a:ea typeface="楷体" panose="02010609060101010101" pitchFamily="49" charset="-122"/>
              </a:rPr>
              <a:t>“程序测试是表明存在故障的非常有效的方法，但对于证明没有故障，调试是很无能为力的。”</a:t>
            </a:r>
          </a:p>
          <a:p>
            <a:r>
              <a:rPr lang="en-US" altLang="zh-CN">
                <a:latin typeface="Arial" panose="020B0604020202020204" pitchFamily="34" charset="0"/>
                <a:ea typeface="楷体" panose="02010609060101010101" pitchFamily="49" charset="-122"/>
                <a:cs typeface="Arial" panose="020B0604020202020204" pitchFamily="34" charset="0"/>
              </a:rPr>
              <a:t>Dijkstra</a:t>
            </a:r>
            <a:r>
              <a:rPr lang="zh-CN" altLang="en-US">
                <a:latin typeface="Arial" panose="020B0604020202020204" pitchFamily="34" charset="0"/>
                <a:ea typeface="楷体" panose="02010609060101010101" pitchFamily="49" charset="-122"/>
              </a:rPr>
              <a:t>大力提倡程序正确性证明，但这一方法离实用还有相当距离，因为一段源程序的正确性证明的文字往往比源代码还要长，所以充分的软件测试今天仍不可或缺。</a:t>
            </a:r>
          </a:p>
          <a:p>
            <a:endParaRPr lang="zh-CN" altLang="en-US">
              <a:latin typeface="Arial" panose="020B0604020202020204" pitchFamily="34" charset="0"/>
              <a:ea typeface="楷体" panose="02010609060101010101" pitchFamily="49" charset="-122"/>
            </a:endParaRPr>
          </a:p>
        </p:txBody>
      </p:sp>
      <p:sp>
        <p:nvSpPr>
          <p:cNvPr id="4" name="幻灯片编号占位符 3">
            <a:extLst>
              <a:ext uri="{FF2B5EF4-FFF2-40B4-BE49-F238E27FC236}">
                <a16:creationId xmlns:a16="http://schemas.microsoft.com/office/drawing/2014/main" id="{75CD8E3B-B9D9-FA42-AF26-4DB70638EE81}"/>
              </a:ext>
            </a:extLst>
          </p:cNvPr>
          <p:cNvSpPr>
            <a:spLocks noGrp="1"/>
          </p:cNvSpPr>
          <p:nvPr>
            <p:ph type="sldNum" sz="quarter" idx="16"/>
          </p:nvPr>
        </p:nvSpPr>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fld id="{5B958E9F-A534-2B4C-B7CA-82A76A4398C7}" type="slidenum">
              <a:rPr kumimoji="0" lang="zh-CN" altLang="en-US" sz="1200">
                <a:solidFill>
                  <a:srgbClr val="7F7F7F"/>
                </a:solidFill>
              </a:rPr>
              <a:pPr/>
              <a:t>55</a:t>
            </a:fld>
            <a:endParaRPr kumimoji="0" lang="en-US" altLang="zh-CN" sz="1200">
              <a:solidFill>
                <a:srgbClr val="7F7F7F"/>
              </a:solidFill>
            </a:endParaRPr>
          </a:p>
        </p:txBody>
      </p:sp>
    </p:spTree>
  </p:cSld>
  <p:clrMapOvr>
    <a:masterClrMapping/>
  </p:clrMapOvr>
  <p:transition>
    <p:blinds dir="vert"/>
  </p:transition>
</p:sld>
</file>

<file path=ppt/theme/theme1.xml><?xml version="1.0" encoding="utf-8"?>
<a:theme xmlns:a="http://schemas.openxmlformats.org/drawingml/2006/main" name="气流">
  <a:themeElements>
    <a:clrScheme name="气流">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气流">
      <a:majorFont>
        <a:latin typeface="Trebuchet MS"/>
        <a:ea typeface=""/>
        <a:cs typeface=""/>
        <a:font script="Jpan" typeface="ＭＳ ゴシック"/>
        <a:font script="Hang" typeface="HY그래픽B"/>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ＭＳ ゴシック"/>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气流">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气流.thmx</Template>
  <TotalTime>4099</TotalTime>
  <Words>5632</Words>
  <Application>Microsoft Macintosh PowerPoint</Application>
  <PresentationFormat>全屏显示(4:3)</PresentationFormat>
  <Paragraphs>607</Paragraphs>
  <Slides>55</Slides>
  <Notes>21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55</vt:i4>
      </vt:variant>
    </vt:vector>
  </HeadingPairs>
  <TitlesOfParts>
    <vt:vector size="64" baseType="lpstr">
      <vt:lpstr>楷体_GB2312</vt:lpstr>
      <vt:lpstr>宋体</vt:lpstr>
      <vt:lpstr>Arial</vt:lpstr>
      <vt:lpstr>Georgia</vt:lpstr>
      <vt:lpstr>Times New Roman</vt:lpstr>
      <vt:lpstr>Trebuchet MS</vt:lpstr>
      <vt:lpstr>Wingdings</vt:lpstr>
      <vt:lpstr>气流</vt:lpstr>
      <vt:lpstr>公式</vt:lpstr>
      <vt:lpstr>第四章  图与网络 </vt:lpstr>
      <vt:lpstr>图论的应用</vt:lpstr>
      <vt:lpstr>第四章   图与网络 </vt:lpstr>
      <vt:lpstr>§4.1  图(Graphs) </vt:lpstr>
      <vt:lpstr>§4.1.1  图的基本概念</vt:lpstr>
      <vt:lpstr>§4.1.1  图的基本概念</vt:lpstr>
      <vt:lpstr>§4.1.1  图的基本概念</vt:lpstr>
      <vt:lpstr>图的同构(isomorphism) </vt:lpstr>
      <vt:lpstr>图的同构(isomorphism) </vt:lpstr>
      <vt:lpstr>图的同构(isomorphism) </vt:lpstr>
      <vt:lpstr>例：</vt:lpstr>
      <vt:lpstr>定义4.1.2 </vt:lpstr>
      <vt:lpstr>PowerPoint 演示文稿</vt:lpstr>
      <vt:lpstr>定义4.1.3 </vt:lpstr>
      <vt:lpstr>今后，为简便计，有时也将图G中的点v，边l，写成vG，lG。</vt:lpstr>
      <vt:lpstr>图的表示 </vt:lpstr>
      <vt:lpstr>关联矩阵(incidence matrix) </vt:lpstr>
      <vt:lpstr>例：</vt:lpstr>
      <vt:lpstr>相邻矩阵(adjacency matrix)</vt:lpstr>
      <vt:lpstr>例：</vt:lpstr>
      <vt:lpstr>定理 4.1.1 </vt:lpstr>
      <vt:lpstr>PowerPoint 演示文稿</vt:lpstr>
      <vt:lpstr>例：</vt:lpstr>
      <vt:lpstr>定理 4.1.2</vt:lpstr>
      <vt:lpstr>定义 4.1.4 </vt:lpstr>
      <vt:lpstr>例：</vt:lpstr>
      <vt:lpstr>定义 4.1.5 </vt:lpstr>
      <vt:lpstr>定义 4.1.6 </vt:lpstr>
      <vt:lpstr>例：</vt:lpstr>
      <vt:lpstr>定义 </vt:lpstr>
      <vt:lpstr>PowerPoint 演示文稿</vt:lpstr>
      <vt:lpstr>§4.1.2  权图  Dijkstra算法 </vt:lpstr>
      <vt:lpstr>例: 权图 </vt:lpstr>
      <vt:lpstr>定义</vt:lpstr>
      <vt:lpstr>例: 最短路 </vt:lpstr>
      <vt:lpstr>Dijkstra算法</vt:lpstr>
      <vt:lpstr>例:  </vt:lpstr>
      <vt:lpstr>PowerPoint 演示文稿</vt:lpstr>
      <vt:lpstr>Dijkstra算法</vt:lpstr>
      <vt:lpstr>Dijkstra算法</vt:lpstr>
      <vt:lpstr>Dijkstra算法</vt:lpstr>
      <vt:lpstr>Dijkstra算法执行过程</vt:lpstr>
      <vt:lpstr>PowerPoint 演示文稿</vt:lpstr>
      <vt:lpstr>PowerPoint 演示文稿</vt:lpstr>
      <vt:lpstr>Dijkstra算法</vt:lpstr>
      <vt:lpstr>定理4.1.3</vt:lpstr>
      <vt:lpstr>证明： </vt:lpstr>
      <vt:lpstr>PowerPoint 演示文稿</vt:lpstr>
      <vt:lpstr>思考题</vt:lpstr>
      <vt:lpstr>Edsger Wybe Dijkstra （艾兹赫尔·韦伯·戴克斯特拉）</vt:lpstr>
      <vt:lpstr>PowerPoint 演示文稿</vt:lpstr>
      <vt:lpstr>PowerPoint 演示文稿</vt:lpstr>
      <vt:lpstr>PowerPoint 演示文稿</vt:lpstr>
      <vt:lpstr>PowerPoint 演示文稿</vt:lpstr>
      <vt:lpstr>PowerPoint 演示文稿</vt:lpstr>
    </vt:vector>
  </TitlesOfParts>
  <Company>jlu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图与网络 </dc:title>
  <dc:creator>sunjigui</dc:creator>
  <cp:lastModifiedBy>Microsoft Office User</cp:lastModifiedBy>
  <cp:revision>251</cp:revision>
  <cp:lastPrinted>1601-01-01T00:00:00Z</cp:lastPrinted>
  <dcterms:created xsi:type="dcterms:W3CDTF">2002-08-29T00:33:30Z</dcterms:created>
  <dcterms:modified xsi:type="dcterms:W3CDTF">2024-04-14T12:59:18Z</dcterms:modified>
</cp:coreProperties>
</file>