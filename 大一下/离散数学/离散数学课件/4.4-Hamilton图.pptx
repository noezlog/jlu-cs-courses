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8" r:id="rId1"/>
  </p:sldMasterIdLst>
  <p:notesMasterIdLst>
    <p:notesMasterId r:id="rId40"/>
  </p:notesMasterIdLst>
  <p:sldIdLst>
    <p:sldId id="259" r:id="rId2"/>
    <p:sldId id="258" r:id="rId3"/>
    <p:sldId id="337" r:id="rId4"/>
    <p:sldId id="340" r:id="rId5"/>
    <p:sldId id="261" r:id="rId6"/>
    <p:sldId id="262" r:id="rId7"/>
    <p:sldId id="298" r:id="rId8"/>
    <p:sldId id="338" r:id="rId9"/>
    <p:sldId id="341" r:id="rId10"/>
    <p:sldId id="342" r:id="rId11"/>
    <p:sldId id="339" r:id="rId12"/>
    <p:sldId id="343" r:id="rId13"/>
    <p:sldId id="344" r:id="rId14"/>
    <p:sldId id="299" r:id="rId15"/>
    <p:sldId id="300" r:id="rId16"/>
    <p:sldId id="301" r:id="rId17"/>
    <p:sldId id="302" r:id="rId18"/>
    <p:sldId id="345" r:id="rId19"/>
    <p:sldId id="303" r:id="rId20"/>
    <p:sldId id="304" r:id="rId21"/>
    <p:sldId id="305" r:id="rId22"/>
    <p:sldId id="355" r:id="rId23"/>
    <p:sldId id="346" r:id="rId24"/>
    <p:sldId id="347" r:id="rId25"/>
    <p:sldId id="348" r:id="rId26"/>
    <p:sldId id="349" r:id="rId27"/>
    <p:sldId id="350" r:id="rId28"/>
    <p:sldId id="351" r:id="rId29"/>
    <p:sldId id="353" r:id="rId30"/>
    <p:sldId id="352" r:id="rId31"/>
    <p:sldId id="354" r:id="rId32"/>
    <p:sldId id="318" r:id="rId33"/>
    <p:sldId id="319" r:id="rId34"/>
    <p:sldId id="320" r:id="rId35"/>
    <p:sldId id="321" r:id="rId36"/>
    <p:sldId id="356" r:id="rId37"/>
    <p:sldId id="357" r:id="rId38"/>
    <p:sldId id="358" r:id="rId3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44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27"/>
    <p:restoredTop sz="73192"/>
  </p:normalViewPr>
  <p:slideViewPr>
    <p:cSldViewPr>
      <p:cViewPr varScale="1">
        <p:scale>
          <a:sx n="72" d="100"/>
          <a:sy n="72" d="100"/>
        </p:scale>
        <p:origin x="216" y="328"/>
      </p:cViewPr>
      <p:guideLst>
        <p:guide orient="horz" pos="2160"/>
        <p:guide pos="24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6E8145DE-CDD9-054B-B2D9-6A2B9824E00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5431EDC8-C68A-F547-831A-92093406649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F4740485-81C1-D646-8DBF-25A91558FD65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C1918665-3293-BE44-A4D9-C352D0DA4855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146102CD-6518-7E49-A636-CF1B1DDF938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1C9B4267-3152-FC41-B5B3-4007DDD476E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9221E68C-C8B6-1746-9536-389DDF022569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7">
            <a:extLst>
              <a:ext uri="{FF2B5EF4-FFF2-40B4-BE49-F238E27FC236}">
                <a16:creationId xmlns:a16="http://schemas.microsoft.com/office/drawing/2014/main" id="{651BECF2-75E2-C04E-938A-5C0EB72BDE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7F0AC30-814F-7443-A754-3A96A0CCC250}" type="slidenum">
              <a:rPr lang="zh-CN" altLang="en-US" sz="1200">
                <a:latin typeface="Times New Roman" panose="02020603050405020304" pitchFamily="18" charset="0"/>
              </a:rPr>
              <a:pPr/>
              <a:t>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7410" name="Rectangle 2">
            <a:extLst>
              <a:ext uri="{FF2B5EF4-FFF2-40B4-BE49-F238E27FC236}">
                <a16:creationId xmlns:a16="http://schemas.microsoft.com/office/drawing/2014/main" id="{FD7A9F09-3A5E-7148-B933-CDE3279CD69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8B01C830-5056-A646-B8AC-8866C8699A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Euler</a:t>
            </a:r>
            <a:r>
              <a:rPr lang="zh-CN" altLang="en-US">
                <a:latin typeface="Times New Roman" panose="02020603050405020304" pitchFamily="18" charset="0"/>
              </a:rPr>
              <a:t>路不同，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Times New Roman" panose="02020603050405020304" pitchFamily="18" charset="0"/>
              </a:rPr>
              <a:t>路感兴趣的是图中的点，一条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Times New Roman" panose="02020603050405020304" pitchFamily="18" charset="0"/>
              </a:rPr>
              <a:t>路决不会在两点间走两次以上，因此，没有必要在有向图中讨论它，只要在图中讨论它就可以了。</a:t>
            </a:r>
            <a:endParaRPr lang="en-US" altLang="zh-CN"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一个邮递员，如果他的任务需要遍历某些特定的街道，那么他最好走一条</a:t>
            </a:r>
            <a:r>
              <a:rPr lang="en-US" altLang="zh-CN">
                <a:latin typeface="Arial" panose="020B0604020202020204" pitchFamily="34" charset="0"/>
              </a:rPr>
              <a:t>Euler</a:t>
            </a:r>
            <a:r>
              <a:rPr lang="zh-CN" altLang="en-US">
                <a:latin typeface="Times New Roman" panose="02020603050405020304" pitchFamily="18" charset="0"/>
              </a:rPr>
              <a:t>路；如果他的任务是联系某些特定的收发点，那么他最好走一条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Times New Roman" panose="02020603050405020304" pitchFamily="18" charset="0"/>
              </a:rPr>
              <a:t>路。</a:t>
            </a:r>
            <a:endParaRPr lang="zh-CN" altLang="en-US">
              <a:latin typeface="Arial" panose="020B0604020202020204" pitchFamily="34" charset="0"/>
            </a:endParaRP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Euler</a:t>
            </a:r>
            <a:r>
              <a:rPr lang="zh-CN" altLang="en-US">
                <a:latin typeface="宋体" panose="02010600030101010101" pitchFamily="2" charset="-122"/>
              </a:rPr>
              <a:t>路同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宋体" panose="02010600030101010101" pitchFamily="2" charset="-122"/>
              </a:rPr>
              <a:t>路相比较，前者要周游诸弧，后者要周游诸点，虽然仅有一字之差，但两者的困难程度却不大相同。对于前者，在上节我们已经得到了一些较为深刻的定理，比较满意地解决了这个问题；但对于后者，却没有令人满意的结果。寻找一个图是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宋体" panose="02010600030101010101" pitchFamily="2" charset="-122"/>
              </a:rPr>
              <a:t>图的充分必要条件，仍是图论中一个重要问题。</a:t>
            </a:r>
            <a:r>
              <a:rPr lang="zh-CN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>
            <a:extLst>
              <a:ext uri="{FF2B5EF4-FFF2-40B4-BE49-F238E27FC236}">
                <a16:creationId xmlns:a16="http://schemas.microsoft.com/office/drawing/2014/main" id="{29955428-3972-0146-889D-CA80AA5519F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B1842E-040C-334C-B232-E00502F09C2E}" type="slidenum">
              <a:rPr lang="zh-CN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19458" name="Rectangle 2">
            <a:extLst>
              <a:ext uri="{FF2B5EF4-FFF2-40B4-BE49-F238E27FC236}">
                <a16:creationId xmlns:a16="http://schemas.microsoft.com/office/drawing/2014/main" id="{6BAFBBBB-C161-0145-8F2C-6B8F5958DC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5CD506BE-3404-0B40-929E-66AB7ABDC0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2146AF19-1FDF-9F4C-B871-08FA2218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A41493-F044-1849-B3CC-045C96483934}" type="slidenum">
              <a:rPr lang="zh-CN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54A9E49A-6A2F-CA4C-B9B6-19531DCF3FD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5BF80648-DE61-6D46-B5B7-C1E17A0662E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endParaRPr lang="zh-CN" altLang="en-US" dirty="0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S=1,W(C-S)=1</a:t>
            </a:r>
          </a:p>
          <a:p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S=2,W(C-S)=1/2(</a:t>
            </a:r>
            <a:r>
              <a:rPr lang="zh-CN" altLang="en-US" dirty="0">
                <a:solidFill>
                  <a:srgbClr val="000000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根据删除的点不同</a:t>
            </a:r>
            <a:r>
              <a:rPr lang="en-US" altLang="zh-CN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221E68C-C8B6-1746-9536-389DDF022569}" type="slidenum">
              <a:rPr lang="zh-CN" altLang="en-US" smtClean="0"/>
              <a:pPr/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34102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059902AF-D27F-5346-B5A5-D218858FE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AA1703-919D-584F-9853-0255FA3E78AE}" type="slidenum">
              <a:rPr lang="zh-CN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830DFE71-DCCA-9E40-A367-E4819BFE69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0AD441C9-428D-DB40-AB16-2BF2D9170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定理</a:t>
            </a:r>
            <a:r>
              <a:rPr lang="en-US" altLang="zh-CN">
                <a:latin typeface="Arial" panose="020B0604020202020204" pitchFamily="34" charset="0"/>
              </a:rPr>
              <a:t>4.4.1</a:t>
            </a:r>
            <a:r>
              <a:rPr lang="zh-CN" altLang="en-US">
                <a:latin typeface="Arial" panose="020B0604020202020204" pitchFamily="34" charset="0"/>
              </a:rPr>
              <a:t>只是一个必要条件，不能用于判定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图。不具有该性质的一定不是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图；但具有该性质的未必是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图。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7739012E-7BEA-6B42-950C-350D1C76BF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55ED5A5-AF37-D641-A2AD-CB0EC174EB45}" type="slidenum">
              <a:rPr lang="zh-CN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7FC19943-9B03-A04F-90BE-C5B35D9AD5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5E2FFBB9-6441-3843-8CEC-05A4DB49B7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EFBD5FAC-1576-E042-B78C-CB33F3ED99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E4801B9-CD0C-7D42-B760-5DDA7914DF5E}" type="slidenum">
              <a:rPr lang="zh-CN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9263A512-C29D-A440-912D-D957733EFF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300E0A0E-58DF-7C40-A148-2D0FD0B161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r>
              <a:rPr lang="zh-CN" altLang="en-US">
                <a:latin typeface="宋体" panose="02010600030101010101" pitchFamily="2" charset="-122"/>
              </a:rPr>
              <a:t>定理</a:t>
            </a:r>
            <a:r>
              <a:rPr lang="zh-CN" altLang="en-US">
                <a:latin typeface="Arial" panose="020B0604020202020204" pitchFamily="34" charset="0"/>
              </a:rPr>
              <a:t>4.4.2</a:t>
            </a:r>
            <a:r>
              <a:rPr lang="zh-CN" altLang="en-US">
                <a:latin typeface="宋体" panose="02010600030101010101" pitchFamily="2" charset="-122"/>
              </a:rPr>
              <a:t>只是一个充分性条件，不是充要条件。它可以用于判定某些图是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宋体" panose="02010600030101010101" pitchFamily="2" charset="-122"/>
              </a:rPr>
              <a:t>图，但不是所有的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宋体" panose="02010600030101010101" pitchFamily="2" charset="-122"/>
              </a:rPr>
              <a:t>图都可以用它来判断。不满足必要性，我们可举一例，是</a:t>
            </a:r>
            <a:r>
              <a:rPr lang="en-US" altLang="zh-CN">
                <a:latin typeface="宋体" panose="02010600030101010101" pitchFamily="2" charset="-122"/>
              </a:rPr>
              <a:t>H</a:t>
            </a:r>
            <a:r>
              <a:rPr lang="zh-CN" altLang="en-US">
                <a:latin typeface="宋体" panose="02010600030101010101" pitchFamily="2" charset="-122"/>
              </a:rPr>
              <a:t>图，但不具有该性质。</a:t>
            </a:r>
          </a:p>
          <a:p>
            <a:pPr algn="just" eaLnBrk="1" hangingPunct="1"/>
            <a:r>
              <a:rPr lang="zh-CN" altLang="en-US">
                <a:latin typeface="宋体" panose="02010600030101010101" pitchFamily="2" charset="-122"/>
              </a:rPr>
              <a:t>再例如，它无法用于图</a:t>
            </a:r>
            <a:r>
              <a:rPr lang="zh-CN" altLang="en-US">
                <a:latin typeface="Arial" panose="020B0604020202020204" pitchFamily="34" charset="0"/>
              </a:rPr>
              <a:t>4.4.3</a:t>
            </a:r>
            <a:r>
              <a:rPr lang="zh-CN" altLang="en-US">
                <a:latin typeface="宋体" panose="02010600030101010101" pitchFamily="2" charset="-122"/>
              </a:rPr>
              <a:t>，图</a:t>
            </a:r>
            <a:r>
              <a:rPr lang="zh-CN" altLang="en-US">
                <a:latin typeface="Arial" panose="020B0604020202020204" pitchFamily="34" charset="0"/>
              </a:rPr>
              <a:t>4.4.4</a:t>
            </a:r>
            <a:r>
              <a:rPr lang="zh-CN" altLang="en-US">
                <a:latin typeface="宋体" panose="02010600030101010101" pitchFamily="2" charset="-122"/>
              </a:rPr>
              <a:t>，虽然图</a:t>
            </a:r>
            <a:r>
              <a:rPr lang="zh-CN" altLang="en-US">
                <a:latin typeface="Arial" panose="020B0604020202020204" pitchFamily="34" charset="0"/>
              </a:rPr>
              <a:t>4.4.3</a:t>
            </a:r>
            <a:r>
              <a:rPr lang="zh-CN" altLang="en-US">
                <a:latin typeface="宋体" panose="02010600030101010101" pitchFamily="2" charset="-122"/>
              </a:rPr>
              <a:t>和图</a:t>
            </a:r>
            <a:r>
              <a:rPr lang="zh-CN" altLang="en-US">
                <a:latin typeface="Arial" panose="020B0604020202020204" pitchFamily="34" charset="0"/>
              </a:rPr>
              <a:t>4.4.4</a:t>
            </a:r>
            <a:r>
              <a:rPr lang="zh-CN" altLang="en-US">
                <a:latin typeface="宋体" panose="02010600030101010101" pitchFamily="2" charset="-122"/>
              </a:rPr>
              <a:t>是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宋体" panose="02010600030101010101" pitchFamily="2" charset="-122"/>
              </a:rPr>
              <a:t>图。</a:t>
            </a:r>
            <a:r>
              <a:rPr lang="zh-CN" altLang="en-US">
                <a:latin typeface="Arial" panose="020B0604020202020204" pitchFamily="34" charset="0"/>
              </a:rPr>
              <a:t> 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BEA6F2AB-0C87-094B-85ED-530A1A06A1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AAE9E0F-4098-6146-92CD-C58CB63EEC39}" type="slidenum">
              <a:rPr lang="zh-CN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CFCD6CDD-2D8F-F844-BC70-F3117CF00D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D754F164-3CEE-7146-B732-4EDB9C0E8B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4CB3C231-2B25-5C4E-BAD2-578338AC9E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A17052-0C7F-7648-91B7-3EBC13B6C2A0}" type="slidenum">
              <a:rPr lang="zh-CN" altLang="en-US" sz="1200">
                <a:latin typeface="Times New Roman" panose="02020603050405020304" pitchFamily="18" charset="0"/>
              </a:rPr>
              <a:pPr/>
              <a:t>12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669281FC-BDF2-1D42-AC3A-2582D635903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B49F0624-EFBF-B04E-B3CF-A7B8CF9132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algn="just" eaLnBrk="1" hangingPunct="1"/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6C7A36DC-948B-444A-B778-928AAD2FCE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B6AD3CC-982D-1A4C-8929-EE43D872F613}" type="slidenum">
              <a:rPr lang="zh-CN" altLang="en-US" sz="1200">
                <a:latin typeface="Times New Roman" panose="02020603050405020304" pitchFamily="18" charset="0"/>
              </a:rPr>
              <a:pPr/>
              <a:t>13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61409A7D-66B8-7845-89BB-024C4AB95B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DBA6FB97-D2AA-9142-A764-69B8566F10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>
                <a:latin typeface="Arial" panose="020B0604020202020204" pitchFamily="34" charset="0"/>
              </a:rPr>
              <a:t>v</a:t>
            </a:r>
            <a:r>
              <a:rPr kumimoji="0" lang="en-US" altLang="zh-CN" sz="12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lang="zh-CN" altLang="en-US" dirty="0">
                <a:latin typeface="Arial" panose="020B0604020202020204" pitchFamily="34" charset="0"/>
              </a:rPr>
              <a:t>和</a:t>
            </a:r>
            <a:r>
              <a:rPr lang="en-US" altLang="zh-CN" dirty="0">
                <a:latin typeface="Arial" panose="020B0604020202020204" pitchFamily="34" charset="0"/>
              </a:rPr>
              <a:t>v</a:t>
            </a:r>
            <a:r>
              <a:rPr kumimoji="0" lang="en-US" altLang="zh-CN" sz="1200" baseline="-30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1200" baseline="-30000" dirty="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lang="zh-CN" altLang="en-US" dirty="0">
                <a:latin typeface="Arial" panose="020B0604020202020204" pitchFamily="34" charset="0"/>
              </a:rPr>
              <a:t>必然是不同的两个点：因为</a:t>
            </a:r>
            <a:r>
              <a:rPr kumimoji="0" lang="en-US" altLang="zh-CN" sz="1200" dirty="0">
                <a:latin typeface="Times New Roman" panose="02020603050405020304" pitchFamily="18" charset="0"/>
                <a:ea typeface="楷体_GB2312" pitchFamily="49" charset="-122"/>
                <a:sym typeface="Wingdings" pitchFamily="2" charset="2"/>
              </a:rPr>
              <a:t>L=(</a:t>
            </a:r>
            <a:r>
              <a:rPr kumimoji="0" lang="en-US" altLang="zh-CN" sz="1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12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1200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1200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1200" dirty="0">
                <a:latin typeface="Times New Roman" panose="02020603050405020304" pitchFamily="18" charset="0"/>
                <a:ea typeface="楷体_GB2312" pitchFamily="49" charset="-122"/>
              </a:rPr>
              <a:t>,  … ,v</a:t>
            </a:r>
            <a:r>
              <a:rPr kumimoji="0" lang="en-US" altLang="zh-CN" sz="1200" baseline="-25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1200" baseline="-25000" dirty="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kumimoji="0" lang="en-US" altLang="zh-CN" sz="1200" dirty="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1200" baseline="-25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1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1200" dirty="0">
                <a:latin typeface="Arial" panose="020B0604020202020204" pitchFamily="34" charset="0"/>
                <a:ea typeface="楷体_GB2312" pitchFamily="49" charset="-122"/>
              </a:rPr>
              <a:t>是一条哈密顿路，里面</a:t>
            </a:r>
            <a:r>
              <a:rPr kumimoji="0" lang="zh-CN" altLang="en-US" sz="1200">
                <a:latin typeface="Arial" panose="020B0604020202020204" pitchFamily="34" charset="0"/>
                <a:ea typeface="楷体_GB2312" pitchFamily="49" charset="-122"/>
              </a:rPr>
              <a:t>的点都不相同。</a:t>
            </a:r>
            <a:endParaRPr kumimoji="0" lang="en-US" altLang="zh-CN" sz="1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7">
            <a:extLst>
              <a:ext uri="{FF2B5EF4-FFF2-40B4-BE49-F238E27FC236}">
                <a16:creationId xmlns:a16="http://schemas.microsoft.com/office/drawing/2014/main" id="{4F501EAB-D800-D343-851F-1556F4E769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10294A-58A2-4F4F-84A9-C6ECC8B608A7}" type="slidenum">
              <a:rPr lang="zh-CN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1986" name="Rectangle 2">
            <a:extLst>
              <a:ext uri="{FF2B5EF4-FFF2-40B4-BE49-F238E27FC236}">
                <a16:creationId xmlns:a16="http://schemas.microsoft.com/office/drawing/2014/main" id="{1CC70EDD-2581-C847-A15E-28A2B6F240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EAABBBC4-2B27-BC43-9D67-EFD7B913DE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不存在第一个</a:t>
            </a:r>
            <a:r>
              <a:rPr lang="en-US" altLang="zh-CN">
                <a:latin typeface="Arial" panose="020B0604020202020204" pitchFamily="34" charset="0"/>
              </a:rPr>
              <a:t>l</a:t>
            </a:r>
            <a:r>
              <a:rPr lang="en-US" altLang="zh-CN" baseline="-25000">
                <a:latin typeface="Arial" panose="020B0604020202020204" pitchFamily="34" charset="0"/>
              </a:rPr>
              <a:t>k</a:t>
            </a:r>
            <a:r>
              <a:rPr lang="zh-CN" altLang="en-US">
                <a:latin typeface="Arial" panose="020B0604020202020204" pitchFamily="34" charset="0"/>
              </a:rPr>
              <a:t>属于</a:t>
            </a:r>
            <a:r>
              <a:rPr lang="zh-CN" altLang="en-US">
                <a:latin typeface="Times New Roman" panose="02020603050405020304" pitchFamily="18" charset="0"/>
              </a:rPr>
              <a:t>{</a:t>
            </a:r>
            <a:r>
              <a:rPr lang="en-US" altLang="zh-CN">
                <a:latin typeface="Times New Roman" panose="02020603050405020304" pitchFamily="18" charset="0"/>
              </a:rPr>
              <a:t>f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,…,f</a:t>
            </a:r>
            <a:r>
              <a:rPr lang="en-US" altLang="zh-CN" baseline="-30000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}</a:t>
            </a:r>
            <a:r>
              <a:rPr lang="zh-CN" altLang="en-US">
                <a:latin typeface="Arial" panose="020B0604020202020204" pitchFamily="34" charset="0"/>
              </a:rPr>
              <a:t> ，所以对于所有的</a:t>
            </a:r>
            <a:r>
              <a:rPr lang="en-US" altLang="zh-CN">
                <a:latin typeface="Times New Roman" panose="02020603050405020304" pitchFamily="18" charset="0"/>
              </a:rPr>
              <a:t>l</a:t>
            </a:r>
            <a:r>
              <a:rPr lang="en-US" altLang="zh-CN" baseline="-30000">
                <a:latin typeface="Times New Roman" panose="02020603050405020304" pitchFamily="18" charset="0"/>
              </a:rPr>
              <a:t>i </a:t>
            </a:r>
            <a:r>
              <a:rPr lang="en-US" altLang="zh-CN">
                <a:latin typeface="Times New Roman" panose="02020603050405020304" pitchFamily="18" charset="0"/>
                <a:sym typeface="Symbol" pitchFamily="2" charset="2"/>
              </a:rPr>
              <a:t></a:t>
            </a:r>
            <a:r>
              <a:rPr lang="en-US" altLang="zh-CN">
                <a:latin typeface="Times New Roman" panose="02020603050405020304" pitchFamily="18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</a:rPr>
              <a:t>{</a:t>
            </a:r>
            <a:r>
              <a:rPr lang="en-US" altLang="zh-CN">
                <a:latin typeface="Times New Roman" panose="02020603050405020304" pitchFamily="18" charset="0"/>
              </a:rPr>
              <a:t>f</a:t>
            </a:r>
            <a:r>
              <a:rPr lang="en-US" altLang="zh-CN" baseline="-30000">
                <a:latin typeface="Times New Roman" panose="02020603050405020304" pitchFamily="18" charset="0"/>
              </a:rPr>
              <a:t>1</a:t>
            </a:r>
            <a:r>
              <a:rPr lang="en-US" altLang="zh-CN">
                <a:latin typeface="Times New Roman" panose="02020603050405020304" pitchFamily="18" charset="0"/>
              </a:rPr>
              <a:t>,…,f</a:t>
            </a:r>
            <a:r>
              <a:rPr lang="en-US" altLang="zh-CN" baseline="-30000">
                <a:latin typeface="Times New Roman" panose="02020603050405020304" pitchFamily="18" charset="0"/>
              </a:rPr>
              <a:t>m</a:t>
            </a:r>
            <a:r>
              <a:rPr lang="en-US" altLang="zh-CN">
                <a:latin typeface="Times New Roman" panose="02020603050405020304" pitchFamily="18" charset="0"/>
              </a:rPr>
              <a:t>}，</a:t>
            </a:r>
            <a:r>
              <a:rPr lang="zh-CN" altLang="en-US">
                <a:latin typeface="Times New Roman" panose="02020603050405020304" pitchFamily="18" charset="0"/>
              </a:rPr>
              <a:t>反之，若存在，一定存在第一个</a:t>
            </a:r>
          </a:p>
          <a:p>
            <a:pPr eaLnBrk="1" hangingPunct="1"/>
            <a:r>
              <a:rPr lang="en-US" altLang="zh-CN">
                <a:latin typeface="Arial" panose="020B0604020202020204" pitchFamily="34" charset="0"/>
              </a:rPr>
              <a:t>(1)</a:t>
            </a:r>
            <a:r>
              <a:rPr lang="zh-CN" altLang="en-US">
                <a:latin typeface="Arial" panose="020B0604020202020204" pitchFamily="34" charset="0"/>
              </a:rPr>
              <a:t>因为</a:t>
            </a:r>
            <a:r>
              <a:rPr lang="en-US" altLang="zh-CN">
                <a:latin typeface="Arial" panose="020B0604020202020204" pitchFamily="34" charset="0"/>
              </a:rPr>
              <a:t>C2(G)</a:t>
            </a:r>
            <a:r>
              <a:rPr lang="zh-CN" altLang="en-US">
                <a:latin typeface="Arial" panose="020B0604020202020204" pitchFamily="34" charset="0"/>
              </a:rPr>
              <a:t>是闭合图，而</a:t>
            </a:r>
            <a:r>
              <a:rPr lang="en-US" altLang="zh-CN">
                <a:latin typeface="Arial" panose="020B0604020202020204" pitchFamily="34" charset="0"/>
              </a:rPr>
              <a:t>lk+1</a:t>
            </a:r>
            <a:r>
              <a:rPr lang="zh-CN" altLang="en-US">
                <a:latin typeface="Arial" panose="020B0604020202020204" pitchFamily="34" charset="0"/>
              </a:rPr>
              <a:t>不在里面，所以一定是不符合闭合图加入边的条件，即</a:t>
            </a:r>
            <a:r>
              <a:rPr lang="en-US" altLang="zh-CN">
                <a:latin typeface="Arial" panose="020B0604020202020204" pitchFamily="34" charset="0"/>
              </a:rPr>
              <a:t>uv</a:t>
            </a:r>
            <a:r>
              <a:rPr lang="zh-CN" altLang="en-US">
                <a:latin typeface="Arial" panose="020B0604020202020204" pitchFamily="34" charset="0"/>
              </a:rPr>
              <a:t>两点的度加一起不大于</a:t>
            </a:r>
            <a:r>
              <a:rPr lang="en-US" altLang="zh-CN">
                <a:latin typeface="Arial" panose="020B0604020202020204" pitchFamily="34" charset="0"/>
              </a:rPr>
              <a:t>|P(G)|</a:t>
            </a:r>
            <a:r>
              <a:rPr lang="zh-CN" altLang="en-US">
                <a:latin typeface="Arial" panose="020B0604020202020204" pitchFamily="34" charset="0"/>
              </a:rPr>
              <a:t>。</a:t>
            </a:r>
            <a:endParaRPr lang="en-US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7">
            <a:extLst>
              <a:ext uri="{FF2B5EF4-FFF2-40B4-BE49-F238E27FC236}">
                <a16:creationId xmlns:a16="http://schemas.microsoft.com/office/drawing/2014/main" id="{F6851733-6EE4-6F43-A4A4-C6AE859854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5F6216C-6DC1-D74F-AAC5-C5F7B12B54B9}" type="slidenum">
              <a:rPr lang="zh-CN" altLang="en-US" sz="1200">
                <a:latin typeface="Times New Roman" panose="02020603050405020304" pitchFamily="18" charset="0"/>
              </a:rPr>
              <a:pPr/>
              <a:t>20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AC0635A6-E3A6-3647-8D0D-B4BD7990F8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31185776-0A73-304A-B814-9FDBF9F11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此推论可以推导出很多用点的度来表达的关于图是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Times New Roman" panose="02020603050405020304" pitchFamily="18" charset="0"/>
              </a:rPr>
              <a:t>图的充要条件。例如，当</a:t>
            </a:r>
            <a:r>
              <a:rPr lang="zh-CN" altLang="en-US">
                <a:latin typeface="Times New Roman" panose="02020603050405020304" pitchFamily="18" charset="0"/>
                <a:sym typeface="Symbol" pitchFamily="2" charset="2"/>
              </a:rPr>
              <a:t></a:t>
            </a:r>
            <a:r>
              <a:rPr lang="zh-CN" altLang="en-US">
                <a:latin typeface="Arial" panose="020B0604020202020204" pitchFamily="34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itchFamily="2" charset="2"/>
              </a:rPr>
              <a:t></a:t>
            </a:r>
            <a:r>
              <a:rPr lang="zh-CN" altLang="en-US">
                <a:latin typeface="Arial" panose="020B0604020202020204" pitchFamily="34" charset="0"/>
              </a:rPr>
              <a:t> </a:t>
            </a:r>
            <a:r>
              <a:rPr lang="zh-CN" altLang="en-US">
                <a:latin typeface="Times New Roman" panose="02020603050405020304" pitchFamily="18" charset="0"/>
                <a:sym typeface="Symbol" pitchFamily="2" charset="2"/>
              </a:rPr>
              <a:t></a:t>
            </a:r>
            <a:r>
              <a:rPr lang="zh-CN" altLang="en-US">
                <a:latin typeface="Arial" panose="020B0604020202020204" pitchFamily="34" charset="0"/>
              </a:rPr>
              <a:t>/2</a:t>
            </a:r>
            <a:r>
              <a:rPr lang="zh-CN" altLang="en-US">
                <a:latin typeface="Times New Roman" panose="02020603050405020304" pitchFamily="18" charset="0"/>
              </a:rPr>
              <a:t>时（</a:t>
            </a:r>
            <a:r>
              <a:rPr lang="zh-CN" altLang="en-US">
                <a:latin typeface="Times New Roman" panose="02020603050405020304" pitchFamily="18" charset="0"/>
                <a:sym typeface="Symbol" pitchFamily="2" charset="2"/>
              </a:rPr>
              <a:t></a:t>
            </a:r>
            <a:r>
              <a:rPr lang="zh-CN" altLang="en-US">
                <a:latin typeface="Times New Roman" panose="02020603050405020304" pitchFamily="18" charset="0"/>
              </a:rPr>
              <a:t>是图中点的最小度），图中任意两点</a:t>
            </a:r>
            <a:r>
              <a:rPr lang="en-US" altLang="zh-CN">
                <a:latin typeface="Arial" panose="020B0604020202020204" pitchFamily="34" charset="0"/>
              </a:rPr>
              <a:t>u, v</a:t>
            </a:r>
            <a:r>
              <a:rPr lang="zh-CN" altLang="en-US">
                <a:latin typeface="Times New Roman" panose="02020603050405020304" pitchFamily="18" charset="0"/>
              </a:rPr>
              <a:t>都有</a:t>
            </a:r>
            <a:endParaRPr lang="zh-CN" altLang="en-US"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>
                <a:latin typeface="Arial" panose="020B0604020202020204" pitchFamily="34" charset="0"/>
              </a:rPr>
              <a:t>       </a:t>
            </a:r>
            <a:r>
              <a:rPr lang="en-US" altLang="zh-CN">
                <a:latin typeface="Arial" panose="020B0604020202020204" pitchFamily="34" charset="0"/>
              </a:rPr>
              <a:t>d (u)+d (v) </a:t>
            </a:r>
            <a:r>
              <a:rPr lang="en-US" altLang="zh-CN">
                <a:latin typeface="Times New Roman" panose="02020603050405020304" pitchFamily="18" charset="0"/>
                <a:sym typeface="Symbol" pitchFamily="2" charset="2"/>
              </a:rPr>
              <a:t></a:t>
            </a:r>
            <a:r>
              <a:rPr lang="en-US" altLang="zh-CN">
                <a:latin typeface="Arial" panose="020B0604020202020204" pitchFamily="34" charset="0"/>
              </a:rPr>
              <a:t> </a:t>
            </a:r>
            <a:r>
              <a:rPr lang="en-US" altLang="zh-CN">
                <a:latin typeface="Times New Roman" panose="02020603050405020304" pitchFamily="18" charset="0"/>
                <a:sym typeface="Symbol" pitchFamily="2" charset="2"/>
              </a:rPr>
              <a:t></a:t>
            </a:r>
            <a:endParaRPr lang="en-US" altLang="zh-CN">
              <a:latin typeface="Arial" panose="020B0604020202020204" pitchFamily="34" charset="0"/>
            </a:endParaRPr>
          </a:p>
          <a:p>
            <a:pPr algn="just" eaLnBrk="1" hangingPunct="1"/>
            <a:r>
              <a:rPr lang="zh-CN" altLang="en-US">
                <a:latin typeface="Times New Roman" panose="02020603050405020304" pitchFamily="18" charset="0"/>
              </a:rPr>
              <a:t>故该图的闭合图是完全图，即该图是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Times New Roman" panose="02020603050405020304" pitchFamily="18" charset="0"/>
              </a:rPr>
              <a:t>图。由此可见，定理</a:t>
            </a:r>
            <a:r>
              <a:rPr lang="zh-CN" altLang="en-US">
                <a:latin typeface="Arial" panose="020B0604020202020204" pitchFamily="34" charset="0"/>
              </a:rPr>
              <a:t>4.4.2</a:t>
            </a:r>
            <a:r>
              <a:rPr lang="zh-CN" altLang="en-US">
                <a:latin typeface="Times New Roman" panose="02020603050405020304" pitchFamily="18" charset="0"/>
              </a:rPr>
              <a:t>实际上是此推论的一个特例。</a:t>
            </a:r>
            <a:endParaRPr lang="zh-CN" altLang="en-US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用此推论，不难看出图</a:t>
            </a:r>
            <a:r>
              <a:rPr lang="zh-CN" altLang="en-US">
                <a:latin typeface="Arial" panose="020B0604020202020204" pitchFamily="34" charset="0"/>
              </a:rPr>
              <a:t>4.4.4</a:t>
            </a:r>
            <a:r>
              <a:rPr lang="zh-CN" altLang="en-US">
                <a:latin typeface="宋体" panose="02010600030101010101" pitchFamily="2" charset="-122"/>
              </a:rPr>
              <a:t>是</a:t>
            </a:r>
            <a:r>
              <a:rPr lang="en-US" altLang="zh-CN">
                <a:latin typeface="Arial" panose="020B0604020202020204" pitchFamily="34" charset="0"/>
              </a:rPr>
              <a:t>Hamilton</a:t>
            </a:r>
            <a:r>
              <a:rPr lang="zh-CN" altLang="en-US">
                <a:latin typeface="宋体" panose="02010600030101010101" pitchFamily="2" charset="-122"/>
              </a:rPr>
              <a:t>图，而图</a:t>
            </a:r>
            <a:r>
              <a:rPr lang="zh-CN" altLang="en-US">
                <a:latin typeface="Arial" panose="020B0604020202020204" pitchFamily="34" charset="0"/>
              </a:rPr>
              <a:t>4.4.4</a:t>
            </a:r>
            <a:r>
              <a:rPr lang="zh-CN" altLang="en-US">
                <a:latin typeface="宋体" panose="02010600030101010101" pitchFamily="2" charset="-122"/>
              </a:rPr>
              <a:t>是无法使用定理</a:t>
            </a:r>
            <a:r>
              <a:rPr lang="zh-CN" altLang="en-US">
                <a:latin typeface="Arial" panose="020B0604020202020204" pitchFamily="34" charset="0"/>
              </a:rPr>
              <a:t>4.4.2</a:t>
            </a:r>
            <a:r>
              <a:rPr lang="zh-CN" altLang="en-US">
                <a:latin typeface="宋体" panose="02010600030101010101" pitchFamily="2" charset="-122"/>
              </a:rPr>
              <a:t>来判断的。也可判断图</a:t>
            </a:r>
            <a:r>
              <a:rPr lang="en-US" altLang="zh-CN">
                <a:latin typeface="宋体" panose="02010600030101010101" pitchFamily="2" charset="-122"/>
              </a:rPr>
              <a:t>4.4.3.</a:t>
            </a:r>
            <a:r>
              <a:rPr lang="zh-CN" altLang="en-US">
                <a:latin typeface="Arial" panose="020B0604020202020204" pitchFamily="34" charset="0"/>
              </a:rPr>
              <a:t>故定理</a:t>
            </a:r>
            <a:r>
              <a:rPr lang="en-US" altLang="zh-CN">
                <a:latin typeface="Arial" panose="020B0604020202020204" pitchFamily="34" charset="0"/>
              </a:rPr>
              <a:t>4.4.3</a:t>
            </a:r>
            <a:r>
              <a:rPr lang="zh-CN" altLang="en-US">
                <a:latin typeface="Arial" panose="020B0604020202020204" pitchFamily="34" charset="0"/>
              </a:rPr>
              <a:t>强于定理</a:t>
            </a:r>
            <a:r>
              <a:rPr lang="en-US" altLang="zh-CN">
                <a:latin typeface="Arial" panose="020B0604020202020204" pitchFamily="34" charset="0"/>
              </a:rPr>
              <a:t>4.4.2</a:t>
            </a:r>
            <a:r>
              <a:rPr lang="zh-CN" altLang="en-US">
                <a:latin typeface="Arial" panose="020B0604020202020204" pitchFamily="34" charset="0"/>
              </a:rPr>
              <a:t>。</a:t>
            </a:r>
          </a:p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但是该推论仍不是充要条件：如该图，是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图，可是它的闭合图不是完全图。仍然不能判断所有的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图。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7">
            <a:extLst>
              <a:ext uri="{FF2B5EF4-FFF2-40B4-BE49-F238E27FC236}">
                <a16:creationId xmlns:a16="http://schemas.microsoft.com/office/drawing/2014/main" id="{4E525CAA-BFB8-0B40-80CB-2535B7383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EDF2D34-C322-CC4F-A2B6-C0FCFDC7AB64}" type="slidenum">
              <a:rPr lang="zh-CN" altLang="en-US" sz="1200">
                <a:latin typeface="Times New Roman" panose="02020603050405020304" pitchFamily="18" charset="0"/>
              </a:rPr>
              <a:pPr/>
              <a:t>22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8130" name="Rectangle 2">
            <a:extLst>
              <a:ext uri="{FF2B5EF4-FFF2-40B4-BE49-F238E27FC236}">
                <a16:creationId xmlns:a16="http://schemas.microsoft.com/office/drawing/2014/main" id="{CCE9C9CC-C7C8-BD4E-9399-CA255BCEE1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57113DA-C3B9-0346-8B8A-19E7D3CE65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" altLang="zh-CN" dirty="0">
                <a:solidFill>
                  <a:srgbClr val="000000"/>
                </a:solidFill>
                <a:effectLst/>
                <a:latin typeface="Times" pitchFamily="2" charset="0"/>
              </a:rPr>
              <a:t>m=1, d1≤1, d8&lt;8?</a:t>
            </a:r>
          </a:p>
          <a:p>
            <a:r>
              <a:rPr lang="en" altLang="zh-CN" dirty="0">
                <a:solidFill>
                  <a:srgbClr val="000000"/>
                </a:solidFill>
                <a:effectLst/>
                <a:latin typeface="Times" pitchFamily="2" charset="0"/>
              </a:rPr>
              <a:t>m=2, d2≤2, d7&lt;7?</a:t>
            </a:r>
          </a:p>
          <a:p>
            <a:r>
              <a:rPr lang="en" altLang="zh-CN" dirty="0">
                <a:solidFill>
                  <a:srgbClr val="000000"/>
                </a:solidFill>
                <a:effectLst/>
                <a:latin typeface="Times" pitchFamily="2" charset="0"/>
              </a:rPr>
              <a:t>m=3, d3≤3, d6&lt;6?</a:t>
            </a:r>
          </a:p>
          <a:p>
            <a:r>
              <a:rPr lang="en" altLang="zh-CN" dirty="0">
                <a:solidFill>
                  <a:srgbClr val="000000"/>
                </a:solidFill>
                <a:effectLst/>
                <a:latin typeface="Times" pitchFamily="2" charset="0"/>
              </a:rPr>
              <a:t>m=4, d4≤4, d5&lt;5?</a:t>
            </a:r>
            <a:endParaRPr lang="en-US" altLang="zh-CN" dirty="0">
              <a:latin typeface="Arial" panose="020B0604020202020204" pitchFamily="34" charset="0"/>
            </a:endParaRP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该定理可以判定图</a:t>
            </a:r>
            <a:r>
              <a:rPr lang="en-US" altLang="zh-CN" dirty="0">
                <a:latin typeface="Arial" panose="020B0604020202020204" pitchFamily="34" charset="0"/>
              </a:rPr>
              <a:t>4.4.3</a:t>
            </a:r>
            <a:r>
              <a:rPr lang="zh-CN" altLang="en-US" dirty="0">
                <a:latin typeface="Arial" panose="020B0604020202020204" pitchFamily="34" charset="0"/>
              </a:rPr>
              <a:t>；不能判定图</a:t>
            </a:r>
            <a:r>
              <a:rPr lang="en-US" altLang="zh-CN" dirty="0">
                <a:latin typeface="Arial" panose="020B0604020202020204" pitchFamily="34" charset="0"/>
              </a:rPr>
              <a:t>4.4.4</a:t>
            </a:r>
            <a:r>
              <a:rPr lang="zh-CN" altLang="en-US" dirty="0">
                <a:latin typeface="Arial" panose="020B0604020202020204" pitchFamily="34" charset="0"/>
              </a:rPr>
              <a:t>。仍然不是充要条件。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7">
            <a:extLst>
              <a:ext uri="{FF2B5EF4-FFF2-40B4-BE49-F238E27FC236}">
                <a16:creationId xmlns:a16="http://schemas.microsoft.com/office/drawing/2014/main" id="{31373E7F-E110-864F-B117-73F1ADFFE7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A3BE02F-AD51-3944-A0C1-5CA982E5028D}" type="slidenum">
              <a:rPr lang="zh-CN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50178" name="Rectangle 2">
            <a:extLst>
              <a:ext uri="{FF2B5EF4-FFF2-40B4-BE49-F238E27FC236}">
                <a16:creationId xmlns:a16="http://schemas.microsoft.com/office/drawing/2014/main" id="{FD2AAA4A-BBBD-E248-8E2E-A68EFD4125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3C1F406C-8012-2643-A90D-857F672CEF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我们要证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为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图，如果我们能证得</a:t>
            </a:r>
            <a:r>
              <a:rPr lang="en-US" altLang="zh-CN">
                <a:latin typeface="Arial" panose="020B0604020202020204" pitchFamily="34" charset="0"/>
              </a:rPr>
              <a:t>C(G)</a:t>
            </a:r>
            <a:r>
              <a:rPr lang="zh-CN" altLang="en-US">
                <a:latin typeface="Arial" panose="020B0604020202020204" pitchFamily="34" charset="0"/>
              </a:rPr>
              <a:t>是完全图，那么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就一定是</a:t>
            </a:r>
            <a:r>
              <a:rPr lang="en-US" altLang="zh-CN">
                <a:latin typeface="Arial" panose="020B0604020202020204" pitchFamily="34" charset="0"/>
              </a:rPr>
              <a:t>H</a:t>
            </a:r>
            <a:r>
              <a:rPr lang="zh-CN" altLang="en-US">
                <a:latin typeface="Arial" panose="020B0604020202020204" pitchFamily="34" charset="0"/>
              </a:rPr>
              <a:t>图。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ACDCC1B3-3F20-6A45-B672-4A57B4B042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8FA6F4F-18FF-5C41-BE3C-DBF5C1BC3404}" type="slidenum">
              <a:rPr lang="zh-CN" altLang="en-US" sz="1200">
                <a:latin typeface="Times New Roman" panose="02020603050405020304" pitchFamily="18" charset="0"/>
              </a:rPr>
              <a:pPr/>
              <a:t>35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CB7D99DD-E855-9241-8FD7-CE88EBE3EC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A0214093-844D-2C4A-B6B2-6CA1BC477E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>
                <a:latin typeface="Arial" panose="020B0604020202020204" pitchFamily="34" charset="0"/>
              </a:rPr>
              <a:t>需要板书（最后求得的度序列），说明存在这样的序列，说明怎么设，怎么得到的；再说明</a:t>
            </a:r>
            <a:r>
              <a:rPr lang="en-US" altLang="zh-CN">
                <a:latin typeface="Arial" panose="020B0604020202020204" pitchFamily="34" charset="0"/>
              </a:rPr>
              <a:t>Cm,r</a:t>
            </a:r>
            <a:r>
              <a:rPr lang="zh-CN" altLang="en-US">
                <a:latin typeface="Arial" panose="020B0604020202020204" pitchFamily="34" charset="0"/>
              </a:rPr>
              <a:t>的度序列确实是本序列。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7">
            <a:extLst>
              <a:ext uri="{FF2B5EF4-FFF2-40B4-BE49-F238E27FC236}">
                <a16:creationId xmlns:a16="http://schemas.microsoft.com/office/drawing/2014/main" id="{DAD309B7-6660-4043-B1F6-00426BE7EE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9423DC2-1F49-FA45-82CA-A356A81B37E7}" type="slidenum">
              <a:rPr lang="zh-CN" altLang="en-US" sz="1200">
                <a:latin typeface="Times New Roman" panose="02020603050405020304" pitchFamily="18" charset="0"/>
              </a:rPr>
              <a:pPr/>
              <a:t>37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AF38FB38-885E-B847-A402-C1EE5FBA3E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7C8F7C7-F89E-5E44-A1D5-33A613AEC9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</a:t>
            </a:r>
            <a:r>
              <a:rPr lang="en" altLang="zh-CN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1,9</a:t>
            </a:r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 C</a:t>
            </a:r>
            <a:r>
              <a:rPr lang="en" altLang="zh-CN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2,9</a:t>
            </a:r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 C</a:t>
            </a:r>
            <a:r>
              <a:rPr lang="en" altLang="zh-CN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3,9</a:t>
            </a:r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 C</a:t>
            </a:r>
            <a:r>
              <a:rPr lang="en" altLang="zh-CN" baseline="-2500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4,9</a:t>
            </a:r>
            <a:r>
              <a:rPr lang="en" altLang="zh-CN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? </a:t>
            </a:r>
          </a:p>
          <a:p>
            <a:pPr eaLnBrk="1" hangingPunct="1"/>
            <a:r>
              <a:rPr lang="zh-CN" altLang="en-US" dirty="0">
                <a:latin typeface="Arial" panose="020B0604020202020204" pitchFamily="34" charset="0"/>
              </a:rPr>
              <a:t>该定理可以判定图</a:t>
            </a:r>
            <a:r>
              <a:rPr lang="en-US" altLang="zh-CN" dirty="0">
                <a:latin typeface="Arial" panose="020B0604020202020204" pitchFamily="34" charset="0"/>
              </a:rPr>
              <a:t>4.4.2</a:t>
            </a:r>
            <a:r>
              <a:rPr lang="zh-CN" altLang="en-US" dirty="0">
                <a:latin typeface="Arial" panose="020B0604020202020204" pitchFamily="34" charset="0"/>
              </a:rPr>
              <a:t>，</a:t>
            </a:r>
            <a:r>
              <a:rPr lang="en-US" altLang="zh-CN" dirty="0">
                <a:latin typeface="Arial" panose="020B0604020202020204" pitchFamily="34" charset="0"/>
              </a:rPr>
              <a:t>4.4.3</a:t>
            </a:r>
            <a:r>
              <a:rPr lang="zh-CN" altLang="en-US" dirty="0">
                <a:latin typeface="Arial" panose="020B0604020202020204" pitchFamily="34" charset="0"/>
              </a:rPr>
              <a:t>；不能判定图</a:t>
            </a:r>
            <a:r>
              <a:rPr lang="en-US" altLang="zh-CN" dirty="0">
                <a:latin typeface="Arial" panose="020B0604020202020204" pitchFamily="34" charset="0"/>
              </a:rPr>
              <a:t>4.4.4</a:t>
            </a:r>
            <a:r>
              <a:rPr lang="zh-CN" altLang="en-US" dirty="0">
                <a:latin typeface="Arial" panose="020B0604020202020204" pitchFamily="34" charset="0"/>
              </a:rPr>
              <a:t>。仍然不是充要条件。上面左图不是</a:t>
            </a:r>
            <a:r>
              <a:rPr lang="en-US" altLang="zh-CN" dirty="0">
                <a:latin typeface="Arial" panose="020B0604020202020204" pitchFamily="34" charset="0"/>
              </a:rPr>
              <a:t>4.4.3</a:t>
            </a:r>
            <a:r>
              <a:rPr lang="zh-CN" altLang="en-US" dirty="0">
                <a:latin typeface="Arial" panose="020B0604020202020204" pitchFamily="34" charset="0"/>
              </a:rPr>
              <a:t>，但可以判定。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7">
            <a:extLst>
              <a:ext uri="{FF2B5EF4-FFF2-40B4-BE49-F238E27FC236}">
                <a16:creationId xmlns:a16="http://schemas.microsoft.com/office/drawing/2014/main" id="{19C9BBCD-560A-A14D-9764-F73707A23A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FB9789C-CC2A-F04C-9D76-D05423719634}" type="slidenum">
              <a:rPr lang="zh-CN" altLang="en-US" sz="1200">
                <a:latin typeface="Times New Roman" panose="02020603050405020304" pitchFamily="18" charset="0"/>
              </a:rPr>
              <a:pPr/>
              <a:t>38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68610" name="Rectangle 2">
            <a:extLst>
              <a:ext uri="{FF2B5EF4-FFF2-40B4-BE49-F238E27FC236}">
                <a16:creationId xmlns:a16="http://schemas.microsoft.com/office/drawing/2014/main" id="{D92EA468-C046-5241-830B-575CA69146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A7439AB3-3686-444B-98AB-B7CAB94538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zh-CN" dirty="0">
                <a:latin typeface="Arial" panose="020B0604020202020204" pitchFamily="34" charset="0"/>
              </a:rPr>
              <a:t>1)</a:t>
            </a:r>
            <a:r>
              <a:rPr lang="zh-CN" altLang="en-US" dirty="0">
                <a:latin typeface="Arial" panose="020B0604020202020204" pitchFamily="34" charset="0"/>
              </a:rPr>
              <a:t>不是；</a:t>
            </a:r>
            <a:r>
              <a:rPr lang="en-US" altLang="zh-CN" dirty="0">
                <a:latin typeface="Arial" panose="020B0604020202020204" pitchFamily="34" charset="0"/>
              </a:rPr>
              <a:t>2)</a:t>
            </a:r>
            <a:r>
              <a:rPr lang="zh-CN" altLang="en-US">
                <a:latin typeface="Arial" panose="020B0604020202020204" pitchFamily="34" charset="0"/>
              </a:rPr>
              <a:t>是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0CB1C0BC-68B6-8E4F-AB1A-6FD1B0D8EEB9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E2B6D21C-A0A3-9345-B960-4C9A157497E3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13B1B800-06D2-4045-80AD-39277A21DD7F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F90F7BE7-5A23-604C-8D2E-5400E6DC25B7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9C9C2B86-7960-5044-A934-5C515D22D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7F67199-0A62-6542-848A-B259D5E1E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FBCD35C-8693-2147-8289-16B52C320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E38E535-3E23-8946-8B1B-A68158D104C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2652455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696905-2B28-8B4F-B64B-7A72CBE07E6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BFEBE3-EF61-FA4C-99AE-A6964314E6E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663F8-C2A8-7A42-A1A1-F76CCF41339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2EDE9BE-5560-804B-8254-DDE9E56B946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5189502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A489F636-A573-8543-86E2-CB9AECBDD8C6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47D6D57C-2E3D-4A45-A73F-E949BEB10C78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0742B69-7478-F148-A383-7C3A1C97266B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96463092-B12D-904C-94FC-6BCE4E27AABD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62D8BD72-F1BA-6B4E-9558-1A5C465B4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4501152-9562-0241-8845-F77DA7ADB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EB1A20DC-1DDC-2042-942A-1EEDDA6CC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DCCFF7-61DB-4D43-A8F4-3052C142B6D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0166625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A52CC99-E816-A54E-8639-55D170EC8C5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67C8665-2E41-5A46-8329-E51473718E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7C27331-CEB3-DC41-ABA4-3D8F656B7AD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BCE9F0C8-DB76-F54B-9FA8-E0F68155EFE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741401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0607224-EE85-0343-82C1-81C4BE9A6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C109509-D410-B24A-837E-B30F755BD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1902317D-0FFF-F344-B0D3-0146F4CE2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4CB2BF-4FA6-3A44-B7D2-9316043676E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84603780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A974338-99F5-4A43-AFFF-5AC463555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BCA35AE-1F49-2E42-84D5-A5457295D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EF5AA6-B722-864A-8E38-616820ED5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0FD0679-53D2-644D-842B-2D7ED144FEA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6288001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6121DFC0-40FC-D044-AAB0-B329BA60A9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922F856-E84D-5D44-A33F-EC39B7058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C4426E4-9DE0-D843-A2BA-4B04D992D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2B8315-89C3-D540-951A-EE12461FFDD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00813879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BFE0D7D-62EF-2540-B6E9-85754BED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7BEDD06-A0E2-3245-9027-5B07447A5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B0BF15-DBFF-654C-A54A-659986367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E21894-6019-D642-A003-804398422B9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63473893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EEF4AC-099A-4D48-94F3-5AFD7880B06D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AB83D87-D0B4-6748-9214-4BF6DA1ECF94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8906F53-C6AD-5B40-8A26-90F20B21C864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418AF635-1DFE-0D43-BA7E-6D2F1A57893A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94F6FD85-EAB8-F14C-A2D3-6ABCF69E6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4B59FB33-A93C-C042-9BBD-2F939AA5F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384CE2D-F228-BE40-8E26-EA9767E7F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1920F6-69F3-294E-B2D2-C6996FF6D67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109409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FEB54-6270-184F-A460-8C7426C0A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75DFCC-9DA9-F247-A343-07109F098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957E95-0687-BE49-955D-2A3DEC0DD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CA87899-0589-6E4F-95F1-CD88D3CC89D8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0526729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49E6A-C522-2B44-9759-D3E36E44E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8D02A-93E8-174E-9AAF-614C8B26D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7CCBD-AF9F-ED43-BFFE-C107C9555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6BE32F-47C0-D148-A074-7409D4124E5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6867759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5FBC1E-AF23-4747-986B-CABE33C3E4C2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3123B56-35AA-EC4A-BCD4-F20EA3510F09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A352113-218E-7347-817D-B83C27281AD0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5332C36-3834-3948-97EE-C0D1CDFA214F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DFCC120-10FE-E946-89D5-96A50C3F2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37" name="Text Placeholder 2">
            <a:extLst>
              <a:ext uri="{FF2B5EF4-FFF2-40B4-BE49-F238E27FC236}">
                <a16:creationId xmlns:a16="http://schemas.microsoft.com/office/drawing/2014/main" id="{0876DC55-4D41-5740-A79A-14B7E2C25E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324DE-A7BD-9C48-85DB-A6FBD13225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AEECEB-34A2-3B4A-A472-D69F5FF58C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CAF7C-F6CA-BB44-9FCF-D365344E94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295D349F-D6E5-774B-BE78-65FB4055F0C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9" r:id="rId1"/>
    <p:sldLayoutId id="2147483801" r:id="rId2"/>
    <p:sldLayoutId id="2147483810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11" r:id="rId9"/>
    <p:sldLayoutId id="2147483807" r:id="rId10"/>
    <p:sldLayoutId id="2147483808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宋体" charset="0"/>
          <a:cs typeface="宋体" charset="0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宋体" charset="0"/>
          <a:cs typeface="宋体" charset="0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宋体" charset="0"/>
          <a:cs typeface="+mn-cs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宋体" charset="0"/>
          <a:cs typeface="+mn-cs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宋体" charset="0"/>
          <a:cs typeface="+mn-cs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宋体" charset="0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6">
            <a:extLst>
              <a:ext uri="{FF2B5EF4-FFF2-40B4-BE49-F238E27FC236}">
                <a16:creationId xmlns:a16="http://schemas.microsoft.com/office/drawing/2014/main" id="{2C671D47-5FDD-404F-971A-99CE7BBCB4A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1162FEE-D359-FA41-94A1-41880816AA10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0305F53C-543C-F143-9B52-939564CEC63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2286000"/>
            <a:ext cx="80010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  <a:cs typeface="+mj-cs"/>
              </a:rPr>
              <a:t>§4.4  </a:t>
            </a:r>
            <a:r>
              <a:rPr lang="en-US" altLang="zh-CN">
                <a:latin typeface="Times New Roman" charset="0"/>
                <a:ea typeface="楷体_GB2312" charset="0"/>
                <a:cs typeface="+mj-cs"/>
              </a:rPr>
              <a:t>Hamilton</a:t>
            </a:r>
            <a:r>
              <a:rPr lang="zh-CN" altLang="en-US">
                <a:latin typeface="Times New Roman" charset="0"/>
                <a:ea typeface="楷体_GB2312" charset="0"/>
                <a:cs typeface="+mj-cs"/>
              </a:rPr>
              <a:t>图 </a:t>
            </a: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AF759FEC-F09E-C74F-8ECD-0D58BA12DD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111B0AE-E56D-BA47-9928-E82C6D04ADA4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43010" name="Rectangle 1026">
            <a:extLst>
              <a:ext uri="{FF2B5EF4-FFF2-40B4-BE49-F238E27FC236}">
                <a16:creationId xmlns:a16="http://schemas.microsoft.com/office/drawing/2014/main" id="{13EC61EF-68A4-FC4F-92EE-46CF264C11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§4.4  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Hamilton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图 </a:t>
            </a:r>
          </a:p>
        </p:txBody>
      </p:sp>
      <p:sp>
        <p:nvSpPr>
          <p:cNvPr id="43011" name="Rectangle 1027">
            <a:extLst>
              <a:ext uri="{FF2B5EF4-FFF2-40B4-BE49-F238E27FC236}">
                <a16:creationId xmlns:a16="http://schemas.microsoft.com/office/drawing/2014/main" id="{BA5F9C4C-3A26-2C4A-B8C8-8716C490691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915400" cy="1600200"/>
          </a:xfrm>
        </p:spPr>
        <p:txBody>
          <a:bodyPr/>
          <a:lstStyle/>
          <a:p>
            <a:pPr marL="354013" indent="-354013" algn="just">
              <a:lnSpc>
                <a:spcPct val="90000"/>
              </a:lnSpc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沿着正十二面体的棱寻找一条旅行路线，通过每个城市恰好一次又回到出发城市。这便是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回路问题。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1214">
            <a:extLst>
              <a:ext uri="{FF2B5EF4-FFF2-40B4-BE49-F238E27FC236}">
                <a16:creationId xmlns:a16="http://schemas.microsoft.com/office/drawing/2014/main" id="{646DD926-8BD5-A441-A896-2345704AB87D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3429000"/>
            <a:ext cx="2895600" cy="2905125"/>
            <a:chOff x="528" y="1740"/>
            <a:chExt cx="1824" cy="1830"/>
          </a:xfrm>
        </p:grpSpPr>
        <p:sp>
          <p:nvSpPr>
            <p:cNvPr id="15412" name="Line 1115">
              <a:extLst>
                <a:ext uri="{FF2B5EF4-FFF2-40B4-BE49-F238E27FC236}">
                  <a16:creationId xmlns:a16="http://schemas.microsoft.com/office/drawing/2014/main" id="{4D01F189-53C4-0E4E-B461-B469C881AC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01" y="3358"/>
              <a:ext cx="0" cy="149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3" name="Line 1116">
              <a:extLst>
                <a:ext uri="{FF2B5EF4-FFF2-40B4-BE49-F238E27FC236}">
                  <a16:creationId xmlns:a16="http://schemas.microsoft.com/office/drawing/2014/main" id="{80D41622-E323-354C-935C-F3EE9B93D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85" y="2512"/>
              <a:ext cx="594" cy="0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4" name="Line 1117">
              <a:extLst>
                <a:ext uri="{FF2B5EF4-FFF2-40B4-BE49-F238E27FC236}">
                  <a16:creationId xmlns:a16="http://schemas.microsoft.com/office/drawing/2014/main" id="{EC957469-A65D-CD47-B0BA-B3213A04C1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0" y="2521"/>
              <a:ext cx="135" cy="558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5" name="Line 1118">
              <a:extLst>
                <a:ext uri="{FF2B5EF4-FFF2-40B4-BE49-F238E27FC236}">
                  <a16:creationId xmlns:a16="http://schemas.microsoft.com/office/drawing/2014/main" id="{23543017-E19A-CB44-A2DB-BC0314E741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99" y="2521"/>
              <a:ext cx="201" cy="558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6" name="Line 1119">
              <a:extLst>
                <a:ext uri="{FF2B5EF4-FFF2-40B4-BE49-F238E27FC236}">
                  <a16:creationId xmlns:a16="http://schemas.microsoft.com/office/drawing/2014/main" id="{7E9B0366-FF92-214D-A559-0B36606A6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0" y="3088"/>
              <a:ext cx="442" cy="252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7" name="Line 1120">
              <a:extLst>
                <a:ext uri="{FF2B5EF4-FFF2-40B4-BE49-F238E27FC236}">
                  <a16:creationId xmlns:a16="http://schemas.microsoft.com/office/drawing/2014/main" id="{5BD2E385-CE09-664C-86FA-C97F0B66DCE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20" y="3070"/>
              <a:ext cx="461" cy="270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8" name="Line 1121">
              <a:extLst>
                <a:ext uri="{FF2B5EF4-FFF2-40B4-BE49-F238E27FC236}">
                  <a16:creationId xmlns:a16="http://schemas.microsoft.com/office/drawing/2014/main" id="{D2A151B1-8D17-1641-8C67-D985330D5B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786"/>
              <a:ext cx="457" cy="139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19" name="Line 1122">
              <a:extLst>
                <a:ext uri="{FF2B5EF4-FFF2-40B4-BE49-F238E27FC236}">
                  <a16:creationId xmlns:a16="http://schemas.microsoft.com/office/drawing/2014/main" id="{8710A550-F958-6544-8288-0799D5D5D7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41" y="1786"/>
              <a:ext cx="451" cy="139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0" name="Line 1123">
              <a:extLst>
                <a:ext uri="{FF2B5EF4-FFF2-40B4-BE49-F238E27FC236}">
                  <a16:creationId xmlns:a16="http://schemas.microsoft.com/office/drawing/2014/main" id="{4C1BA4D5-2240-6A46-B671-5166638932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9" y="1936"/>
              <a:ext cx="211" cy="557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1" name="Line 1124">
              <a:extLst>
                <a:ext uri="{FF2B5EF4-FFF2-40B4-BE49-F238E27FC236}">
                  <a16:creationId xmlns:a16="http://schemas.microsoft.com/office/drawing/2014/main" id="{1EA72C9E-2D54-F240-BC48-0ABE59A4E9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50" y="1953"/>
              <a:ext cx="144" cy="531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2" name="Line 1125">
              <a:extLst>
                <a:ext uri="{FF2B5EF4-FFF2-40B4-BE49-F238E27FC236}">
                  <a16:creationId xmlns:a16="http://schemas.microsoft.com/office/drawing/2014/main" id="{7F063ADF-296F-9E48-A8B5-2F2032B4F7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298"/>
              <a:ext cx="0" cy="63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3" name="Line 1126">
              <a:extLst>
                <a:ext uri="{FF2B5EF4-FFF2-40B4-BE49-F238E27FC236}">
                  <a16:creationId xmlns:a16="http://schemas.microsoft.com/office/drawing/2014/main" id="{073DEAB6-AAE1-3F4E-9B9A-52D88A0FEF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3" y="2298"/>
              <a:ext cx="0" cy="60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4" name="Line 1127">
              <a:extLst>
                <a:ext uri="{FF2B5EF4-FFF2-40B4-BE49-F238E27FC236}">
                  <a16:creationId xmlns:a16="http://schemas.microsoft.com/office/drawing/2014/main" id="{E25F818B-A200-FB4C-AAC4-CAF1A43F5A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10" y="2912"/>
              <a:ext cx="374" cy="139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5" name="Line 1128">
              <a:extLst>
                <a:ext uri="{FF2B5EF4-FFF2-40B4-BE49-F238E27FC236}">
                  <a16:creationId xmlns:a16="http://schemas.microsoft.com/office/drawing/2014/main" id="{9AFC19B0-D46F-8342-8C29-763A959671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9" y="2921"/>
              <a:ext cx="355" cy="391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6" name="Line 1129">
              <a:extLst>
                <a:ext uri="{FF2B5EF4-FFF2-40B4-BE49-F238E27FC236}">
                  <a16:creationId xmlns:a16="http://schemas.microsoft.com/office/drawing/2014/main" id="{2C8DC300-AE0C-334D-A349-B24D525B9C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20" y="3321"/>
              <a:ext cx="490" cy="17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7" name="Line 1130">
              <a:extLst>
                <a:ext uri="{FF2B5EF4-FFF2-40B4-BE49-F238E27FC236}">
                  <a16:creationId xmlns:a16="http://schemas.microsoft.com/office/drawing/2014/main" id="{6468CA62-ED06-474F-B8C8-D99F1D064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1" y="3340"/>
              <a:ext cx="451" cy="16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8" name="Line 1131">
              <a:extLst>
                <a:ext uri="{FF2B5EF4-FFF2-40B4-BE49-F238E27FC236}">
                  <a16:creationId xmlns:a16="http://schemas.microsoft.com/office/drawing/2014/main" id="{3A05136C-9827-0842-AD9F-1F3D04D654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" y="2921"/>
              <a:ext cx="326" cy="40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29" name="Line 1132">
              <a:extLst>
                <a:ext uri="{FF2B5EF4-FFF2-40B4-BE49-F238E27FC236}">
                  <a16:creationId xmlns:a16="http://schemas.microsoft.com/office/drawing/2014/main" id="{6177135D-53E9-5245-A0E0-86A2848762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" y="1953"/>
              <a:ext cx="335" cy="32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0" name="Line 1133">
              <a:extLst>
                <a:ext uri="{FF2B5EF4-FFF2-40B4-BE49-F238E27FC236}">
                  <a16:creationId xmlns:a16="http://schemas.microsoft.com/office/drawing/2014/main" id="{5B2638D9-2285-4746-987C-36E34E246C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6" y="2902"/>
              <a:ext cx="364" cy="177"/>
            </a:xfrm>
            <a:prstGeom prst="line">
              <a:avLst/>
            </a:prstGeom>
            <a:noFill/>
            <a:ln w="38100" cap="rnd">
              <a:solidFill>
                <a:srgbClr val="00CCFF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1" name="Line 1134">
              <a:extLst>
                <a:ext uri="{FF2B5EF4-FFF2-40B4-BE49-F238E27FC236}">
                  <a16:creationId xmlns:a16="http://schemas.microsoft.com/office/drawing/2014/main" id="{F67276BF-1956-1341-B9D4-EB624F8FA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9" y="2744"/>
              <a:ext cx="230" cy="55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2" name="Line 1135">
              <a:extLst>
                <a:ext uri="{FF2B5EF4-FFF2-40B4-BE49-F238E27FC236}">
                  <a16:creationId xmlns:a16="http://schemas.microsoft.com/office/drawing/2014/main" id="{321C3A79-1CD5-B64E-A3AC-B250A3B6CA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3" y="2726"/>
              <a:ext cx="547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3" name="Line 1136">
              <a:extLst>
                <a:ext uri="{FF2B5EF4-FFF2-40B4-BE49-F238E27FC236}">
                  <a16:creationId xmlns:a16="http://schemas.microsoft.com/office/drawing/2014/main" id="{5401BC54-6C2F-9E4B-8C98-97F6DC3661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31" y="2735"/>
              <a:ext cx="182" cy="595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4" name="Line 1137">
              <a:extLst>
                <a:ext uri="{FF2B5EF4-FFF2-40B4-BE49-F238E27FC236}">
                  <a16:creationId xmlns:a16="http://schemas.microsoft.com/office/drawing/2014/main" id="{DE1C0C0C-21AD-1740-9F3C-30B37DE6E7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21" y="2205"/>
              <a:ext cx="183" cy="521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5" name="Line 1138">
              <a:extLst>
                <a:ext uri="{FF2B5EF4-FFF2-40B4-BE49-F238E27FC236}">
                  <a16:creationId xmlns:a16="http://schemas.microsoft.com/office/drawing/2014/main" id="{4D7E5714-4046-EC43-88F7-C6FE1F93A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0" y="1972"/>
              <a:ext cx="451" cy="195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6" name="Line 1139">
              <a:extLst>
                <a:ext uri="{FF2B5EF4-FFF2-40B4-BE49-F238E27FC236}">
                  <a16:creationId xmlns:a16="http://schemas.microsoft.com/office/drawing/2014/main" id="{9E90C2AF-5785-C843-806C-03AA06DB0E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6" y="2186"/>
              <a:ext cx="326" cy="10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7" name="Line 1140">
              <a:extLst>
                <a:ext uri="{FF2B5EF4-FFF2-40B4-BE49-F238E27FC236}">
                  <a16:creationId xmlns:a16="http://schemas.microsoft.com/office/drawing/2014/main" id="{B1416170-62BE-C246-B6EC-F4072B7B5B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1" y="1981"/>
              <a:ext cx="470" cy="19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8" name="Line 1141">
              <a:extLst>
                <a:ext uri="{FF2B5EF4-FFF2-40B4-BE49-F238E27FC236}">
                  <a16:creationId xmlns:a16="http://schemas.microsoft.com/office/drawing/2014/main" id="{96E10C4D-5AF3-0041-A5B8-0700CCD560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10" y="2177"/>
              <a:ext cx="384" cy="9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439" name="Line 1145">
              <a:extLst>
                <a:ext uri="{FF2B5EF4-FFF2-40B4-BE49-F238E27FC236}">
                  <a16:creationId xmlns:a16="http://schemas.microsoft.com/office/drawing/2014/main" id="{1B699C7C-F7A0-B94D-964E-0A2D641484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3" y="1788"/>
              <a:ext cx="0" cy="19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0" name="Freeform 1146">
              <a:extLst>
                <a:ext uri="{FF2B5EF4-FFF2-40B4-BE49-F238E27FC236}">
                  <a16:creationId xmlns:a16="http://schemas.microsoft.com/office/drawing/2014/main" id="{AF2FE18B-691A-0146-93ED-53A7DD587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950"/>
              <a:ext cx="408" cy="329"/>
            </a:xfrm>
            <a:custGeom>
              <a:avLst/>
              <a:gdLst>
                <a:gd name="T0" fmla="*/ 0 w 408"/>
                <a:gd name="T1" fmla="*/ 0 h 329"/>
                <a:gd name="T2" fmla="*/ 408 w 408"/>
                <a:gd name="T3" fmla="*/ 329 h 329"/>
                <a:gd name="T4" fmla="*/ 0 60000 65536"/>
                <a:gd name="T5" fmla="*/ 0 60000 65536"/>
                <a:gd name="T6" fmla="*/ 0 w 408"/>
                <a:gd name="T7" fmla="*/ 0 h 329"/>
                <a:gd name="T8" fmla="*/ 408 w 408"/>
                <a:gd name="T9" fmla="*/ 329 h 3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8" h="329">
                  <a:moveTo>
                    <a:pt x="0" y="0"/>
                  </a:moveTo>
                  <a:lnTo>
                    <a:pt x="408" y="329"/>
                  </a:lnTo>
                </a:path>
              </a:pathLst>
            </a:custGeom>
            <a:noFill/>
            <a:ln w="38100" cmpd="sng">
              <a:solidFill>
                <a:srgbClr val="00CCFF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1" name="Line 1147">
              <a:extLst>
                <a:ext uri="{FF2B5EF4-FFF2-40B4-BE49-F238E27FC236}">
                  <a16:creationId xmlns:a16="http://schemas.microsoft.com/office/drawing/2014/main" id="{24142ABC-60BB-1D43-8117-DBE6307405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680" y="2142"/>
              <a:ext cx="192" cy="57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442" name="Oval 1148">
              <a:extLst>
                <a:ext uri="{FF2B5EF4-FFF2-40B4-BE49-F238E27FC236}">
                  <a16:creationId xmlns:a16="http://schemas.microsoft.com/office/drawing/2014/main" id="{6231E950-9B92-1F45-BD99-612ADCEF3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7" y="223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43" name="Oval 1149">
              <a:extLst>
                <a:ext uri="{FF2B5EF4-FFF2-40B4-BE49-F238E27FC236}">
                  <a16:creationId xmlns:a16="http://schemas.microsoft.com/office/drawing/2014/main" id="{D7F99386-9E12-D146-AB94-8A2C49F740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1" y="213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44" name="Oval 1150">
              <a:extLst>
                <a:ext uri="{FF2B5EF4-FFF2-40B4-BE49-F238E27FC236}">
                  <a16:creationId xmlns:a16="http://schemas.microsoft.com/office/drawing/2014/main" id="{022B3D81-9DFB-6E46-A4F3-1A6EA609EB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86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45" name="Oval 1151">
              <a:extLst>
                <a:ext uri="{FF2B5EF4-FFF2-40B4-BE49-F238E27FC236}">
                  <a16:creationId xmlns:a16="http://schemas.microsoft.com/office/drawing/2014/main" id="{FB10255A-CAD2-AA47-8A4A-B48432F698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0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46" name="Oval 1152">
              <a:extLst>
                <a:ext uri="{FF2B5EF4-FFF2-40B4-BE49-F238E27FC236}">
                  <a16:creationId xmlns:a16="http://schemas.microsoft.com/office/drawing/2014/main" id="{EC74D28E-0ABA-D14A-9F9E-F72415B76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1" y="174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47" name="Oval 1153">
              <a:extLst>
                <a:ext uri="{FF2B5EF4-FFF2-40B4-BE49-F238E27FC236}">
                  <a16:creationId xmlns:a16="http://schemas.microsoft.com/office/drawing/2014/main" id="{A9E164E1-4E5E-354E-9446-5D5EAC90BD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74" y="192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48" name="Oval 1154">
              <a:extLst>
                <a:ext uri="{FF2B5EF4-FFF2-40B4-BE49-F238E27FC236}">
                  <a16:creationId xmlns:a16="http://schemas.microsoft.com/office/drawing/2014/main" id="{0E1DBBAB-C928-F145-8F50-9B599BD0A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47" y="244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49" name="Oval 1155">
              <a:extLst>
                <a:ext uri="{FF2B5EF4-FFF2-40B4-BE49-F238E27FC236}">
                  <a16:creationId xmlns:a16="http://schemas.microsoft.com/office/drawing/2014/main" id="{47B06117-D669-9745-B6C5-D9F7F4755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46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0" name="Oval 1156">
              <a:extLst>
                <a:ext uri="{FF2B5EF4-FFF2-40B4-BE49-F238E27FC236}">
                  <a16:creationId xmlns:a16="http://schemas.microsoft.com/office/drawing/2014/main" id="{06AF7C7D-686A-BA45-8B11-D010FEB73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1" y="299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1" name="Oval 1157">
              <a:extLst>
                <a:ext uri="{FF2B5EF4-FFF2-40B4-BE49-F238E27FC236}">
                  <a16:creationId xmlns:a16="http://schemas.microsoft.com/office/drawing/2014/main" id="{CF81C994-D784-A84E-904D-9C8CC70BA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2" y="2679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2" name="Oval 1158">
              <a:extLst>
                <a:ext uri="{FF2B5EF4-FFF2-40B4-BE49-F238E27FC236}">
                  <a16:creationId xmlns:a16="http://schemas.microsoft.com/office/drawing/2014/main" id="{AAEF8C34-EB56-264B-AC13-CE945A5AE8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81" y="32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3" name="Oval 1159">
              <a:extLst>
                <a:ext uri="{FF2B5EF4-FFF2-40B4-BE49-F238E27FC236}">
                  <a16:creationId xmlns:a16="http://schemas.microsoft.com/office/drawing/2014/main" id="{3B816485-A395-FF4E-8DD1-9CD241AC13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4" y="1875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4" name="Oval 1160">
              <a:extLst>
                <a:ext uri="{FF2B5EF4-FFF2-40B4-BE49-F238E27FC236}">
                  <a16:creationId xmlns:a16="http://schemas.microsoft.com/office/drawing/2014/main" id="{7F6461ED-A220-2345-BDF6-7A07E2A0F3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65" y="268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5" name="Oval 1161">
              <a:extLst>
                <a:ext uri="{FF2B5EF4-FFF2-40B4-BE49-F238E27FC236}">
                  <a16:creationId xmlns:a16="http://schemas.microsoft.com/office/drawing/2014/main" id="{CCCB521E-B4F9-4F48-AF82-6484791A03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23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6" name="Oval 1162">
              <a:extLst>
                <a:ext uri="{FF2B5EF4-FFF2-40B4-BE49-F238E27FC236}">
                  <a16:creationId xmlns:a16="http://schemas.microsoft.com/office/drawing/2014/main" id="{8018C1EF-1B5B-ED4D-BC78-27421F1551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86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7" name="Oval 1163">
              <a:extLst>
                <a:ext uri="{FF2B5EF4-FFF2-40B4-BE49-F238E27FC236}">
                  <a16:creationId xmlns:a16="http://schemas.microsoft.com/office/drawing/2014/main" id="{9684DA87-1CAF-CE4D-B6CF-34A92B4AF3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300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8" name="Oval 1164">
              <a:extLst>
                <a:ext uri="{FF2B5EF4-FFF2-40B4-BE49-F238E27FC236}">
                  <a16:creationId xmlns:a16="http://schemas.microsoft.com/office/drawing/2014/main" id="{E6C94D9B-965F-E541-9FD1-906E3A22B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44" y="32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59" name="Oval 1165">
              <a:extLst>
                <a:ext uri="{FF2B5EF4-FFF2-40B4-BE49-F238E27FC236}">
                  <a16:creationId xmlns:a16="http://schemas.microsoft.com/office/drawing/2014/main" id="{66D4AE4E-D2AB-8B42-BDDB-037E0EE046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65" y="347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60" name="Oval 1166">
              <a:extLst>
                <a:ext uri="{FF2B5EF4-FFF2-40B4-BE49-F238E27FC236}">
                  <a16:creationId xmlns:a16="http://schemas.microsoft.com/office/drawing/2014/main" id="{4E261F78-A3BF-7845-A3F9-4451E957D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3" y="32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461" name="Oval 1167">
              <a:extLst>
                <a:ext uri="{FF2B5EF4-FFF2-40B4-BE49-F238E27FC236}">
                  <a16:creationId xmlns:a16="http://schemas.microsoft.com/office/drawing/2014/main" id="{E3D39196-7E41-8F49-A363-50A5C385A7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4" y="214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3" name="Group 1217">
            <a:extLst>
              <a:ext uri="{FF2B5EF4-FFF2-40B4-BE49-F238E27FC236}">
                <a16:creationId xmlns:a16="http://schemas.microsoft.com/office/drawing/2014/main" id="{E4769441-F354-4341-8080-54DC0CF55A82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3276600"/>
            <a:ext cx="3333750" cy="2967038"/>
            <a:chOff x="3033" y="1635"/>
            <a:chExt cx="2100" cy="1869"/>
          </a:xfrm>
        </p:grpSpPr>
        <p:sp>
          <p:nvSpPr>
            <p:cNvPr id="15366" name="Line 1216">
              <a:extLst>
                <a:ext uri="{FF2B5EF4-FFF2-40B4-BE49-F238E27FC236}">
                  <a16:creationId xmlns:a16="http://schemas.microsoft.com/office/drawing/2014/main" id="{B2F49ED7-CD25-A845-A4BB-3C2E1C1523C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00" y="2304"/>
              <a:ext cx="288" cy="6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67" name="Line 1215">
              <a:extLst>
                <a:ext uri="{FF2B5EF4-FFF2-40B4-BE49-F238E27FC236}">
                  <a16:creationId xmlns:a16="http://schemas.microsoft.com/office/drawing/2014/main" id="{391A5847-70B5-0A46-AD8F-896D9A3824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2265"/>
              <a:ext cx="240" cy="9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grpSp>
          <p:nvGrpSpPr>
            <p:cNvPr id="15368" name="Group 1191">
              <a:extLst>
                <a:ext uri="{FF2B5EF4-FFF2-40B4-BE49-F238E27FC236}">
                  <a16:creationId xmlns:a16="http://schemas.microsoft.com/office/drawing/2014/main" id="{64AF4CB1-AF7A-ED44-B876-0A6771EA60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1680"/>
              <a:ext cx="2004" cy="1773"/>
              <a:chOff x="2652" y="1971"/>
              <a:chExt cx="1200" cy="1050"/>
            </a:xfrm>
          </p:grpSpPr>
          <p:sp>
            <p:nvSpPr>
              <p:cNvPr id="15390" name="Line 1169">
                <a:extLst>
                  <a:ext uri="{FF2B5EF4-FFF2-40B4-BE49-F238E27FC236}">
                    <a16:creationId xmlns:a16="http://schemas.microsoft.com/office/drawing/2014/main" id="{7CA3BE27-6774-0444-AEE9-23EAB59133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74" y="3021"/>
                <a:ext cx="750" cy="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1" name="Line 1170">
                <a:extLst>
                  <a:ext uri="{FF2B5EF4-FFF2-40B4-BE49-F238E27FC236}">
                    <a16:creationId xmlns:a16="http://schemas.microsoft.com/office/drawing/2014/main" id="{F57FC3EF-CEEF-624F-B803-499D6A08FB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52" y="1971"/>
                <a:ext cx="558" cy="34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2" name="Line 1171">
                <a:extLst>
                  <a:ext uri="{FF2B5EF4-FFF2-40B4-BE49-F238E27FC236}">
                    <a16:creationId xmlns:a16="http://schemas.microsoft.com/office/drawing/2014/main" id="{0A4B2C2E-8A36-B746-BF0B-EF42DA5E1A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28" y="1971"/>
                <a:ext cx="624" cy="34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3" name="Line 1172">
                <a:extLst>
                  <a:ext uri="{FF2B5EF4-FFF2-40B4-BE49-F238E27FC236}">
                    <a16:creationId xmlns:a16="http://schemas.microsoft.com/office/drawing/2014/main" id="{D4A7D54B-F8B4-AE40-BD45-FA1EC53430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652" y="2337"/>
                <a:ext cx="210" cy="68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4" name="Line 1173">
                <a:extLst>
                  <a:ext uri="{FF2B5EF4-FFF2-40B4-BE49-F238E27FC236}">
                    <a16:creationId xmlns:a16="http://schemas.microsoft.com/office/drawing/2014/main" id="{4EAEEE5B-EF64-1A43-94A2-F54CD77B4F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30" y="2337"/>
                <a:ext cx="216" cy="68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5" name="Line 1174">
                <a:extLst>
                  <a:ext uri="{FF2B5EF4-FFF2-40B4-BE49-F238E27FC236}">
                    <a16:creationId xmlns:a16="http://schemas.microsoft.com/office/drawing/2014/main" id="{FBC3DD12-A4FA-F64C-8C7F-FB31213839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88" y="2889"/>
                <a:ext cx="534" cy="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6" name="Line 1175">
                <a:extLst>
                  <a:ext uri="{FF2B5EF4-FFF2-40B4-BE49-F238E27FC236}">
                    <a16:creationId xmlns:a16="http://schemas.microsoft.com/office/drawing/2014/main" id="{399861CE-741C-D047-B624-85FBAFA6C9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02" y="2355"/>
                <a:ext cx="306" cy="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7" name="Line 1176">
                <a:extLst>
                  <a:ext uri="{FF2B5EF4-FFF2-40B4-BE49-F238E27FC236}">
                    <a16:creationId xmlns:a16="http://schemas.microsoft.com/office/drawing/2014/main" id="{B3D9E7EC-3965-6B48-AF41-ACA497D681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26" y="2385"/>
                <a:ext cx="150" cy="50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8" name="Line 1177">
                <a:extLst>
                  <a:ext uri="{FF2B5EF4-FFF2-40B4-BE49-F238E27FC236}">
                    <a16:creationId xmlns:a16="http://schemas.microsoft.com/office/drawing/2014/main" id="{631080E7-10C5-BD47-B8B9-A9262D72D1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22" y="2391"/>
                <a:ext cx="156" cy="49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399" name="Line 1178">
                <a:extLst>
                  <a:ext uri="{FF2B5EF4-FFF2-40B4-BE49-F238E27FC236}">
                    <a16:creationId xmlns:a16="http://schemas.microsoft.com/office/drawing/2014/main" id="{957CCB45-6FE4-E048-8FC3-663FC7BD95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20" y="2139"/>
                <a:ext cx="396" cy="24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0" name="Line 1179">
                <a:extLst>
                  <a:ext uri="{FF2B5EF4-FFF2-40B4-BE49-F238E27FC236}">
                    <a16:creationId xmlns:a16="http://schemas.microsoft.com/office/drawing/2014/main" id="{DEAEA7E8-8FD5-0E47-9039-1A695F7C3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34" y="2133"/>
                <a:ext cx="456" cy="252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1" name="Line 1180">
                <a:extLst>
                  <a:ext uri="{FF2B5EF4-FFF2-40B4-BE49-F238E27FC236}">
                    <a16:creationId xmlns:a16="http://schemas.microsoft.com/office/drawing/2014/main" id="{C619210D-DED6-6E47-82B3-E7053C2AB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0" y="2619"/>
                <a:ext cx="210" cy="12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2" name="Line 1181">
                <a:extLst>
                  <a:ext uri="{FF2B5EF4-FFF2-40B4-BE49-F238E27FC236}">
                    <a16:creationId xmlns:a16="http://schemas.microsoft.com/office/drawing/2014/main" id="{92C7B0D7-BA40-3A4F-A96C-38BCAC67C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14" y="2361"/>
                <a:ext cx="72" cy="22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3" name="Line 1182">
                <a:extLst>
                  <a:ext uri="{FF2B5EF4-FFF2-40B4-BE49-F238E27FC236}">
                    <a16:creationId xmlns:a16="http://schemas.microsoft.com/office/drawing/2014/main" id="{7C24599D-B26B-7C4F-823A-75FCAE1D3D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24" y="2361"/>
                <a:ext cx="60" cy="23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4" name="Line 1183">
                <a:extLst>
                  <a:ext uri="{FF2B5EF4-FFF2-40B4-BE49-F238E27FC236}">
                    <a16:creationId xmlns:a16="http://schemas.microsoft.com/office/drawing/2014/main" id="{128291A5-0057-5A49-AF44-3D8C1EAEAA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258" y="2601"/>
                <a:ext cx="216" cy="14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5" name="Line 1184">
                <a:extLst>
                  <a:ext uri="{FF2B5EF4-FFF2-40B4-BE49-F238E27FC236}">
                    <a16:creationId xmlns:a16="http://schemas.microsoft.com/office/drawing/2014/main" id="{9AFEBACF-2F5C-9C4D-9689-D291D93866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22" y="1977"/>
                <a:ext cx="0" cy="13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6" name="Line 1185">
                <a:extLst>
                  <a:ext uri="{FF2B5EF4-FFF2-40B4-BE49-F238E27FC236}">
                    <a16:creationId xmlns:a16="http://schemas.microsoft.com/office/drawing/2014/main" id="{16F1BBD0-14C1-1D44-A33F-F29F506FA4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68" y="2895"/>
                <a:ext cx="102" cy="11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7" name="Line 1186">
                <a:extLst>
                  <a:ext uri="{FF2B5EF4-FFF2-40B4-BE49-F238E27FC236}">
                    <a16:creationId xmlns:a16="http://schemas.microsoft.com/office/drawing/2014/main" id="{C0C72929-A2DC-A842-9663-C866CCE6BE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8" y="2895"/>
                <a:ext cx="102" cy="126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8" name="Line 1187">
                <a:extLst>
                  <a:ext uri="{FF2B5EF4-FFF2-40B4-BE49-F238E27FC236}">
                    <a16:creationId xmlns:a16="http://schemas.microsoft.com/office/drawing/2014/main" id="{9FFFCBE6-BF94-504E-BE2C-3156881EAE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86" y="2595"/>
                <a:ext cx="114" cy="36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9" name="Line 1188">
                <a:extLst>
                  <a:ext uri="{FF2B5EF4-FFF2-40B4-BE49-F238E27FC236}">
                    <a16:creationId xmlns:a16="http://schemas.microsoft.com/office/drawing/2014/main" id="{2570EAA1-6BE5-B442-A6D7-914343B35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02" y="2271"/>
                <a:ext cx="48" cy="8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0" name="Line 1189">
                <a:extLst>
                  <a:ext uri="{FF2B5EF4-FFF2-40B4-BE49-F238E27FC236}">
                    <a16:creationId xmlns:a16="http://schemas.microsoft.com/office/drawing/2014/main" id="{A9488EFB-E4DA-0246-A0CB-AC0F8527D3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36" y="2271"/>
                <a:ext cx="48" cy="7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1" name="Line 1190">
                <a:extLst>
                  <a:ext uri="{FF2B5EF4-FFF2-40B4-BE49-F238E27FC236}">
                    <a16:creationId xmlns:a16="http://schemas.microsoft.com/office/drawing/2014/main" id="{D96F8082-5859-4B40-8759-DF5F8BB2EB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904" y="2613"/>
                <a:ext cx="114" cy="42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69" name="Line 1192">
              <a:extLst>
                <a:ext uri="{FF2B5EF4-FFF2-40B4-BE49-F238E27FC236}">
                  <a16:creationId xmlns:a16="http://schemas.microsoft.com/office/drawing/2014/main" id="{3B5B2FCF-9DF7-B74C-9FC5-4FDAF95FE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1" y="2985"/>
              <a:ext cx="0" cy="24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5370" name="Oval 1193">
              <a:extLst>
                <a:ext uri="{FF2B5EF4-FFF2-40B4-BE49-F238E27FC236}">
                  <a16:creationId xmlns:a16="http://schemas.microsoft.com/office/drawing/2014/main" id="{25993D91-AD37-FA4C-B858-C461A2FAFA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3" y="2223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1" name="Oval 1194">
              <a:extLst>
                <a:ext uri="{FF2B5EF4-FFF2-40B4-BE49-F238E27FC236}">
                  <a16:creationId xmlns:a16="http://schemas.microsoft.com/office/drawing/2014/main" id="{E93BFA08-9578-584B-9007-1AEB8E6C4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" y="3408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2" name="Oval 1195">
              <a:extLst>
                <a:ext uri="{FF2B5EF4-FFF2-40B4-BE49-F238E27FC236}">
                  <a16:creationId xmlns:a16="http://schemas.microsoft.com/office/drawing/2014/main" id="{E1D55860-9489-744A-80A2-E72130533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9" y="3189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3" name="Oval 1196">
              <a:extLst>
                <a:ext uri="{FF2B5EF4-FFF2-40B4-BE49-F238E27FC236}">
                  <a16:creationId xmlns:a16="http://schemas.microsoft.com/office/drawing/2014/main" id="{AC14DB77-8CE0-E943-B173-F2A2E764A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0" y="2319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4" name="Oval 1197">
              <a:extLst>
                <a:ext uri="{FF2B5EF4-FFF2-40B4-BE49-F238E27FC236}">
                  <a16:creationId xmlns:a16="http://schemas.microsoft.com/office/drawing/2014/main" id="{6113F10F-EB6B-F642-A22B-8A7DF29B3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1635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5" name="Oval 1198">
              <a:extLst>
                <a:ext uri="{FF2B5EF4-FFF2-40B4-BE49-F238E27FC236}">
                  <a16:creationId xmlns:a16="http://schemas.microsoft.com/office/drawing/2014/main" id="{D856FF2A-5ED3-3D43-A8C4-B0446F277D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3" y="1920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6" name="Oval 1199">
              <a:extLst>
                <a:ext uri="{FF2B5EF4-FFF2-40B4-BE49-F238E27FC236}">
                  <a16:creationId xmlns:a16="http://schemas.microsoft.com/office/drawing/2014/main" id="{EDD7881C-F2A4-874F-A7A3-73F3543B8D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" y="2121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7" name="Oval 1200">
              <a:extLst>
                <a:ext uri="{FF2B5EF4-FFF2-40B4-BE49-F238E27FC236}">
                  <a16:creationId xmlns:a16="http://schemas.microsoft.com/office/drawing/2014/main" id="{D29FB26F-7A4D-D349-90CD-9AECEDA860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3" y="2775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8" name="Oval 1201">
              <a:extLst>
                <a:ext uri="{FF2B5EF4-FFF2-40B4-BE49-F238E27FC236}">
                  <a16:creationId xmlns:a16="http://schemas.microsoft.com/office/drawing/2014/main" id="{CC76AE0B-5124-CE49-B1DC-66D144D5B6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1" y="2304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79" name="Oval 1202">
              <a:extLst>
                <a:ext uri="{FF2B5EF4-FFF2-40B4-BE49-F238E27FC236}">
                  <a16:creationId xmlns:a16="http://schemas.microsoft.com/office/drawing/2014/main" id="{8EDA039D-0B47-1D49-89C9-9D62523D92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697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0" name="Oval 1203">
              <a:extLst>
                <a:ext uri="{FF2B5EF4-FFF2-40B4-BE49-F238E27FC236}">
                  <a16:creationId xmlns:a16="http://schemas.microsoft.com/office/drawing/2014/main" id="{B9C032AA-10D6-AD4E-BCCB-FF085C75C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90" y="2292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1" name="Oval 1204">
              <a:extLst>
                <a:ext uri="{FF2B5EF4-FFF2-40B4-BE49-F238E27FC236}">
                  <a16:creationId xmlns:a16="http://schemas.microsoft.com/office/drawing/2014/main" id="{626161CF-A8AF-7E48-B243-6953570A4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2112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2" name="Oval 1205">
              <a:extLst>
                <a:ext uri="{FF2B5EF4-FFF2-40B4-BE49-F238E27FC236}">
                  <a16:creationId xmlns:a16="http://schemas.microsoft.com/office/drawing/2014/main" id="{036E9509-5557-EA49-8165-800663ECE6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2" y="2319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3" name="Oval 1206">
              <a:extLst>
                <a:ext uri="{FF2B5EF4-FFF2-40B4-BE49-F238E27FC236}">
                  <a16:creationId xmlns:a16="http://schemas.microsoft.com/office/drawing/2014/main" id="{B13745EA-9E4D-B247-8962-432FB46E29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7" y="2256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4" name="Oval 1207">
              <a:extLst>
                <a:ext uri="{FF2B5EF4-FFF2-40B4-BE49-F238E27FC236}">
                  <a16:creationId xmlns:a16="http://schemas.microsoft.com/office/drawing/2014/main" id="{5FECB00A-C838-1348-8907-59E43B36BE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22" y="2667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5" name="Oval 1208">
              <a:extLst>
                <a:ext uri="{FF2B5EF4-FFF2-40B4-BE49-F238E27FC236}">
                  <a16:creationId xmlns:a16="http://schemas.microsoft.com/office/drawing/2014/main" id="{DD887485-7E7C-754C-8F11-B55A9FE1F8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2928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6" name="Oval 1209">
              <a:extLst>
                <a:ext uri="{FF2B5EF4-FFF2-40B4-BE49-F238E27FC236}">
                  <a16:creationId xmlns:a16="http://schemas.microsoft.com/office/drawing/2014/main" id="{394B7FCF-D4D2-0A40-BF16-82F3587E0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08" y="2736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7" name="Oval 1210">
              <a:extLst>
                <a:ext uri="{FF2B5EF4-FFF2-40B4-BE49-F238E27FC236}">
                  <a16:creationId xmlns:a16="http://schemas.microsoft.com/office/drawing/2014/main" id="{BFE2A27B-1AC6-6043-9960-947B7F2F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2" y="3174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8" name="Oval 1211">
              <a:extLst>
                <a:ext uri="{FF2B5EF4-FFF2-40B4-BE49-F238E27FC236}">
                  <a16:creationId xmlns:a16="http://schemas.microsoft.com/office/drawing/2014/main" id="{DE725F5C-EAA2-0D48-BD7C-EE643B2A66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2" y="3168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5389" name="Oval 1212">
              <a:extLst>
                <a:ext uri="{FF2B5EF4-FFF2-40B4-BE49-F238E27FC236}">
                  <a16:creationId xmlns:a16="http://schemas.microsoft.com/office/drawing/2014/main" id="{F03159CD-9BCA-604A-97F8-B4BCFA32BD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3408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30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1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Number Placeholder 5">
            <a:extLst>
              <a:ext uri="{FF2B5EF4-FFF2-40B4-BE49-F238E27FC236}">
                <a16:creationId xmlns:a16="http://schemas.microsoft.com/office/drawing/2014/main" id="{9CDB2985-E461-424E-9C14-113A5C569D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D241C81-5B2E-5D43-A3BA-61947DB4DDE6}" type="slidenum">
              <a:rPr kumimoji="0" lang="zh-CN" altLang="en-US" sz="1200"/>
              <a:pPr/>
              <a:t>3</a:t>
            </a:fld>
            <a:endParaRPr kumimoji="0" lang="en-US" altLang="zh-CN" sz="1200"/>
          </a:p>
        </p:txBody>
      </p:sp>
      <p:sp>
        <p:nvSpPr>
          <p:cNvPr id="147459" name="Rectangle 3">
            <a:extLst>
              <a:ext uri="{FF2B5EF4-FFF2-40B4-BE49-F238E27FC236}">
                <a16:creationId xmlns:a16="http://schemas.microsoft.com/office/drawing/2014/main" id="{BA021D25-BE8E-ED49-B28B-0E455B8064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73063"/>
            <a:ext cx="9144000" cy="777875"/>
          </a:xfrm>
        </p:spPr>
        <p:txBody>
          <a:bodyPr/>
          <a:lstStyle/>
          <a:p>
            <a:pPr marL="0" indent="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zh-CN" altLang="en-US" sz="4800" dirty="0">
                <a:latin typeface="Times New Roman" charset="0"/>
                <a:ea typeface="楷体_GB2312" charset="0"/>
                <a:cs typeface="+mj-cs"/>
              </a:rPr>
              <a:t>§4.4</a:t>
            </a:r>
            <a:r>
              <a:rPr lang="en-US" altLang="zh-CN" sz="4800" dirty="0">
                <a:latin typeface="Times New Roman" charset="0"/>
                <a:ea typeface="楷体_GB2312" charset="0"/>
                <a:cs typeface="+mj-cs"/>
              </a:rPr>
              <a:t>.1 </a:t>
            </a:r>
            <a:r>
              <a:rPr lang="en-US" altLang="zh-CN" sz="4800" dirty="0">
                <a:latin typeface="Arial"/>
                <a:cs typeface="Arial"/>
              </a:rPr>
              <a:t>Hamilton</a:t>
            </a:r>
            <a:r>
              <a:rPr lang="zh-CN" altLang="en-US" sz="4800" dirty="0">
                <a:latin typeface="Arial"/>
                <a:ea typeface="楷体_GB2312" charset="0"/>
                <a:cs typeface="Arial"/>
              </a:rPr>
              <a:t>路及必要条件</a:t>
            </a:r>
            <a:endParaRPr lang="en-US" altLang="zh-CN" sz="4800" dirty="0">
              <a:latin typeface="Arial"/>
              <a:ea typeface="楷体_GB2312" charset="0"/>
              <a:cs typeface="Arial"/>
            </a:endParaRPr>
          </a:p>
        </p:txBody>
      </p:sp>
      <p:sp>
        <p:nvSpPr>
          <p:cNvPr id="147458" name="Rectangle 2">
            <a:extLst>
              <a:ext uri="{FF2B5EF4-FFF2-40B4-BE49-F238E27FC236}">
                <a16:creationId xmlns:a16="http://schemas.microsoft.com/office/drawing/2014/main" id="{25D84662-10C9-6A42-9BEC-4A23AEAA036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915400" cy="5257800"/>
          </a:xfrm>
        </p:spPr>
        <p:txBody>
          <a:bodyPr/>
          <a:lstStyle/>
          <a:p>
            <a:pPr marL="354013" indent="-354013">
              <a:lnSpc>
                <a:spcPct val="110000"/>
              </a:lnSpc>
            </a:pPr>
            <a:r>
              <a:rPr kumimoji="0" lang="zh-CN" altLang="en-US" sz="32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定义4.4.1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是有限图，(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,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中一条路。如果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中每点恰在此路中出现一次，则称此路为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路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；如果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中每点，除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外，恰在此路中出现一次，而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则此路称为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回路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 marL="354013" indent="-354013">
              <a:lnSpc>
                <a:spcPct val="110000"/>
              </a:lnSpc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定义4.4.2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是有限图，如果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中有一条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回路，则称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</a:p>
          <a:p>
            <a:pPr marL="354013" indent="-354013">
              <a:lnSpc>
                <a:spcPct val="11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显然，由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个节点构成的完全图是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个节点构成的完全图通常记为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152">
            <a:extLst>
              <a:ext uri="{FF2B5EF4-FFF2-40B4-BE49-F238E27FC236}">
                <a16:creationId xmlns:a16="http://schemas.microsoft.com/office/drawing/2014/main" id="{5C94FCB5-8C42-8441-97DB-9CAEE97006F9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352800"/>
            <a:ext cx="1985963" cy="1838325"/>
            <a:chOff x="6144" y="2541"/>
            <a:chExt cx="1251" cy="1158"/>
          </a:xfrm>
        </p:grpSpPr>
        <p:sp>
          <p:nvSpPr>
            <p:cNvPr id="16389" name="Line 148">
              <a:extLst>
                <a:ext uri="{FF2B5EF4-FFF2-40B4-BE49-F238E27FC236}">
                  <a16:creationId xmlns:a16="http://schemas.microsoft.com/office/drawing/2014/main" id="{018A9D64-702E-314F-BB80-DD822A2F0F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32" y="2592"/>
              <a:ext cx="672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0" name="Line 149">
              <a:extLst>
                <a:ext uri="{FF2B5EF4-FFF2-40B4-BE49-F238E27FC236}">
                  <a16:creationId xmlns:a16="http://schemas.microsoft.com/office/drawing/2014/main" id="{89DE95AA-DA61-3048-BA8E-18C03D86F4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2" y="2592"/>
              <a:ext cx="192" cy="67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1" name="Line 150">
              <a:extLst>
                <a:ext uri="{FF2B5EF4-FFF2-40B4-BE49-F238E27FC236}">
                  <a16:creationId xmlns:a16="http://schemas.microsoft.com/office/drawing/2014/main" id="{3179D106-D22D-964A-A231-059ACC0A6B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92" y="3264"/>
              <a:ext cx="576" cy="38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2" name="Line 151">
              <a:extLst>
                <a:ext uri="{FF2B5EF4-FFF2-40B4-BE49-F238E27FC236}">
                  <a16:creationId xmlns:a16="http://schemas.microsoft.com/office/drawing/2014/main" id="{1913D7FC-8345-F94B-BC8C-DF17506313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8" y="3264"/>
              <a:ext cx="576" cy="38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3" name="Line 147">
              <a:extLst>
                <a:ext uri="{FF2B5EF4-FFF2-40B4-BE49-F238E27FC236}">
                  <a16:creationId xmlns:a16="http://schemas.microsoft.com/office/drawing/2014/main" id="{32B82D76-CA39-FB43-AC32-924773C052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4" y="2592"/>
              <a:ext cx="384" cy="105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94" name="Line 122">
              <a:extLst>
                <a:ext uri="{FF2B5EF4-FFF2-40B4-BE49-F238E27FC236}">
                  <a16:creationId xmlns:a16="http://schemas.microsoft.com/office/drawing/2014/main" id="{39F38127-9872-DF45-A0B1-DADEB41FE7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04" y="2592"/>
              <a:ext cx="240" cy="67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5" name="Line 123">
              <a:extLst>
                <a:ext uri="{FF2B5EF4-FFF2-40B4-BE49-F238E27FC236}">
                  <a16:creationId xmlns:a16="http://schemas.microsoft.com/office/drawing/2014/main" id="{D30BA668-8660-BD4F-8753-9AF6981D38C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240" y="2616"/>
              <a:ext cx="868" cy="60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Line 124">
              <a:extLst>
                <a:ext uri="{FF2B5EF4-FFF2-40B4-BE49-F238E27FC236}">
                  <a16:creationId xmlns:a16="http://schemas.microsoft.com/office/drawing/2014/main" id="{3C3FC507-B896-A446-9EF5-F90D8047F3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84" y="2592"/>
              <a:ext cx="928" cy="64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7" name="Line 125">
              <a:extLst>
                <a:ext uri="{FF2B5EF4-FFF2-40B4-BE49-F238E27FC236}">
                  <a16:creationId xmlns:a16="http://schemas.microsoft.com/office/drawing/2014/main" id="{6B31ECAD-650B-9048-BAE1-99E4C3465B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196" y="3264"/>
              <a:ext cx="1148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Line 126">
              <a:extLst>
                <a:ext uri="{FF2B5EF4-FFF2-40B4-BE49-F238E27FC236}">
                  <a16:creationId xmlns:a16="http://schemas.microsoft.com/office/drawing/2014/main" id="{C90722BC-6E1F-8C40-AE86-C91C2978EF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62" y="2544"/>
              <a:ext cx="342" cy="111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6399" name="Oval 133">
              <a:extLst>
                <a:ext uri="{FF2B5EF4-FFF2-40B4-BE49-F238E27FC236}">
                  <a16:creationId xmlns:a16="http://schemas.microsoft.com/office/drawing/2014/main" id="{667A7E70-318A-3C48-913A-FBF694769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8" y="2550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6400" name="Oval 134">
              <a:extLst>
                <a:ext uri="{FF2B5EF4-FFF2-40B4-BE49-F238E27FC236}">
                  <a16:creationId xmlns:a16="http://schemas.microsoft.com/office/drawing/2014/main" id="{96BE42DD-4330-ED4A-86F5-83AF1388CE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44" y="3204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6401" name="Oval 138">
              <a:extLst>
                <a:ext uri="{FF2B5EF4-FFF2-40B4-BE49-F238E27FC236}">
                  <a16:creationId xmlns:a16="http://schemas.microsoft.com/office/drawing/2014/main" id="{621AFAC9-16AB-EC48-9284-D621C122D3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68" y="2541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6402" name="Oval 143">
              <a:extLst>
                <a:ext uri="{FF2B5EF4-FFF2-40B4-BE49-F238E27FC236}">
                  <a16:creationId xmlns:a16="http://schemas.microsoft.com/office/drawing/2014/main" id="{C7A053B3-F515-824C-8E98-F7F5E6645D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99" y="3216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6403" name="Oval 144">
              <a:extLst>
                <a:ext uri="{FF2B5EF4-FFF2-40B4-BE49-F238E27FC236}">
                  <a16:creationId xmlns:a16="http://schemas.microsoft.com/office/drawing/2014/main" id="{2FC08780-4E30-5542-BF99-2A292361D1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3" y="3603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7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458" grpId="0" build="p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D3BD794E-6B26-FF43-94A0-59230DBB91D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6CB8CA6-65F9-BB49-B268-AE86BDD471A3}" type="slidenum">
              <a:rPr kumimoji="0" lang="zh-CN" altLang="en-US" sz="1200"/>
              <a:pPr/>
              <a:t>4</a:t>
            </a:fld>
            <a:endParaRPr kumimoji="0" lang="en-US" altLang="zh-CN" sz="1200"/>
          </a:p>
        </p:txBody>
      </p:sp>
      <p:sp>
        <p:nvSpPr>
          <p:cNvPr id="152579" name="Rectangle 3">
            <a:extLst>
              <a:ext uri="{FF2B5EF4-FFF2-40B4-BE49-F238E27FC236}">
                <a16:creationId xmlns:a16="http://schemas.microsoft.com/office/drawing/2014/main" id="{120910B1-B5E9-9E40-B560-DD9DF0C0C5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65125"/>
            <a:ext cx="9144000" cy="777875"/>
          </a:xfrm>
        </p:spPr>
        <p:txBody>
          <a:bodyPr/>
          <a:lstStyle/>
          <a:p>
            <a:pPr marL="0" indent="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anose="02040502050405020303" pitchFamily="18" charset="0"/>
              <a:buNone/>
              <a:defRPr/>
            </a:pPr>
            <a:r>
              <a:rPr lang="zh-CN" altLang="en-US" sz="4800" dirty="0">
                <a:latin typeface="Times New Roman" charset="0"/>
                <a:ea typeface="楷体_GB2312" charset="0"/>
                <a:cs typeface="+mj-cs"/>
              </a:rPr>
              <a:t>§4.4</a:t>
            </a:r>
            <a:r>
              <a:rPr lang="en-US" altLang="zh-CN" sz="4800" dirty="0">
                <a:latin typeface="Times New Roman" charset="0"/>
                <a:ea typeface="楷体_GB2312" charset="0"/>
                <a:cs typeface="+mj-cs"/>
              </a:rPr>
              <a:t>.2 </a:t>
            </a:r>
            <a:r>
              <a:rPr lang="en-US" altLang="zh-CN" sz="4800" dirty="0"/>
              <a:t>Hamilton</a:t>
            </a:r>
            <a:r>
              <a:rPr lang="zh-CN" altLang="en-US" sz="4800" dirty="0">
                <a:ea typeface="楷体_GB2312" charset="0"/>
                <a:cs typeface="+mj-cs"/>
              </a:rPr>
              <a:t>路及必要条件</a:t>
            </a:r>
            <a:endParaRPr lang="en-US" altLang="zh-CN" sz="4800" dirty="0">
              <a:ea typeface="楷体_GB2312" charset="0"/>
              <a:cs typeface="+mj-cs"/>
            </a:endParaRPr>
          </a:p>
        </p:txBody>
      </p:sp>
      <p:sp>
        <p:nvSpPr>
          <p:cNvPr id="152578" name="Rectangle 2">
            <a:extLst>
              <a:ext uri="{FF2B5EF4-FFF2-40B4-BE49-F238E27FC236}">
                <a16:creationId xmlns:a16="http://schemas.microsoft.com/office/drawing/2014/main" id="{4E533956-4BED-D444-9CE7-B0740AAAE28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5181600"/>
          </a:xfrm>
        </p:spPr>
        <p:txBody>
          <a:bodyPr/>
          <a:lstStyle/>
          <a:p>
            <a:pPr marL="354013" indent="-354013" algn="just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关于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回路下面的性质是显然的：</a:t>
            </a:r>
          </a:p>
          <a:p>
            <a:pPr marL="354013" indent="-354013" algn="just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.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若图中有一点的度为1，则无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回路。</a:t>
            </a:r>
          </a:p>
          <a:p>
            <a:pPr marL="354013" indent="-354013" algn="just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2.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若图中有一点的度为0，则既无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路，又无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回路。</a:t>
            </a:r>
          </a:p>
          <a:p>
            <a:pPr marL="354013" indent="-354013" algn="just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3.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设图中有一点的度为2，若有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回路，则以此点为端点的两条边均出现在此回路中。</a:t>
            </a:r>
          </a:p>
          <a:p>
            <a:pPr marL="354013" indent="-354013" algn="just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4.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设图中有一点的度大于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，若有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回路，则只用其中的两条边。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152597" name="Line 21">
            <a:extLst>
              <a:ext uri="{FF2B5EF4-FFF2-40B4-BE49-F238E27FC236}">
                <a16:creationId xmlns:a16="http://schemas.microsoft.com/office/drawing/2014/main" id="{127D10BC-4245-EB4D-93E1-96C8E5F6E7A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629400" y="838200"/>
            <a:ext cx="1143000" cy="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2" name="Line 6">
            <a:extLst>
              <a:ext uri="{FF2B5EF4-FFF2-40B4-BE49-F238E27FC236}">
                <a16:creationId xmlns:a16="http://schemas.microsoft.com/office/drawing/2014/main" id="{BEB88AFA-48F1-7B42-BA5B-D2EABFBFABC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19838" y="842963"/>
            <a:ext cx="304800" cy="10668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3" name="Line 7">
            <a:extLst>
              <a:ext uri="{FF2B5EF4-FFF2-40B4-BE49-F238E27FC236}">
                <a16:creationId xmlns:a16="http://schemas.microsoft.com/office/drawing/2014/main" id="{19F2FB2E-E6A6-B149-85CC-360575F4EC88}"/>
              </a:ext>
            </a:extLst>
          </p:cNvPr>
          <p:cNvSpPr>
            <a:spLocks noChangeShapeType="1"/>
          </p:cNvSpPr>
          <p:nvPr/>
        </p:nvSpPr>
        <p:spPr bwMode="auto">
          <a:xfrm>
            <a:off x="6319838" y="1909763"/>
            <a:ext cx="914400" cy="609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4" name="Line 8">
            <a:extLst>
              <a:ext uri="{FF2B5EF4-FFF2-40B4-BE49-F238E27FC236}">
                <a16:creationId xmlns:a16="http://schemas.microsoft.com/office/drawing/2014/main" id="{F38A3753-A74E-9E43-8979-243F3E81B7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34238" y="1909763"/>
            <a:ext cx="914400" cy="609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6" name="Line 10">
            <a:extLst>
              <a:ext uri="{FF2B5EF4-FFF2-40B4-BE49-F238E27FC236}">
                <a16:creationId xmlns:a16="http://schemas.microsoft.com/office/drawing/2014/main" id="{A2B8B699-775E-F744-8570-0C419CD74063}"/>
              </a:ext>
            </a:extLst>
          </p:cNvPr>
          <p:cNvSpPr>
            <a:spLocks noChangeShapeType="1"/>
          </p:cNvSpPr>
          <p:nvPr/>
        </p:nvSpPr>
        <p:spPr bwMode="auto">
          <a:xfrm>
            <a:off x="7767638" y="842963"/>
            <a:ext cx="352425" cy="985837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7" name="Line 11">
            <a:extLst>
              <a:ext uri="{FF2B5EF4-FFF2-40B4-BE49-F238E27FC236}">
                <a16:creationId xmlns:a16="http://schemas.microsoft.com/office/drawing/2014/main" id="{415D977F-9781-5C48-A344-C359E487A30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48400" y="881063"/>
            <a:ext cx="1525588" cy="1023937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89" name="Line 13">
            <a:extLst>
              <a:ext uri="{FF2B5EF4-FFF2-40B4-BE49-F238E27FC236}">
                <a16:creationId xmlns:a16="http://schemas.microsoft.com/office/drawing/2014/main" id="{1423E396-9E5C-E549-94C6-8BCB09DCC1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26188" y="1909763"/>
            <a:ext cx="1822450" cy="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2590" name="Line 14">
            <a:extLst>
              <a:ext uri="{FF2B5EF4-FFF2-40B4-BE49-F238E27FC236}">
                <a16:creationId xmlns:a16="http://schemas.microsoft.com/office/drawing/2014/main" id="{1F151820-7890-4B45-96E6-30D1212E32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224713" y="766763"/>
            <a:ext cx="542925" cy="1762125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2591" name="Oval 15">
            <a:extLst>
              <a:ext uri="{FF2B5EF4-FFF2-40B4-BE49-F238E27FC236}">
                <a16:creationId xmlns:a16="http://schemas.microsoft.com/office/drawing/2014/main" id="{16E77030-8CAB-5340-B7AF-53B442B94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7488" y="776288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52592" name="Oval 16">
            <a:extLst>
              <a:ext uri="{FF2B5EF4-FFF2-40B4-BE49-F238E27FC236}">
                <a16:creationId xmlns:a16="http://schemas.microsoft.com/office/drawing/2014/main" id="{EBFFCC2B-9B1C-CD4D-902A-63D0651CE9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3638" y="1814513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52593" name="Oval 17">
            <a:extLst>
              <a:ext uri="{FF2B5EF4-FFF2-40B4-BE49-F238E27FC236}">
                <a16:creationId xmlns:a16="http://schemas.microsoft.com/office/drawing/2014/main" id="{757C5DFD-B73A-3944-A727-15FB5C476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0488" y="762000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52594" name="Oval 18">
            <a:extLst>
              <a:ext uri="{FF2B5EF4-FFF2-40B4-BE49-F238E27FC236}">
                <a16:creationId xmlns:a16="http://schemas.microsoft.com/office/drawing/2014/main" id="{EAB8ED9F-D509-9443-8E5E-A1C9CD1CC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7200" y="1833563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52595" name="Oval 19">
            <a:extLst>
              <a:ext uri="{FF2B5EF4-FFF2-40B4-BE49-F238E27FC236}">
                <a16:creationId xmlns:a16="http://schemas.microsoft.com/office/drawing/2014/main" id="{F6509E73-8265-8D4E-8E0B-E82EF437A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2800" y="2447925"/>
            <a:ext cx="152400" cy="152400"/>
          </a:xfrm>
          <a:prstGeom prst="ellipse">
            <a:avLst/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25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2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5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52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52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2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2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5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525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52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2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25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25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5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5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525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578" grpId="0" build="p" autoUpdateAnimBg="0"/>
      <p:bldP spid="152591" grpId="0" animBg="1"/>
      <p:bldP spid="152592" grpId="0" animBg="1"/>
      <p:bldP spid="152593" grpId="0" animBg="1"/>
      <p:bldP spid="152594" grpId="0" animBg="1"/>
      <p:bldP spid="15259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B4199107-9847-A747-A260-A2B882A5A1C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90E4541-5027-8346-BB4E-2AA280FA2847}" type="slidenum">
              <a:rPr kumimoji="0" lang="zh-CN" altLang="en-US" sz="1200"/>
              <a:pPr/>
              <a:t>5</a:t>
            </a:fld>
            <a:endParaRPr kumimoji="0" lang="en-US" altLang="zh-CN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EEF0024C-B837-A94B-B8E0-7DC05A0FE7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9248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定理4.4.1 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8312E97-7BB6-5E40-AE3A-153F93DEA2E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953000"/>
          </a:xfrm>
        </p:spPr>
        <p:txBody>
          <a:bodyPr/>
          <a:lstStyle/>
          <a:p>
            <a:pPr marL="354013" indent="-354013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如果图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图，则对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P(G)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的任一非空子集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都有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W(G-S)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|S|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其中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|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S|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表示集合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的元素数，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G-S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表示在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中删除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中的点以及以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中的点为端点的所有边而剩下的图，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W(G-S)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表示图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G-S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的连通分支数。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>
            <a:extLst>
              <a:ext uri="{FF2B5EF4-FFF2-40B4-BE49-F238E27FC236}">
                <a16:creationId xmlns:a16="http://schemas.microsoft.com/office/drawing/2014/main" id="{AB162FF4-1A50-AA49-B783-88A9D5F5367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9B61CED-6235-5843-AAC6-EFBC153FD432}" type="slidenum">
              <a:rPr kumimoji="0" lang="zh-CN" altLang="en-US" sz="1200"/>
              <a:pPr/>
              <a:t>6</a:t>
            </a:fld>
            <a:endParaRPr kumimoji="0" lang="en-US" altLang="zh-CN" sz="12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1AF63CFF-7D9D-ED43-9B7B-CA7E8798A6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3200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  <a:cs typeface="+mj-cs"/>
              </a:rPr>
              <a:t>定理4.4.1</a:t>
            </a:r>
            <a:endParaRPr lang="en-US" altLang="zh-CN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7025DFB-0D19-6547-9418-8454BBD09D5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905000"/>
            <a:ext cx="8763000" cy="4114800"/>
          </a:xfrm>
        </p:spPr>
        <p:txBody>
          <a:bodyPr/>
          <a:lstStyle/>
          <a:p>
            <a:pPr marL="354013" indent="-354013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中的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回路，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因为在回路中，依次删去一点及与此点相邻的两条边每次最多只增加一个分支，所以</a:t>
            </a:r>
          </a:p>
          <a:p>
            <a:pPr marL="354013" indent="-354013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	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W(C-S)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|S|</a:t>
            </a:r>
          </a:p>
          <a:p>
            <a:pPr marL="354013" indent="-354013"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因为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的支撑子图，所以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C-S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G-S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的支撑子图。故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W(G-S)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W(C-S)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W(G-S)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|S|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2" name="Group 44">
            <a:extLst>
              <a:ext uri="{FF2B5EF4-FFF2-40B4-BE49-F238E27FC236}">
                <a16:creationId xmlns:a16="http://schemas.microsoft.com/office/drawing/2014/main" id="{F28AC7FF-A758-EE4A-B797-2FD98A6E9B46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228600"/>
            <a:ext cx="1900238" cy="1676400"/>
            <a:chOff x="3936" y="144"/>
            <a:chExt cx="1197" cy="1056"/>
          </a:xfrm>
        </p:grpSpPr>
        <p:sp>
          <p:nvSpPr>
            <p:cNvPr id="22561" name="Line 8">
              <a:extLst>
                <a:ext uri="{FF2B5EF4-FFF2-40B4-BE49-F238E27FC236}">
                  <a16:creationId xmlns:a16="http://schemas.microsoft.com/office/drawing/2014/main" id="{167F433A-DF90-F748-9D53-00BD406670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93" y="144"/>
              <a:ext cx="240" cy="669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2" name="Line 6">
              <a:extLst>
                <a:ext uri="{FF2B5EF4-FFF2-40B4-BE49-F238E27FC236}">
                  <a16:creationId xmlns:a16="http://schemas.microsoft.com/office/drawing/2014/main" id="{0AEED34F-41BD-B941-A8BF-8A4C712C81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1" y="816"/>
              <a:ext cx="576" cy="38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3" name="Line 9">
              <a:extLst>
                <a:ext uri="{FF2B5EF4-FFF2-40B4-BE49-F238E27FC236}">
                  <a16:creationId xmlns:a16="http://schemas.microsoft.com/office/drawing/2014/main" id="{DCF62A57-FBBD-BA45-9977-97BB59F07D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36" y="168"/>
              <a:ext cx="961" cy="645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42">
            <a:extLst>
              <a:ext uri="{FF2B5EF4-FFF2-40B4-BE49-F238E27FC236}">
                <a16:creationId xmlns:a16="http://schemas.microsoft.com/office/drawing/2014/main" id="{937107C4-D31B-C24E-815B-8E3617FF9211}"/>
              </a:ext>
            </a:extLst>
          </p:cNvPr>
          <p:cNvGrpSpPr>
            <a:grpSpLocks/>
          </p:cNvGrpSpPr>
          <p:nvPr/>
        </p:nvGrpSpPr>
        <p:grpSpPr bwMode="auto">
          <a:xfrm>
            <a:off x="6330950" y="1223963"/>
            <a:ext cx="1903413" cy="685800"/>
            <a:chOff x="3988" y="771"/>
            <a:chExt cx="1199" cy="432"/>
          </a:xfrm>
        </p:grpSpPr>
        <p:sp>
          <p:nvSpPr>
            <p:cNvPr id="22558" name="Line 10">
              <a:extLst>
                <a:ext uri="{FF2B5EF4-FFF2-40B4-BE49-F238E27FC236}">
                  <a16:creationId xmlns:a16="http://schemas.microsoft.com/office/drawing/2014/main" id="{7885AF6D-F541-0148-9CA5-A2F54BB1B5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8" y="819"/>
              <a:ext cx="1148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9" name="Line 7">
              <a:extLst>
                <a:ext uri="{FF2B5EF4-FFF2-40B4-BE49-F238E27FC236}">
                  <a16:creationId xmlns:a16="http://schemas.microsoft.com/office/drawing/2014/main" id="{3366F82C-C238-044F-B2BA-1E2C41C2D4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60" y="819"/>
              <a:ext cx="576" cy="38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60" name="Oval 15">
              <a:extLst>
                <a:ext uri="{FF2B5EF4-FFF2-40B4-BE49-F238E27FC236}">
                  <a16:creationId xmlns:a16="http://schemas.microsoft.com/office/drawing/2014/main" id="{42E49437-0E57-A144-89D6-D3DF701AFC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91" y="771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38E1BD08-F3F2-1D41-B4DA-542D3126C2C6}"/>
              </a:ext>
            </a:extLst>
          </p:cNvPr>
          <p:cNvGrpSpPr>
            <a:grpSpLocks/>
          </p:cNvGrpSpPr>
          <p:nvPr/>
        </p:nvGrpSpPr>
        <p:grpSpPr bwMode="auto">
          <a:xfrm>
            <a:off x="6324600" y="166688"/>
            <a:ext cx="1452563" cy="1128712"/>
            <a:chOff x="3984" y="105"/>
            <a:chExt cx="915" cy="711"/>
          </a:xfrm>
        </p:grpSpPr>
        <p:sp>
          <p:nvSpPr>
            <p:cNvPr id="22555" name="Line 5">
              <a:extLst>
                <a:ext uri="{FF2B5EF4-FFF2-40B4-BE49-F238E27FC236}">
                  <a16:creationId xmlns:a16="http://schemas.microsoft.com/office/drawing/2014/main" id="{265581BE-09A2-1A45-B968-94759E79D8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84" y="144"/>
              <a:ext cx="192" cy="67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6" name="Line 4">
              <a:extLst>
                <a:ext uri="{FF2B5EF4-FFF2-40B4-BE49-F238E27FC236}">
                  <a16:creationId xmlns:a16="http://schemas.microsoft.com/office/drawing/2014/main" id="{BEA71DDD-55BE-1A49-BA5D-63BFD37439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79" y="144"/>
              <a:ext cx="720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57" name="Oval 12">
              <a:extLst>
                <a:ext uri="{FF2B5EF4-FFF2-40B4-BE49-F238E27FC236}">
                  <a16:creationId xmlns:a16="http://schemas.microsoft.com/office/drawing/2014/main" id="{9BF2EE90-DCB0-884E-BC50-517DBE9334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105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5" name="Group 43">
            <a:extLst>
              <a:ext uri="{FF2B5EF4-FFF2-40B4-BE49-F238E27FC236}">
                <a16:creationId xmlns:a16="http://schemas.microsoft.com/office/drawing/2014/main" id="{90460A55-A8C3-014A-9FEE-D7EC8737E59C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152400"/>
            <a:ext cx="1619250" cy="1838325"/>
            <a:chOff x="3936" y="96"/>
            <a:chExt cx="1020" cy="1158"/>
          </a:xfrm>
        </p:grpSpPr>
        <p:sp>
          <p:nvSpPr>
            <p:cNvPr id="22551" name="Line 11">
              <a:extLst>
                <a:ext uri="{FF2B5EF4-FFF2-40B4-BE49-F238E27FC236}">
                  <a16:creationId xmlns:a16="http://schemas.microsoft.com/office/drawing/2014/main" id="{E025F4C6-5B5A-3E42-9434-4ABE79EACF1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4" y="192"/>
              <a:ext cx="342" cy="101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52" name="Oval 13">
              <a:extLst>
                <a:ext uri="{FF2B5EF4-FFF2-40B4-BE49-F238E27FC236}">
                  <a16:creationId xmlns:a16="http://schemas.microsoft.com/office/drawing/2014/main" id="{A29D6167-FAF6-B343-A039-38EC0AB43C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759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2553" name="Oval 14">
              <a:extLst>
                <a:ext uri="{FF2B5EF4-FFF2-40B4-BE49-F238E27FC236}">
                  <a16:creationId xmlns:a16="http://schemas.microsoft.com/office/drawing/2014/main" id="{F9ABC185-10A0-D143-844A-BE33BAAAB5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96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2554" name="Oval 16">
              <a:extLst>
                <a:ext uri="{FF2B5EF4-FFF2-40B4-BE49-F238E27FC236}">
                  <a16:creationId xmlns:a16="http://schemas.microsoft.com/office/drawing/2014/main" id="{8B7FE076-876C-6344-8EC0-B8A590D501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" y="1158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6" name="Group 38">
            <a:extLst>
              <a:ext uri="{FF2B5EF4-FFF2-40B4-BE49-F238E27FC236}">
                <a16:creationId xmlns:a16="http://schemas.microsoft.com/office/drawing/2014/main" id="{2F130D14-90E4-2944-A664-85468ED2AAF5}"/>
              </a:ext>
            </a:extLst>
          </p:cNvPr>
          <p:cNvGrpSpPr>
            <a:grpSpLocks/>
          </p:cNvGrpSpPr>
          <p:nvPr/>
        </p:nvGrpSpPr>
        <p:grpSpPr bwMode="auto">
          <a:xfrm>
            <a:off x="3810000" y="152400"/>
            <a:ext cx="1909763" cy="1757363"/>
            <a:chOff x="2400" y="96"/>
            <a:chExt cx="1203" cy="1107"/>
          </a:xfrm>
        </p:grpSpPr>
        <p:sp>
          <p:nvSpPr>
            <p:cNvPr id="22544" name="Line 21">
              <a:extLst>
                <a:ext uri="{FF2B5EF4-FFF2-40B4-BE49-F238E27FC236}">
                  <a16:creationId xmlns:a16="http://schemas.microsoft.com/office/drawing/2014/main" id="{F48BCAED-B992-F14E-A60E-804E90D33E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0" y="144"/>
              <a:ext cx="192" cy="67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5" name="Line 22">
              <a:extLst>
                <a:ext uri="{FF2B5EF4-FFF2-40B4-BE49-F238E27FC236}">
                  <a16:creationId xmlns:a16="http://schemas.microsoft.com/office/drawing/2014/main" id="{ABDA7518-F557-2A4B-99F7-CA73A7E30B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976" y="819"/>
              <a:ext cx="576" cy="38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6" name="Line 24">
              <a:extLst>
                <a:ext uri="{FF2B5EF4-FFF2-40B4-BE49-F238E27FC236}">
                  <a16:creationId xmlns:a16="http://schemas.microsoft.com/office/drawing/2014/main" id="{21D508B6-E8E1-BF49-923D-F71CE9DBC9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595" y="144"/>
              <a:ext cx="720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7" name="Line 26">
              <a:extLst>
                <a:ext uri="{FF2B5EF4-FFF2-40B4-BE49-F238E27FC236}">
                  <a16:creationId xmlns:a16="http://schemas.microsoft.com/office/drawing/2014/main" id="{28784544-78AB-2C45-9365-32BF39E64F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12" y="147"/>
              <a:ext cx="240" cy="669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8" name="Line 28">
              <a:extLst>
                <a:ext uri="{FF2B5EF4-FFF2-40B4-BE49-F238E27FC236}">
                  <a16:creationId xmlns:a16="http://schemas.microsoft.com/office/drawing/2014/main" id="{BB7DA085-949B-744C-A9FE-27F3660FCB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04" y="819"/>
              <a:ext cx="1148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549" name="Oval 30">
              <a:extLst>
                <a:ext uri="{FF2B5EF4-FFF2-40B4-BE49-F238E27FC236}">
                  <a16:creationId xmlns:a16="http://schemas.microsoft.com/office/drawing/2014/main" id="{603C3408-B6EE-7E43-A623-C150D477BA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7" y="771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2550" name="Oval 37">
              <a:extLst>
                <a:ext uri="{FF2B5EF4-FFF2-40B4-BE49-F238E27FC236}">
                  <a16:creationId xmlns:a16="http://schemas.microsoft.com/office/drawing/2014/main" id="{E121E19B-7227-4840-B76D-33CBA44D5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44" y="96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49177" name="Line 25">
            <a:extLst>
              <a:ext uri="{FF2B5EF4-FFF2-40B4-BE49-F238E27FC236}">
                <a16:creationId xmlns:a16="http://schemas.microsoft.com/office/drawing/2014/main" id="{060DB8AA-04FD-5D48-9BD2-F681D2471C4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0000" y="1300163"/>
            <a:ext cx="914400" cy="6096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179" name="Line 27">
            <a:extLst>
              <a:ext uri="{FF2B5EF4-FFF2-40B4-BE49-F238E27FC236}">
                <a16:creationId xmlns:a16="http://schemas.microsoft.com/office/drawing/2014/main" id="{D668903D-CC32-A948-8473-7EA0C97858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38563" y="271463"/>
            <a:ext cx="1525587" cy="1023937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31">
            <a:extLst>
              <a:ext uri="{FF2B5EF4-FFF2-40B4-BE49-F238E27FC236}">
                <a16:creationId xmlns:a16="http://schemas.microsoft.com/office/drawing/2014/main" id="{C3BDA923-7A20-A047-B1D5-8CF1E3276B88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152400"/>
            <a:ext cx="1619250" cy="1838325"/>
            <a:chOff x="3936" y="96"/>
            <a:chExt cx="1020" cy="1158"/>
          </a:xfrm>
        </p:grpSpPr>
        <p:sp>
          <p:nvSpPr>
            <p:cNvPr id="22540" name="Line 32">
              <a:extLst>
                <a:ext uri="{FF2B5EF4-FFF2-40B4-BE49-F238E27FC236}">
                  <a16:creationId xmlns:a16="http://schemas.microsoft.com/office/drawing/2014/main" id="{95F054B7-5C72-EF4E-9377-2967C5EBDED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4" y="192"/>
              <a:ext cx="342" cy="101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2541" name="Oval 33">
              <a:extLst>
                <a:ext uri="{FF2B5EF4-FFF2-40B4-BE49-F238E27FC236}">
                  <a16:creationId xmlns:a16="http://schemas.microsoft.com/office/drawing/2014/main" id="{5DDBFD31-80BF-D94D-ACAD-49D9C9DFE7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6" y="759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2542" name="Oval 34">
              <a:extLst>
                <a:ext uri="{FF2B5EF4-FFF2-40B4-BE49-F238E27FC236}">
                  <a16:creationId xmlns:a16="http://schemas.microsoft.com/office/drawing/2014/main" id="{B4F153DF-1F94-7B4F-9C5D-8375D0F12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60" y="96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2543" name="Oval 35">
              <a:extLst>
                <a:ext uri="{FF2B5EF4-FFF2-40B4-BE49-F238E27FC236}">
                  <a16:creationId xmlns:a16="http://schemas.microsoft.com/office/drawing/2014/main" id="{0710556C-9F79-6146-9DAE-C9E6A37E66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15" y="1158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Number Placeholder 5">
            <a:extLst>
              <a:ext uri="{FF2B5EF4-FFF2-40B4-BE49-F238E27FC236}">
                <a16:creationId xmlns:a16="http://schemas.microsoft.com/office/drawing/2014/main" id="{8F918775-B9B0-234D-84AA-C5642F2015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23AA81D-961C-EE41-9673-001FAE04744A}" type="slidenum">
              <a:rPr kumimoji="0" lang="zh-CN" altLang="en-US" sz="1200"/>
              <a:pPr/>
              <a:t>7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1240E3EA-2E31-CE40-80E7-ADE74CF0EC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28956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pitchFamily="18" charset="0"/>
                <a:ea typeface="+mj-ea"/>
                <a:cs typeface="+mj-cs"/>
              </a:rPr>
              <a:t>例：</a:t>
            </a:r>
            <a:endParaRPr lang="en-US" altLang="zh-CN" sz="6000" dirty="0">
              <a:latin typeface="黑体" pitchFamily="2" charset="-122"/>
              <a:ea typeface="+mj-ea"/>
              <a:cs typeface="+mj-cs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502E4B9D-78A3-9A40-AF32-47FEEFEE1E0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457200" y="1905000"/>
            <a:ext cx="3810000" cy="4572000"/>
          </a:xfrm>
        </p:spPr>
        <p:txBody>
          <a:bodyPr/>
          <a:lstStyle/>
          <a:p>
            <a:pPr marL="354013" indent="-354013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将图中点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A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B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的集合记为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于是，删去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剩下的图的分支数是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|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S|=3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由定理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4.4.1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知，该图不是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167">
            <a:extLst>
              <a:ext uri="{FF2B5EF4-FFF2-40B4-BE49-F238E27FC236}">
                <a16:creationId xmlns:a16="http://schemas.microsoft.com/office/drawing/2014/main" id="{1E8DD143-0421-6D49-B472-4CB48E41A7BE}"/>
              </a:ext>
            </a:extLst>
          </p:cNvPr>
          <p:cNvGrpSpPr>
            <a:grpSpLocks/>
          </p:cNvGrpSpPr>
          <p:nvPr/>
        </p:nvGrpSpPr>
        <p:grpSpPr bwMode="auto">
          <a:xfrm>
            <a:off x="4081463" y="2084388"/>
            <a:ext cx="4062412" cy="3173412"/>
            <a:chOff x="-2439" y="1313"/>
            <a:chExt cx="2559" cy="1999"/>
          </a:xfrm>
        </p:grpSpPr>
        <p:sp>
          <p:nvSpPr>
            <p:cNvPr id="23587" name="Line 92">
              <a:extLst>
                <a:ext uri="{FF2B5EF4-FFF2-40B4-BE49-F238E27FC236}">
                  <a16:creationId xmlns:a16="http://schemas.microsoft.com/office/drawing/2014/main" id="{E0F7F629-A22B-024D-83C1-C2A7F65B3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900" y="2939"/>
              <a:ext cx="1520" cy="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8" name="Line 96">
              <a:extLst>
                <a:ext uri="{FF2B5EF4-FFF2-40B4-BE49-F238E27FC236}">
                  <a16:creationId xmlns:a16="http://schemas.microsoft.com/office/drawing/2014/main" id="{7C928422-3DFE-8947-BBE4-3E2387855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959" y="1313"/>
              <a:ext cx="693" cy="1626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9" name="Line 100">
              <a:extLst>
                <a:ext uri="{FF2B5EF4-FFF2-40B4-BE49-F238E27FC236}">
                  <a16:creationId xmlns:a16="http://schemas.microsoft.com/office/drawing/2014/main" id="{90BF58CA-6A93-004B-BF09-6CE64F688A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939" y="1753"/>
              <a:ext cx="673" cy="113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0" name="Line 104">
              <a:extLst>
                <a:ext uri="{FF2B5EF4-FFF2-40B4-BE49-F238E27FC236}">
                  <a16:creationId xmlns:a16="http://schemas.microsoft.com/office/drawing/2014/main" id="{CE0D6998-4E7B-A046-A1B9-D6FFD1F8B2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959" y="2956"/>
              <a:ext cx="2079" cy="356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1" name="Line 106">
              <a:extLst>
                <a:ext uri="{FF2B5EF4-FFF2-40B4-BE49-F238E27FC236}">
                  <a16:creationId xmlns:a16="http://schemas.microsoft.com/office/drawing/2014/main" id="{542830EB-5B0B-6845-9460-AB133B39E0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1920" y="2685"/>
              <a:ext cx="346" cy="237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2" name="Line 107">
              <a:extLst>
                <a:ext uri="{FF2B5EF4-FFF2-40B4-BE49-F238E27FC236}">
                  <a16:creationId xmlns:a16="http://schemas.microsoft.com/office/drawing/2014/main" id="{971944C7-CAC8-3444-8E04-ED992F50BF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-2439" y="2976"/>
              <a:ext cx="454" cy="268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3" name="Line 111">
              <a:extLst>
                <a:ext uri="{FF2B5EF4-FFF2-40B4-BE49-F238E27FC236}">
                  <a16:creationId xmlns:a16="http://schemas.microsoft.com/office/drawing/2014/main" id="{491C240A-ED3F-C147-A24B-5BA935D68A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900" y="2702"/>
              <a:ext cx="1039" cy="237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4" name="Line 112">
              <a:extLst>
                <a:ext uri="{FF2B5EF4-FFF2-40B4-BE49-F238E27FC236}">
                  <a16:creationId xmlns:a16="http://schemas.microsoft.com/office/drawing/2014/main" id="{AE968632-71B5-5C47-B58C-2127C7E833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1920" y="2143"/>
              <a:ext cx="693" cy="74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95" name="Oval 114">
              <a:extLst>
                <a:ext uri="{FF2B5EF4-FFF2-40B4-BE49-F238E27FC236}">
                  <a16:creationId xmlns:a16="http://schemas.microsoft.com/office/drawing/2014/main" id="{D9EE0A1C-C560-4E4A-B8F0-F7A738AADA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2014" y="2862"/>
              <a:ext cx="157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00474" name="Text Box 122">
              <a:extLst>
                <a:ext uri="{FF2B5EF4-FFF2-40B4-BE49-F238E27FC236}">
                  <a16:creationId xmlns:a16="http://schemas.microsoft.com/office/drawing/2014/main" id="{97A8A828-CEAD-7E4A-A326-AE9321C77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113" y="2928"/>
              <a:ext cx="193" cy="23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</p:grpSp>
      <p:grpSp>
        <p:nvGrpSpPr>
          <p:cNvPr id="3" name="Group 168">
            <a:extLst>
              <a:ext uri="{FF2B5EF4-FFF2-40B4-BE49-F238E27FC236}">
                <a16:creationId xmlns:a16="http://schemas.microsoft.com/office/drawing/2014/main" id="{79A4FC80-8CA4-DB42-B39C-6FE84EC4F6FE}"/>
              </a:ext>
            </a:extLst>
          </p:cNvPr>
          <p:cNvGrpSpPr>
            <a:grpSpLocks/>
          </p:cNvGrpSpPr>
          <p:nvPr/>
        </p:nvGrpSpPr>
        <p:grpSpPr bwMode="auto">
          <a:xfrm>
            <a:off x="4143375" y="2057400"/>
            <a:ext cx="4000500" cy="3173413"/>
            <a:chOff x="-2688" y="1296"/>
            <a:chExt cx="2520" cy="1999"/>
          </a:xfrm>
        </p:grpSpPr>
        <p:sp>
          <p:nvSpPr>
            <p:cNvPr id="23578" name="Line 109">
              <a:extLst>
                <a:ext uri="{FF2B5EF4-FFF2-40B4-BE49-F238E27FC236}">
                  <a16:creationId xmlns:a16="http://schemas.microsoft.com/office/drawing/2014/main" id="{70D85A21-9E3B-A749-B35E-3056BD9A23E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-2688" y="2956"/>
              <a:ext cx="1982" cy="30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79" name="Line 97">
              <a:extLst>
                <a:ext uri="{FF2B5EF4-FFF2-40B4-BE49-F238E27FC236}">
                  <a16:creationId xmlns:a16="http://schemas.microsoft.com/office/drawing/2014/main" id="{6BA6F0AB-E17B-3E47-BEB0-5C383465BF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496" y="1296"/>
              <a:ext cx="790" cy="1609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0" name="Line 99">
              <a:extLst>
                <a:ext uri="{FF2B5EF4-FFF2-40B4-BE49-F238E27FC236}">
                  <a16:creationId xmlns:a16="http://schemas.microsoft.com/office/drawing/2014/main" id="{799E8439-DEA2-8C43-95EE-D460505EEC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457" y="1736"/>
              <a:ext cx="769" cy="122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1" name="Line 105">
              <a:extLst>
                <a:ext uri="{FF2B5EF4-FFF2-40B4-BE49-F238E27FC236}">
                  <a16:creationId xmlns:a16="http://schemas.microsoft.com/office/drawing/2014/main" id="{0C1A88C2-5628-3B4E-8D83-247BB5D03D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111" y="2719"/>
              <a:ext cx="385" cy="203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2" name="Line 110">
              <a:extLst>
                <a:ext uri="{FF2B5EF4-FFF2-40B4-BE49-F238E27FC236}">
                  <a16:creationId xmlns:a16="http://schemas.microsoft.com/office/drawing/2014/main" id="{EA5FE413-CD78-6649-8DF9-DF8D257DE6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457" y="2177"/>
              <a:ext cx="751" cy="74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3" name="Line 108">
              <a:extLst>
                <a:ext uri="{FF2B5EF4-FFF2-40B4-BE49-F238E27FC236}">
                  <a16:creationId xmlns:a16="http://schemas.microsoft.com/office/drawing/2014/main" id="{A6E8A34C-7207-9341-A726-A8BE552F1C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804" y="2719"/>
              <a:ext cx="1098" cy="22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4" name="Line 103">
              <a:extLst>
                <a:ext uri="{FF2B5EF4-FFF2-40B4-BE49-F238E27FC236}">
                  <a16:creationId xmlns:a16="http://schemas.microsoft.com/office/drawing/2014/main" id="{9F5A3BBA-9DEC-9247-A266-9EA0BF038F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694" y="2976"/>
              <a:ext cx="526" cy="319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85" name="Oval 120">
              <a:extLst>
                <a:ext uri="{FF2B5EF4-FFF2-40B4-BE49-F238E27FC236}">
                  <a16:creationId xmlns:a16="http://schemas.microsoft.com/office/drawing/2014/main" id="{9DC475F7-03FF-6B43-BAC2-DA2ED222AF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760" y="2880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00475" name="Text Box 123">
              <a:extLst>
                <a:ext uri="{FF2B5EF4-FFF2-40B4-BE49-F238E27FC236}">
                  <a16:creationId xmlns:a16="http://schemas.microsoft.com/office/drawing/2014/main" id="{FDAE1623-C105-B64A-B096-FF265AF320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52" y="2958"/>
              <a:ext cx="244" cy="2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b="1">
                  <a:solidFill>
                    <a:schemeClr val="tx2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</p:grpSp>
      <p:grpSp>
        <p:nvGrpSpPr>
          <p:cNvPr id="4" name="Group 170">
            <a:extLst>
              <a:ext uri="{FF2B5EF4-FFF2-40B4-BE49-F238E27FC236}">
                <a16:creationId xmlns:a16="http://schemas.microsoft.com/office/drawing/2014/main" id="{0BB90787-D784-844E-9178-77BE793A247C}"/>
              </a:ext>
            </a:extLst>
          </p:cNvPr>
          <p:cNvGrpSpPr>
            <a:grpSpLocks/>
          </p:cNvGrpSpPr>
          <p:nvPr/>
        </p:nvGrpSpPr>
        <p:grpSpPr bwMode="auto">
          <a:xfrm>
            <a:off x="4051300" y="2111375"/>
            <a:ext cx="4060825" cy="3038475"/>
            <a:chOff x="152" y="34"/>
            <a:chExt cx="2558" cy="1914"/>
          </a:xfrm>
        </p:grpSpPr>
        <p:sp>
          <p:nvSpPr>
            <p:cNvPr id="23569" name="Line 90">
              <a:extLst>
                <a:ext uri="{FF2B5EF4-FFF2-40B4-BE49-F238E27FC236}">
                  <a16:creationId xmlns:a16="http://schemas.microsoft.com/office/drawing/2014/main" id="{7C8E6870-30B4-0249-B942-F58217B4C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3" y="34"/>
              <a:ext cx="0" cy="39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23570" name="Group 169">
              <a:extLst>
                <a:ext uri="{FF2B5EF4-FFF2-40B4-BE49-F238E27FC236}">
                  <a16:creationId xmlns:a16="http://schemas.microsoft.com/office/drawing/2014/main" id="{38435FF8-8D4B-6142-A68E-9A25B212C7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2" y="240"/>
              <a:ext cx="2558" cy="1708"/>
              <a:chOff x="-2746" y="1536"/>
              <a:chExt cx="2558" cy="1708"/>
            </a:xfrm>
          </p:grpSpPr>
          <p:sp>
            <p:nvSpPr>
              <p:cNvPr id="23571" name="Line 101">
                <a:extLst>
                  <a:ext uri="{FF2B5EF4-FFF2-40B4-BE49-F238E27FC236}">
                    <a16:creationId xmlns:a16="http://schemas.microsoft.com/office/drawing/2014/main" id="{4C6AB45F-ACCF-794B-A1B6-3BEC7E6C4B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37" y="1736"/>
                <a:ext cx="1249" cy="1508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2" name="Line 91">
                <a:extLst>
                  <a:ext uri="{FF2B5EF4-FFF2-40B4-BE49-F238E27FC236}">
                    <a16:creationId xmlns:a16="http://schemas.microsoft.com/office/drawing/2014/main" id="{9572E1F6-293D-F241-8A64-29603575BD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515" y="1753"/>
                <a:ext cx="0" cy="356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3" name="Line 95">
                <a:extLst>
                  <a:ext uri="{FF2B5EF4-FFF2-40B4-BE49-F238E27FC236}">
                    <a16:creationId xmlns:a16="http://schemas.microsoft.com/office/drawing/2014/main" id="{A0B9C82E-B87D-974E-BECC-73048D3B85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1842" y="1753"/>
                <a:ext cx="288" cy="91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4" name="Line 98">
                <a:extLst>
                  <a:ext uri="{FF2B5EF4-FFF2-40B4-BE49-F238E27FC236}">
                    <a16:creationId xmlns:a16="http://schemas.microsoft.com/office/drawing/2014/main" id="{5654C8E4-0AAD-1C43-90D7-8EEFC14757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77" y="1753"/>
                <a:ext cx="346" cy="91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5" name="Line 102">
                <a:extLst>
                  <a:ext uri="{FF2B5EF4-FFF2-40B4-BE49-F238E27FC236}">
                    <a16:creationId xmlns:a16="http://schemas.microsoft.com/office/drawing/2014/main" id="{8CEC635D-D4DA-E848-B318-0FE95CB97C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746" y="1736"/>
                <a:ext cx="1174" cy="1508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6" name="Oval 117">
                <a:extLst>
                  <a:ext uri="{FF2B5EF4-FFF2-40B4-BE49-F238E27FC236}">
                    <a16:creationId xmlns:a16="http://schemas.microsoft.com/office/drawing/2014/main" id="{BDD91DDD-38C3-AF4D-A941-B5BB6A192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1589" y="1635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100476" name="Text Box 124">
                <a:extLst>
                  <a:ext uri="{FF2B5EF4-FFF2-40B4-BE49-F238E27FC236}">
                    <a16:creationId xmlns:a16="http://schemas.microsoft.com/office/drawing/2014/main" id="{8BA14CAF-6AB2-AD48-9694-C1C4AE187E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289" y="153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C</a:t>
                </a:r>
              </a:p>
            </p:txBody>
          </p:sp>
        </p:grpSp>
      </p:grpSp>
      <p:grpSp>
        <p:nvGrpSpPr>
          <p:cNvPr id="23559" name="Group 171">
            <a:extLst>
              <a:ext uri="{FF2B5EF4-FFF2-40B4-BE49-F238E27FC236}">
                <a16:creationId xmlns:a16="http://schemas.microsoft.com/office/drawing/2014/main" id="{576DA34D-0106-5E4C-A7A6-2440985192C6}"/>
              </a:ext>
            </a:extLst>
          </p:cNvPr>
          <p:cNvGrpSpPr>
            <a:grpSpLocks/>
          </p:cNvGrpSpPr>
          <p:nvPr/>
        </p:nvGrpSpPr>
        <p:grpSpPr bwMode="auto">
          <a:xfrm>
            <a:off x="3914775" y="1905000"/>
            <a:ext cx="4391025" cy="3429000"/>
            <a:chOff x="2466" y="1200"/>
            <a:chExt cx="2766" cy="2160"/>
          </a:xfrm>
        </p:grpSpPr>
        <p:sp>
          <p:nvSpPr>
            <p:cNvPr id="23560" name="Line 94">
              <a:extLst>
                <a:ext uri="{FF2B5EF4-FFF2-40B4-BE49-F238E27FC236}">
                  <a16:creationId xmlns:a16="http://schemas.microsoft.com/office/drawing/2014/main" id="{8125D7DC-BCBF-4F49-B47C-F205862960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1" y="2177"/>
              <a:ext cx="346" cy="508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1" name="Line 89">
              <a:extLst>
                <a:ext uri="{FF2B5EF4-FFF2-40B4-BE49-F238E27FC236}">
                  <a16:creationId xmlns:a16="http://schemas.microsoft.com/office/drawing/2014/main" id="{03CCBEA0-5980-5241-9AC2-BBB7D625D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2688"/>
              <a:ext cx="576" cy="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23562" name="Line 93">
              <a:extLst>
                <a:ext uri="{FF2B5EF4-FFF2-40B4-BE49-F238E27FC236}">
                  <a16:creationId xmlns:a16="http://schemas.microsoft.com/office/drawing/2014/main" id="{BD7D9ADD-BDD4-E04A-9756-824E9B094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94" y="2177"/>
              <a:ext cx="270" cy="474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563" name="Oval 113">
              <a:extLst>
                <a:ext uri="{FF2B5EF4-FFF2-40B4-BE49-F238E27FC236}">
                  <a16:creationId xmlns:a16="http://schemas.microsoft.com/office/drawing/2014/main" id="{89887FF3-8453-A044-BE39-9D14BE7727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66" y="3207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3564" name="Oval 115">
              <a:extLst>
                <a:ext uri="{FF2B5EF4-FFF2-40B4-BE49-F238E27FC236}">
                  <a16:creationId xmlns:a16="http://schemas.microsoft.com/office/drawing/2014/main" id="{A27A72C0-488B-4243-8884-4656F4666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03" y="2592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3565" name="Oval 116">
              <a:extLst>
                <a:ext uri="{FF2B5EF4-FFF2-40B4-BE49-F238E27FC236}">
                  <a16:creationId xmlns:a16="http://schemas.microsoft.com/office/drawing/2014/main" id="{5694705C-D4E7-E34E-A99B-49B12D9F6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1200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3566" name="Oval 118">
              <a:extLst>
                <a:ext uri="{FF2B5EF4-FFF2-40B4-BE49-F238E27FC236}">
                  <a16:creationId xmlns:a16="http://schemas.microsoft.com/office/drawing/2014/main" id="{CDEC89F2-BD65-884A-9C96-BDC23F680F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9" y="2073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3567" name="Oval 119">
              <a:extLst>
                <a:ext uri="{FF2B5EF4-FFF2-40B4-BE49-F238E27FC236}">
                  <a16:creationId xmlns:a16="http://schemas.microsoft.com/office/drawing/2014/main" id="{0FF30009-627A-984D-A83B-9B27258781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8" y="2610"/>
              <a:ext cx="157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3568" name="Oval 121">
              <a:extLst>
                <a:ext uri="{FF2B5EF4-FFF2-40B4-BE49-F238E27FC236}">
                  <a16:creationId xmlns:a16="http://schemas.microsoft.com/office/drawing/2014/main" id="{81CFE75E-EBEE-164E-B95B-179B0B86DC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4" y="3216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03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355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B974CF96-CA42-3241-8765-8EB120C8B51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BBE6B22-26F5-FC4A-8B58-AB4696C7810C}" type="slidenum">
              <a:rPr kumimoji="0" lang="zh-CN" altLang="en-US" sz="1200"/>
              <a:pPr/>
              <a:t>8</a:t>
            </a:fld>
            <a:endParaRPr kumimoji="0" lang="en-US" altLang="zh-CN" sz="1200"/>
          </a:p>
        </p:txBody>
      </p:sp>
      <p:sp>
        <p:nvSpPr>
          <p:cNvPr id="149506" name="Rectangle 2">
            <a:extLst>
              <a:ext uri="{FF2B5EF4-FFF2-40B4-BE49-F238E27FC236}">
                <a16:creationId xmlns:a16="http://schemas.microsoft.com/office/drawing/2014/main" id="{02527FFA-2DB1-B447-919E-F495F3C8F0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pitchFamily="18" charset="0"/>
                <a:ea typeface="+mj-ea"/>
                <a:cs typeface="+mj-cs"/>
              </a:rPr>
              <a:t>例：</a:t>
            </a:r>
            <a:endParaRPr lang="en-US" altLang="zh-CN" sz="6000" dirty="0">
              <a:latin typeface="黑体" pitchFamily="2" charset="-122"/>
              <a:ea typeface="+mj-ea"/>
              <a:cs typeface="+mj-cs"/>
            </a:endParaRPr>
          </a:p>
        </p:txBody>
      </p:sp>
      <p:grpSp>
        <p:nvGrpSpPr>
          <p:cNvPr id="2" name="Group 128">
            <a:extLst>
              <a:ext uri="{FF2B5EF4-FFF2-40B4-BE49-F238E27FC236}">
                <a16:creationId xmlns:a16="http://schemas.microsoft.com/office/drawing/2014/main" id="{33C83FBB-8BC8-B947-9D90-417C17F8D18F}"/>
              </a:ext>
            </a:extLst>
          </p:cNvPr>
          <p:cNvGrpSpPr>
            <a:grpSpLocks/>
          </p:cNvGrpSpPr>
          <p:nvPr/>
        </p:nvGrpSpPr>
        <p:grpSpPr bwMode="auto">
          <a:xfrm>
            <a:off x="288925" y="2195513"/>
            <a:ext cx="4130675" cy="3214687"/>
            <a:chOff x="182" y="1383"/>
            <a:chExt cx="2602" cy="2025"/>
          </a:xfrm>
        </p:grpSpPr>
        <p:sp>
          <p:nvSpPr>
            <p:cNvPr id="24634" name="Line 126">
              <a:extLst>
                <a:ext uri="{FF2B5EF4-FFF2-40B4-BE49-F238E27FC236}">
                  <a16:creationId xmlns:a16="http://schemas.microsoft.com/office/drawing/2014/main" id="{56B61A02-CAE3-F943-B6B6-36316118C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4" y="1392"/>
              <a:ext cx="0" cy="356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5" name="Line 18">
              <a:extLst>
                <a:ext uri="{FF2B5EF4-FFF2-40B4-BE49-F238E27FC236}">
                  <a16:creationId xmlns:a16="http://schemas.microsoft.com/office/drawing/2014/main" id="{5182B07A-A440-D649-8E0E-D067BB03E0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82" y="1823"/>
              <a:ext cx="1174" cy="1508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6" name="Line 25">
              <a:extLst>
                <a:ext uri="{FF2B5EF4-FFF2-40B4-BE49-F238E27FC236}">
                  <a16:creationId xmlns:a16="http://schemas.microsoft.com/office/drawing/2014/main" id="{4265B6F9-AC83-894C-8C6C-1C246602D8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0" y="3043"/>
              <a:ext cx="1982" cy="305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7" name="Line 21">
              <a:extLst>
                <a:ext uri="{FF2B5EF4-FFF2-40B4-BE49-F238E27FC236}">
                  <a16:creationId xmlns:a16="http://schemas.microsoft.com/office/drawing/2014/main" id="{DAD3F70A-22A0-2B45-9538-2CD287B6E5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17" y="2806"/>
              <a:ext cx="385" cy="203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8" name="Line 12">
              <a:extLst>
                <a:ext uri="{FF2B5EF4-FFF2-40B4-BE49-F238E27FC236}">
                  <a16:creationId xmlns:a16="http://schemas.microsoft.com/office/drawing/2014/main" id="{37CE6E1A-7C56-FF41-836D-958A6F4859A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81" y="1400"/>
              <a:ext cx="693" cy="1626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9" name="Line 20">
              <a:extLst>
                <a:ext uri="{FF2B5EF4-FFF2-40B4-BE49-F238E27FC236}">
                  <a16:creationId xmlns:a16="http://schemas.microsoft.com/office/drawing/2014/main" id="{F8F2BFC3-CF2D-B24A-8F5F-35F69F2A5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1" y="3043"/>
              <a:ext cx="2079" cy="356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0" name="Line 28">
              <a:extLst>
                <a:ext uri="{FF2B5EF4-FFF2-40B4-BE49-F238E27FC236}">
                  <a16:creationId xmlns:a16="http://schemas.microsoft.com/office/drawing/2014/main" id="{C392755C-B3E6-D146-AA3A-EE83A60C2CC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2230"/>
              <a:ext cx="693" cy="74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1" name="Line 7">
              <a:extLst>
                <a:ext uri="{FF2B5EF4-FFF2-40B4-BE49-F238E27FC236}">
                  <a16:creationId xmlns:a16="http://schemas.microsoft.com/office/drawing/2014/main" id="{4AB1F43F-60C9-8846-B9EB-6CCFE4964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3" y="1840"/>
              <a:ext cx="0" cy="356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2" name="Line 8">
              <a:extLst>
                <a:ext uri="{FF2B5EF4-FFF2-40B4-BE49-F238E27FC236}">
                  <a16:creationId xmlns:a16="http://schemas.microsoft.com/office/drawing/2014/main" id="{CFE251E0-F402-FE45-98A4-EC859F1DD7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0" y="3026"/>
              <a:ext cx="1520" cy="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3" name="Line 11">
              <a:extLst>
                <a:ext uri="{FF2B5EF4-FFF2-40B4-BE49-F238E27FC236}">
                  <a16:creationId xmlns:a16="http://schemas.microsoft.com/office/drawing/2014/main" id="{5604A71F-25F7-3D4A-9125-1DBE669668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86" y="1840"/>
              <a:ext cx="288" cy="91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4" name="Line 13">
              <a:extLst>
                <a:ext uri="{FF2B5EF4-FFF2-40B4-BE49-F238E27FC236}">
                  <a16:creationId xmlns:a16="http://schemas.microsoft.com/office/drawing/2014/main" id="{69B571DE-EDD1-884F-8916-7CFDA94778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32" y="1383"/>
              <a:ext cx="790" cy="1609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5" name="Line 14">
              <a:extLst>
                <a:ext uri="{FF2B5EF4-FFF2-40B4-BE49-F238E27FC236}">
                  <a16:creationId xmlns:a16="http://schemas.microsoft.com/office/drawing/2014/main" id="{9A85169A-BA59-004D-8B5C-6791CF32F8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" y="1840"/>
              <a:ext cx="346" cy="91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6" name="Line 15">
              <a:extLst>
                <a:ext uri="{FF2B5EF4-FFF2-40B4-BE49-F238E27FC236}">
                  <a16:creationId xmlns:a16="http://schemas.microsoft.com/office/drawing/2014/main" id="{E47E7640-A595-6446-91C9-EAB2C2FF19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1823"/>
              <a:ext cx="769" cy="122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7" name="Line 16">
              <a:extLst>
                <a:ext uri="{FF2B5EF4-FFF2-40B4-BE49-F238E27FC236}">
                  <a16:creationId xmlns:a16="http://schemas.microsoft.com/office/drawing/2014/main" id="{AC6B18D2-A1C9-884E-9726-54A0756947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1" y="1840"/>
              <a:ext cx="673" cy="113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8" name="Line 19">
              <a:extLst>
                <a:ext uri="{FF2B5EF4-FFF2-40B4-BE49-F238E27FC236}">
                  <a16:creationId xmlns:a16="http://schemas.microsoft.com/office/drawing/2014/main" id="{097D11E9-03B3-2B49-A7C3-4E785C9FE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34" y="3063"/>
              <a:ext cx="550" cy="34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49" name="Line 22">
              <a:extLst>
                <a:ext uri="{FF2B5EF4-FFF2-40B4-BE49-F238E27FC236}">
                  <a16:creationId xmlns:a16="http://schemas.microsoft.com/office/drawing/2014/main" id="{EA7F21F6-47F5-0947-B338-4670B9CF7C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20" y="2779"/>
              <a:ext cx="336" cy="23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0" name="Line 23">
              <a:extLst>
                <a:ext uri="{FF2B5EF4-FFF2-40B4-BE49-F238E27FC236}">
                  <a16:creationId xmlns:a16="http://schemas.microsoft.com/office/drawing/2014/main" id="{F08D552C-ECD8-E642-A293-1CACC24C08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" y="3063"/>
              <a:ext cx="454" cy="268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1" name="Line 24">
              <a:extLst>
                <a:ext uri="{FF2B5EF4-FFF2-40B4-BE49-F238E27FC236}">
                  <a16:creationId xmlns:a16="http://schemas.microsoft.com/office/drawing/2014/main" id="{BAB6BF1F-1ED7-9548-A0AE-74A37B889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4" y="2806"/>
              <a:ext cx="1098" cy="220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2" name="Line 26">
              <a:extLst>
                <a:ext uri="{FF2B5EF4-FFF2-40B4-BE49-F238E27FC236}">
                  <a16:creationId xmlns:a16="http://schemas.microsoft.com/office/drawing/2014/main" id="{243A857E-C5D1-894B-A5D8-E23849FD46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71" y="2264"/>
              <a:ext cx="751" cy="745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3" name="Line 27">
              <a:extLst>
                <a:ext uri="{FF2B5EF4-FFF2-40B4-BE49-F238E27FC236}">
                  <a16:creationId xmlns:a16="http://schemas.microsoft.com/office/drawing/2014/main" id="{8869F724-1314-544B-8F65-9E32A01AB7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40" y="2789"/>
              <a:ext cx="1039" cy="237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54" name="Oval 30">
              <a:extLst>
                <a:ext uri="{FF2B5EF4-FFF2-40B4-BE49-F238E27FC236}">
                  <a16:creationId xmlns:a16="http://schemas.microsoft.com/office/drawing/2014/main" id="{F64BC5A4-6DD9-AE44-9E87-926919E77D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" y="2949"/>
              <a:ext cx="157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55" name="Oval 33">
              <a:extLst>
                <a:ext uri="{FF2B5EF4-FFF2-40B4-BE49-F238E27FC236}">
                  <a16:creationId xmlns:a16="http://schemas.microsoft.com/office/drawing/2014/main" id="{AE995788-267E-9841-8232-440E293194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" y="1722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56" name="Oval 36">
              <a:extLst>
                <a:ext uri="{FF2B5EF4-FFF2-40B4-BE49-F238E27FC236}">
                  <a16:creationId xmlns:a16="http://schemas.microsoft.com/office/drawing/2014/main" id="{F94F71C0-A216-3D4E-B94F-CA0BAEA11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8" y="2967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57" name="Line 17">
              <a:extLst>
                <a:ext uri="{FF2B5EF4-FFF2-40B4-BE49-F238E27FC236}">
                  <a16:creationId xmlns:a16="http://schemas.microsoft.com/office/drawing/2014/main" id="{61ECB7E2-8D52-334A-AF49-B28ECC30C5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91" y="1823"/>
              <a:ext cx="1249" cy="1508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580" name="Arc 84">
            <a:extLst>
              <a:ext uri="{FF2B5EF4-FFF2-40B4-BE49-F238E27FC236}">
                <a16:creationId xmlns:a16="http://schemas.microsoft.com/office/drawing/2014/main" id="{2ED3B3F8-52EF-3B46-B3BF-1A8C0D4DD894}"/>
              </a:ext>
            </a:extLst>
          </p:cNvPr>
          <p:cNvSpPr>
            <a:spLocks/>
          </p:cNvSpPr>
          <p:nvPr/>
        </p:nvSpPr>
        <p:spPr bwMode="auto">
          <a:xfrm flipH="1">
            <a:off x="1371600" y="2117725"/>
            <a:ext cx="762000" cy="1452563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2147483647 h 43200"/>
              <a:gd name="T4" fmla="*/ 0 w 21600"/>
              <a:gd name="T5" fmla="*/ 2147483647 h 43200"/>
              <a:gd name="T6" fmla="*/ 0 60000 65536"/>
              <a:gd name="T7" fmla="*/ 0 60000 65536"/>
              <a:gd name="T8" fmla="*/ 0 60000 65536"/>
              <a:gd name="T9" fmla="*/ 0 w 21600"/>
              <a:gd name="T10" fmla="*/ 0 h 43200"/>
              <a:gd name="T11" fmla="*/ 21600 w 216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581" name="Line 5">
            <a:extLst>
              <a:ext uri="{FF2B5EF4-FFF2-40B4-BE49-F238E27FC236}">
                <a16:creationId xmlns:a16="http://schemas.microsoft.com/office/drawing/2014/main" id="{357DFBF0-3B9A-D345-B1DD-5B9EE5551EA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28800" y="4405313"/>
            <a:ext cx="914400" cy="0"/>
          </a:xfrm>
          <a:prstGeom prst="line">
            <a:avLst/>
          </a:prstGeom>
          <a:noFill/>
          <a:ln w="28575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582" name="Line 9">
            <a:extLst>
              <a:ext uri="{FF2B5EF4-FFF2-40B4-BE49-F238E27FC236}">
                <a16:creationId xmlns:a16="http://schemas.microsoft.com/office/drawing/2014/main" id="{615B22B2-3897-E346-9B9E-30DE4CD912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84350" y="3594100"/>
            <a:ext cx="428625" cy="752475"/>
          </a:xfrm>
          <a:prstGeom prst="line">
            <a:avLst/>
          </a:prstGeom>
          <a:noFill/>
          <a:ln w="28575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3" name="Line 10">
            <a:extLst>
              <a:ext uri="{FF2B5EF4-FFF2-40B4-BE49-F238E27FC236}">
                <a16:creationId xmlns:a16="http://schemas.microsoft.com/office/drawing/2014/main" id="{8130C8F1-D740-0240-98F7-D302EA560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3463" y="3594100"/>
            <a:ext cx="549275" cy="8064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84" name="Oval 31">
            <a:extLst>
              <a:ext uri="{FF2B5EF4-FFF2-40B4-BE49-F238E27FC236}">
                <a16:creationId xmlns:a16="http://schemas.microsoft.com/office/drawing/2014/main" id="{3C20CFB8-8220-D349-B42B-787244AAD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9888" y="4252913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24585" name="Oval 32">
            <a:extLst>
              <a:ext uri="{FF2B5EF4-FFF2-40B4-BE49-F238E27FC236}">
                <a16:creationId xmlns:a16="http://schemas.microsoft.com/office/drawing/2014/main" id="{D8E3AC60-21EE-4747-BAF1-C552787003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5025" y="2043113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24586" name="Oval 34">
            <a:extLst>
              <a:ext uri="{FF2B5EF4-FFF2-40B4-BE49-F238E27FC236}">
                <a16:creationId xmlns:a16="http://schemas.microsoft.com/office/drawing/2014/main" id="{08031EF2-A87D-1647-9394-388F3F6AF9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5663" y="3429000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24587" name="Oval 35">
            <a:extLst>
              <a:ext uri="{FF2B5EF4-FFF2-40B4-BE49-F238E27FC236}">
                <a16:creationId xmlns:a16="http://schemas.microsoft.com/office/drawing/2014/main" id="{08E48F77-4568-5046-B6FF-63C49D7B4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450" y="4281488"/>
            <a:ext cx="249238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24588" name="Oval 29">
            <a:extLst>
              <a:ext uri="{FF2B5EF4-FFF2-40B4-BE49-F238E27FC236}">
                <a16:creationId xmlns:a16="http://schemas.microsoft.com/office/drawing/2014/main" id="{C1D9D0AD-2E16-3B41-A185-7046CD70D1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229225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24589" name="Oval 37">
            <a:extLst>
              <a:ext uri="{FF2B5EF4-FFF2-40B4-BE49-F238E27FC236}">
                <a16:creationId xmlns:a16="http://schemas.microsoft.com/office/drawing/2014/main" id="{58330861-C879-364C-A7E8-8C985F3610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92600" y="5243513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grpSp>
        <p:nvGrpSpPr>
          <p:cNvPr id="3" name="Group 105">
            <a:extLst>
              <a:ext uri="{FF2B5EF4-FFF2-40B4-BE49-F238E27FC236}">
                <a16:creationId xmlns:a16="http://schemas.microsoft.com/office/drawing/2014/main" id="{26A7DDFB-358A-4C4E-A98C-34470633EF30}"/>
              </a:ext>
            </a:extLst>
          </p:cNvPr>
          <p:cNvGrpSpPr>
            <a:grpSpLocks/>
          </p:cNvGrpSpPr>
          <p:nvPr/>
        </p:nvGrpSpPr>
        <p:grpSpPr bwMode="auto">
          <a:xfrm>
            <a:off x="5086350" y="1803400"/>
            <a:ext cx="3338513" cy="2590800"/>
            <a:chOff x="2976" y="1200"/>
            <a:chExt cx="2103" cy="1632"/>
          </a:xfrm>
        </p:grpSpPr>
        <p:sp>
          <p:nvSpPr>
            <p:cNvPr id="24628" name="Line 86">
              <a:extLst>
                <a:ext uri="{FF2B5EF4-FFF2-40B4-BE49-F238E27FC236}">
                  <a16:creationId xmlns:a16="http://schemas.microsoft.com/office/drawing/2014/main" id="{7EC5B8F1-B134-7947-B52E-C39D5BFB8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1824"/>
              <a:ext cx="0" cy="1008"/>
            </a:xfrm>
            <a:prstGeom prst="line">
              <a:avLst/>
            </a:prstGeom>
            <a:noFill/>
            <a:ln w="38100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9" name="Line 88">
              <a:extLst>
                <a:ext uri="{FF2B5EF4-FFF2-40B4-BE49-F238E27FC236}">
                  <a16:creationId xmlns:a16="http://schemas.microsoft.com/office/drawing/2014/main" id="{06F69CF7-DD93-8442-82FB-D5EB63A558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1221"/>
              <a:ext cx="921" cy="600"/>
            </a:xfrm>
            <a:prstGeom prst="line">
              <a:avLst/>
            </a:prstGeom>
            <a:noFill/>
            <a:ln w="38100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0" name="Line 90">
              <a:extLst>
                <a:ext uri="{FF2B5EF4-FFF2-40B4-BE49-F238E27FC236}">
                  <a16:creationId xmlns:a16="http://schemas.microsoft.com/office/drawing/2014/main" id="{52C8E480-AAF7-7647-9252-C5C869CDC3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1" y="1200"/>
              <a:ext cx="958" cy="600"/>
            </a:xfrm>
            <a:prstGeom prst="line">
              <a:avLst/>
            </a:prstGeom>
            <a:noFill/>
            <a:ln w="38100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1" name="Line 95">
              <a:extLst>
                <a:ext uri="{FF2B5EF4-FFF2-40B4-BE49-F238E27FC236}">
                  <a16:creationId xmlns:a16="http://schemas.microsoft.com/office/drawing/2014/main" id="{0BD73BBC-8C3D-D840-843F-07957F6519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31" y="1776"/>
              <a:ext cx="0" cy="1008"/>
            </a:xfrm>
            <a:prstGeom prst="line">
              <a:avLst/>
            </a:prstGeom>
            <a:noFill/>
            <a:ln w="38100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32" name="Oval 98">
              <a:extLst>
                <a:ext uri="{FF2B5EF4-FFF2-40B4-BE49-F238E27FC236}">
                  <a16:creationId xmlns:a16="http://schemas.microsoft.com/office/drawing/2014/main" id="{A0CD23BD-F150-E24C-AFAF-4C5C609C4E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35" y="172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33" name="Oval 100">
              <a:extLst>
                <a:ext uri="{FF2B5EF4-FFF2-40B4-BE49-F238E27FC236}">
                  <a16:creationId xmlns:a16="http://schemas.microsoft.com/office/drawing/2014/main" id="{6814C6D3-9A58-644B-A86C-5A86509435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6" y="177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4" name="Group 104">
            <a:extLst>
              <a:ext uri="{FF2B5EF4-FFF2-40B4-BE49-F238E27FC236}">
                <a16:creationId xmlns:a16="http://schemas.microsoft.com/office/drawing/2014/main" id="{D5560700-16AC-D84D-9B01-048655E1C993}"/>
              </a:ext>
            </a:extLst>
          </p:cNvPr>
          <p:cNvGrpSpPr>
            <a:grpSpLocks/>
          </p:cNvGrpSpPr>
          <p:nvPr/>
        </p:nvGrpSpPr>
        <p:grpSpPr bwMode="auto">
          <a:xfrm>
            <a:off x="5143500" y="1697038"/>
            <a:ext cx="3333750" cy="3590925"/>
            <a:chOff x="3006" y="1146"/>
            <a:chExt cx="2100" cy="2262"/>
          </a:xfrm>
        </p:grpSpPr>
        <p:sp>
          <p:nvSpPr>
            <p:cNvPr id="24620" name="Line 89">
              <a:extLst>
                <a:ext uri="{FF2B5EF4-FFF2-40B4-BE49-F238E27FC236}">
                  <a16:creationId xmlns:a16="http://schemas.microsoft.com/office/drawing/2014/main" id="{A9CC87D5-26D9-9A4C-9E8C-F7C7DBDF39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078" y="2815"/>
              <a:ext cx="940" cy="497"/>
            </a:xfrm>
            <a:prstGeom prst="line">
              <a:avLst/>
            </a:prstGeom>
            <a:noFill/>
            <a:ln w="38100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1" name="Line 91">
              <a:extLst>
                <a:ext uri="{FF2B5EF4-FFF2-40B4-BE49-F238E27FC236}">
                  <a16:creationId xmlns:a16="http://schemas.microsoft.com/office/drawing/2014/main" id="{D6540953-236D-4E4D-885F-666525AAC9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3" y="2832"/>
              <a:ext cx="940" cy="480"/>
            </a:xfrm>
            <a:prstGeom prst="line">
              <a:avLst/>
            </a:prstGeom>
            <a:noFill/>
            <a:ln w="38100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2" name="Line 92">
              <a:extLst>
                <a:ext uri="{FF2B5EF4-FFF2-40B4-BE49-F238E27FC236}">
                  <a16:creationId xmlns:a16="http://schemas.microsoft.com/office/drawing/2014/main" id="{D3B83F1C-B776-2F4C-95A9-3F3DE131CF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2" y="1241"/>
              <a:ext cx="996" cy="153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3" name="Line 93">
              <a:extLst>
                <a:ext uri="{FF2B5EF4-FFF2-40B4-BE49-F238E27FC236}">
                  <a16:creationId xmlns:a16="http://schemas.microsoft.com/office/drawing/2014/main" id="{51F36339-B529-2742-BC08-5CB2101293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1221"/>
              <a:ext cx="977" cy="157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24" name="Oval 96">
              <a:extLst>
                <a:ext uri="{FF2B5EF4-FFF2-40B4-BE49-F238E27FC236}">
                  <a16:creationId xmlns:a16="http://schemas.microsoft.com/office/drawing/2014/main" id="{957DE9E4-CFDA-EF41-AAE6-728933778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5" y="326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25" name="Oval 97">
              <a:extLst>
                <a:ext uri="{FF2B5EF4-FFF2-40B4-BE49-F238E27FC236}">
                  <a16:creationId xmlns:a16="http://schemas.microsoft.com/office/drawing/2014/main" id="{8CF5D858-7AAF-114F-AFAC-4BC1974E9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62" y="273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26" name="Oval 99">
              <a:extLst>
                <a:ext uri="{FF2B5EF4-FFF2-40B4-BE49-F238E27FC236}">
                  <a16:creationId xmlns:a16="http://schemas.microsoft.com/office/drawing/2014/main" id="{B6CE7BB0-D11E-654D-9C1D-ECF9DBA3D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3" y="114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27" name="Oval 101">
              <a:extLst>
                <a:ext uri="{FF2B5EF4-FFF2-40B4-BE49-F238E27FC236}">
                  <a16:creationId xmlns:a16="http://schemas.microsoft.com/office/drawing/2014/main" id="{112575DF-9C18-274C-9797-F2FBE27285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6" y="2751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5" name="Group 1">
            <a:extLst>
              <a:ext uri="{FF2B5EF4-FFF2-40B4-BE49-F238E27FC236}">
                <a16:creationId xmlns:a16="http://schemas.microsoft.com/office/drawing/2014/main" id="{B4BFEF89-877B-F748-96DB-785BD907B2C6}"/>
              </a:ext>
            </a:extLst>
          </p:cNvPr>
          <p:cNvGrpSpPr>
            <a:grpSpLocks/>
          </p:cNvGrpSpPr>
          <p:nvPr/>
        </p:nvGrpSpPr>
        <p:grpSpPr bwMode="auto">
          <a:xfrm>
            <a:off x="6419850" y="2133600"/>
            <a:ext cx="1027113" cy="2179638"/>
            <a:chOff x="6420556" y="2134131"/>
            <a:chExt cx="1025877" cy="2179107"/>
          </a:xfrm>
        </p:grpSpPr>
        <p:sp>
          <p:nvSpPr>
            <p:cNvPr id="24616" name="Oval 96">
              <a:extLst>
                <a:ext uri="{FF2B5EF4-FFF2-40B4-BE49-F238E27FC236}">
                  <a16:creationId xmlns:a16="http://schemas.microsoft.com/office/drawing/2014/main" id="{1E677547-FFCF-8143-B1E2-82B8DCB69C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95721" y="2861382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17" name="Line 92">
              <a:extLst>
                <a:ext uri="{FF2B5EF4-FFF2-40B4-BE49-F238E27FC236}">
                  <a16:creationId xmlns:a16="http://schemas.microsoft.com/office/drawing/2014/main" id="{B6273699-17C8-FC4F-B5D4-6C1589E287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76155" y="2134131"/>
              <a:ext cx="15523" cy="709875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8" name="Line 92">
              <a:extLst>
                <a:ext uri="{FF2B5EF4-FFF2-40B4-BE49-F238E27FC236}">
                  <a16:creationId xmlns:a16="http://schemas.microsoft.com/office/drawing/2014/main" id="{BDDFDC37-FA95-DA41-82FC-D8E4F5CB9B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20556" y="3112031"/>
              <a:ext cx="389465" cy="120120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9" name="Line 92">
              <a:extLst>
                <a:ext uri="{FF2B5EF4-FFF2-40B4-BE49-F238E27FC236}">
                  <a16:creationId xmlns:a16="http://schemas.microsoft.com/office/drawing/2014/main" id="{7619576D-A7EA-7144-A9B9-8F9BD5B316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90455" y="3098406"/>
              <a:ext cx="555978" cy="121483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3">
            <a:extLst>
              <a:ext uri="{FF2B5EF4-FFF2-40B4-BE49-F238E27FC236}">
                <a16:creationId xmlns:a16="http://schemas.microsoft.com/office/drawing/2014/main" id="{C614CFAE-9A83-5948-BEF7-2B6230664B47}"/>
              </a:ext>
            </a:extLst>
          </p:cNvPr>
          <p:cNvGrpSpPr>
            <a:grpSpLocks/>
          </p:cNvGrpSpPr>
          <p:nvPr/>
        </p:nvGrpSpPr>
        <p:grpSpPr bwMode="auto">
          <a:xfrm>
            <a:off x="5270500" y="1912938"/>
            <a:ext cx="2730500" cy="3211512"/>
            <a:chOff x="5270500" y="1913115"/>
            <a:chExt cx="2730500" cy="3211952"/>
          </a:xfrm>
        </p:grpSpPr>
        <p:sp>
          <p:nvSpPr>
            <p:cNvPr id="24599" name="Oval 96">
              <a:extLst>
                <a:ext uri="{FF2B5EF4-FFF2-40B4-BE49-F238E27FC236}">
                  <a16:creationId xmlns:a16="http://schemas.microsoft.com/office/drawing/2014/main" id="{DCC5332E-927B-2D48-A995-E66166077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77378" y="1913115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00" name="Oval 96">
              <a:extLst>
                <a:ext uri="{FF2B5EF4-FFF2-40B4-BE49-F238E27FC236}">
                  <a16:creationId xmlns:a16="http://schemas.microsoft.com/office/drawing/2014/main" id="{0A36A66B-3496-3142-B294-69EB86BC96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67400" y="4882269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01" name="Oval 96">
              <a:extLst>
                <a:ext uri="{FF2B5EF4-FFF2-40B4-BE49-F238E27FC236}">
                  <a16:creationId xmlns:a16="http://schemas.microsoft.com/office/drawing/2014/main" id="{C103C1EF-2F58-DA4D-92FD-0271FF261B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70500" y="3311525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02" name="Oval 96">
              <a:extLst>
                <a:ext uri="{FF2B5EF4-FFF2-40B4-BE49-F238E27FC236}">
                  <a16:creationId xmlns:a16="http://schemas.microsoft.com/office/drawing/2014/main" id="{DDBF5334-BD01-5E4E-A4FC-924641D5C4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72400" y="4896467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03" name="Line 92">
              <a:extLst>
                <a:ext uri="{FF2B5EF4-FFF2-40B4-BE49-F238E27FC236}">
                  <a16:creationId xmlns:a16="http://schemas.microsoft.com/office/drawing/2014/main" id="{F7035923-F2D3-1446-AF29-216701F016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84800" y="3543299"/>
              <a:ext cx="482600" cy="1338969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4" name="Line 92">
              <a:extLst>
                <a:ext uri="{FF2B5EF4-FFF2-40B4-BE49-F238E27FC236}">
                  <a16:creationId xmlns:a16="http://schemas.microsoft.com/office/drawing/2014/main" id="{677B3F32-2A8B-A948-8800-8B42A18667E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468056" y="2117725"/>
              <a:ext cx="1209322" cy="119380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5" name="Line 92">
              <a:extLst>
                <a:ext uri="{FF2B5EF4-FFF2-40B4-BE49-F238E27FC236}">
                  <a16:creationId xmlns:a16="http://schemas.microsoft.com/office/drawing/2014/main" id="{19660B8A-0156-7F43-8A95-21E50EF95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9866" y="4987397"/>
              <a:ext cx="1642533" cy="917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06" name="Oval 96">
              <a:extLst>
                <a:ext uri="{FF2B5EF4-FFF2-40B4-BE49-F238E27FC236}">
                  <a16:creationId xmlns:a16="http://schemas.microsoft.com/office/drawing/2014/main" id="{7E640DB0-52E5-044B-8E4E-5C1BC11424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16978" y="3473626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07" name="Oval 96">
              <a:extLst>
                <a:ext uri="{FF2B5EF4-FFF2-40B4-BE49-F238E27FC236}">
                  <a16:creationId xmlns:a16="http://schemas.microsoft.com/office/drawing/2014/main" id="{61D24D91-CE9C-6348-BD6D-5564A3F853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6256" y="4340225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08" name="Oval 96">
              <a:extLst>
                <a:ext uri="{FF2B5EF4-FFF2-40B4-BE49-F238E27FC236}">
                  <a16:creationId xmlns:a16="http://schemas.microsoft.com/office/drawing/2014/main" id="{9B1F1BDB-584B-1E4A-A114-D05193D1BE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32133" y="4313238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09" name="Oval 96">
              <a:extLst>
                <a:ext uri="{FF2B5EF4-FFF2-40B4-BE49-F238E27FC236}">
                  <a16:creationId xmlns:a16="http://schemas.microsoft.com/office/drawing/2014/main" id="{FD937351-63CF-6143-8167-AB78980797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93000" y="3486150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610" name="Line 92">
              <a:extLst>
                <a:ext uri="{FF2B5EF4-FFF2-40B4-BE49-F238E27FC236}">
                  <a16:creationId xmlns:a16="http://schemas.microsoft.com/office/drawing/2014/main" id="{4CFF0B75-EF01-8347-A735-F42C589067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6989" y="3600451"/>
              <a:ext cx="1246011" cy="2990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1" name="Line 92">
              <a:extLst>
                <a:ext uri="{FF2B5EF4-FFF2-40B4-BE49-F238E27FC236}">
                  <a16:creationId xmlns:a16="http://schemas.microsoft.com/office/drawing/2014/main" id="{7F03DCA3-5849-0243-AEB0-0DB6803541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30055" y="3663687"/>
              <a:ext cx="1102078" cy="709875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2" name="Line 92">
              <a:extLst>
                <a:ext uri="{FF2B5EF4-FFF2-40B4-BE49-F238E27FC236}">
                  <a16:creationId xmlns:a16="http://schemas.microsoft.com/office/drawing/2014/main" id="{85E071F6-AC41-AF4E-9A9D-32A980DD0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534853" y="3663688"/>
              <a:ext cx="958145" cy="68288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3" name="Line 92">
              <a:extLst>
                <a:ext uri="{FF2B5EF4-FFF2-40B4-BE49-F238E27FC236}">
                  <a16:creationId xmlns:a16="http://schemas.microsoft.com/office/drawing/2014/main" id="{28AF5BF6-3C8A-C34D-9C44-328BC02C0A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00511" y="3466969"/>
              <a:ext cx="516467" cy="7633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4" name="Line 92">
              <a:extLst>
                <a:ext uri="{FF2B5EF4-FFF2-40B4-BE49-F238E27FC236}">
                  <a16:creationId xmlns:a16="http://schemas.microsoft.com/office/drawing/2014/main" id="{B7A0F3C8-5F53-C54F-9ADB-CD60ACF6C4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016978" y="4510088"/>
              <a:ext cx="289278" cy="400051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615" name="Line 92">
              <a:extLst>
                <a:ext uri="{FF2B5EF4-FFF2-40B4-BE49-F238E27FC236}">
                  <a16:creationId xmlns:a16="http://schemas.microsoft.com/office/drawing/2014/main" id="{2203D722-2E65-EA41-893B-895DAF3285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00761" y="4518026"/>
              <a:ext cx="277989" cy="42068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2">
            <a:extLst>
              <a:ext uri="{FF2B5EF4-FFF2-40B4-BE49-F238E27FC236}">
                <a16:creationId xmlns:a16="http://schemas.microsoft.com/office/drawing/2014/main" id="{BD39120F-0EDD-3847-B829-708F4F82598F}"/>
              </a:ext>
            </a:extLst>
          </p:cNvPr>
          <p:cNvGrpSpPr>
            <a:grpSpLocks/>
          </p:cNvGrpSpPr>
          <p:nvPr/>
        </p:nvGrpSpPr>
        <p:grpSpPr bwMode="auto">
          <a:xfrm>
            <a:off x="6905625" y="2117725"/>
            <a:ext cx="1552575" cy="2789238"/>
            <a:chOff x="6905978" y="2117725"/>
            <a:chExt cx="1552222" cy="2790031"/>
          </a:xfrm>
        </p:grpSpPr>
        <p:sp>
          <p:nvSpPr>
            <p:cNvPr id="24595" name="Oval 96">
              <a:extLst>
                <a:ext uri="{FF2B5EF4-FFF2-40B4-BE49-F238E27FC236}">
                  <a16:creationId xmlns:a16="http://schemas.microsoft.com/office/drawing/2014/main" id="{45DEFDDE-D379-9B4C-91D8-864DE5EBE1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29600" y="3148543"/>
              <a:ext cx="228600" cy="2286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4596" name="Line 92">
              <a:extLst>
                <a:ext uri="{FF2B5EF4-FFF2-40B4-BE49-F238E27FC236}">
                  <a16:creationId xmlns:a16="http://schemas.microsoft.com/office/drawing/2014/main" id="{F2F6D549-2015-1447-9202-082C3FC33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905978" y="2117725"/>
              <a:ext cx="1323622" cy="108585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92">
              <a:extLst>
                <a:ext uri="{FF2B5EF4-FFF2-40B4-BE49-F238E27FC236}">
                  <a16:creationId xmlns:a16="http://schemas.microsoft.com/office/drawing/2014/main" id="{7359627F-84E7-1743-A62C-11AD3A0C04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929032" y="3377143"/>
              <a:ext cx="414867" cy="153061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8" name="Line 92">
              <a:extLst>
                <a:ext uri="{FF2B5EF4-FFF2-40B4-BE49-F238E27FC236}">
                  <a16:creationId xmlns:a16="http://schemas.microsoft.com/office/drawing/2014/main" id="{CFB7A533-F6E8-6844-8974-0FE83B058E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723011" y="3311525"/>
              <a:ext cx="506589" cy="24897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007CC4C8-3FFF-0D47-8DC1-8E98FCB216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09C0D02-0852-C34B-A29D-3789D356F86B}" type="slidenum">
              <a:rPr kumimoji="0" lang="zh-CN" altLang="en-US" sz="1200"/>
              <a:pPr/>
              <a:t>9</a:t>
            </a:fld>
            <a:endParaRPr kumimoji="0" lang="en-US" altLang="zh-CN" sz="1200"/>
          </a:p>
        </p:txBody>
      </p:sp>
      <p:sp>
        <p:nvSpPr>
          <p:cNvPr id="154627" name="Rectangle 3">
            <a:extLst>
              <a:ext uri="{FF2B5EF4-FFF2-40B4-BE49-F238E27FC236}">
                <a16:creationId xmlns:a16="http://schemas.microsoft.com/office/drawing/2014/main" id="{9237C8AA-33C1-D947-960E-DE9F6A050FB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77875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4800" dirty="0">
                <a:latin typeface="Times New Roman" charset="0"/>
                <a:ea typeface="楷体_GB2312" charset="0"/>
                <a:cs typeface="+mj-cs"/>
              </a:rPr>
              <a:t>§4.4.2  </a:t>
            </a:r>
            <a:r>
              <a:rPr lang="en-US" altLang="zh-CN" sz="4800" dirty="0">
                <a:latin typeface="Times New Roman" charset="0"/>
                <a:ea typeface="楷体_GB2312" charset="0"/>
                <a:cs typeface="+mj-cs"/>
              </a:rPr>
              <a:t>Hamilton</a:t>
            </a:r>
            <a:r>
              <a:rPr lang="zh-CN" altLang="en-US" sz="4800" dirty="0">
                <a:latin typeface="Times New Roman" charset="0"/>
                <a:ea typeface="楷体_GB2312" charset="0"/>
                <a:cs typeface="+mj-cs"/>
              </a:rPr>
              <a:t>图的充分条件 </a:t>
            </a:r>
            <a:endParaRPr lang="en-US" altLang="zh-CN" sz="48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6B75C1DF-1E8E-3C4D-8B5D-3F130648141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800600"/>
          </a:xfrm>
        </p:spPr>
        <p:txBody>
          <a:bodyPr/>
          <a:lstStyle/>
          <a:p>
            <a:pPr marL="354013" indent="-354013">
              <a:lnSpc>
                <a:spcPct val="105000"/>
              </a:lnSpc>
            </a:pPr>
            <a:r>
              <a:rPr kumimoji="0" lang="zh-CN" altLang="en-US" sz="3200" dirty="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 </a:t>
            </a:r>
            <a:r>
              <a:rPr kumimoji="0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设图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是非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图，若在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中增加任意一条边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uv，G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∪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uv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就变成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图，则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称为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极大非</a:t>
            </a:r>
            <a:r>
              <a:rPr kumimoji="0" lang="en-US" altLang="zh-CN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 dirty="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E3F394CA-B311-E14E-8B79-3DFC7065316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4884053-306B-3F4F-9B4D-8228884A44FD}" type="slidenum">
              <a:rPr kumimoji="0" lang="zh-CN" altLang="en-US" sz="1200"/>
              <a:pPr/>
              <a:t>10</a:t>
            </a:fld>
            <a:endParaRPr kumimoji="0" lang="en-US" altLang="zh-CN" sz="1200"/>
          </a:p>
        </p:txBody>
      </p:sp>
      <p:sp>
        <p:nvSpPr>
          <p:cNvPr id="156675" name="Rectangle 3">
            <a:extLst>
              <a:ext uri="{FF2B5EF4-FFF2-40B4-BE49-F238E27FC236}">
                <a16:creationId xmlns:a16="http://schemas.microsoft.com/office/drawing/2014/main" id="{C22C8AFD-11D8-0A40-BC36-86C825284F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73063"/>
            <a:ext cx="8610600" cy="777875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5500" dirty="0">
                <a:latin typeface="Times New Roman" charset="0"/>
                <a:ea typeface="楷体_GB2312" charset="0"/>
                <a:cs typeface="+mj-cs"/>
              </a:rPr>
              <a:t>定理4.4.2</a:t>
            </a:r>
            <a:endParaRPr lang="en-US" altLang="zh-CN" sz="55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B33CA710-4A81-A94A-831A-A6820BF1940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763000" cy="2819400"/>
          </a:xfrm>
        </p:spPr>
        <p:txBody>
          <a:bodyPr/>
          <a:lstStyle/>
          <a:p>
            <a:pPr marL="354013" indent="-354013">
              <a:lnSpc>
                <a:spcPct val="120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是有限图，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3，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/2，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图。其中，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表示图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中点数，即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=|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P(G)|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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表示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中点的最小度。</a:t>
            </a:r>
          </a:p>
        </p:txBody>
      </p:sp>
      <p:grpSp>
        <p:nvGrpSpPr>
          <p:cNvPr id="2" name="Group 19">
            <a:extLst>
              <a:ext uri="{FF2B5EF4-FFF2-40B4-BE49-F238E27FC236}">
                <a16:creationId xmlns:a16="http://schemas.microsoft.com/office/drawing/2014/main" id="{90809175-6CC2-E64A-9537-107A44B4BDBB}"/>
              </a:ext>
            </a:extLst>
          </p:cNvPr>
          <p:cNvGrpSpPr>
            <a:grpSpLocks/>
          </p:cNvGrpSpPr>
          <p:nvPr/>
        </p:nvGrpSpPr>
        <p:grpSpPr bwMode="auto">
          <a:xfrm>
            <a:off x="3435350" y="4267200"/>
            <a:ext cx="1822450" cy="1681163"/>
            <a:chOff x="2164" y="2688"/>
            <a:chExt cx="1148" cy="1059"/>
          </a:xfrm>
        </p:grpSpPr>
        <p:sp>
          <p:nvSpPr>
            <p:cNvPr id="28690" name="Line 13">
              <a:extLst>
                <a:ext uri="{FF2B5EF4-FFF2-40B4-BE49-F238E27FC236}">
                  <a16:creationId xmlns:a16="http://schemas.microsoft.com/office/drawing/2014/main" id="{F06ADE44-D01C-3D41-B7B2-27724D1C92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688"/>
              <a:ext cx="384" cy="105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Line 9">
              <a:extLst>
                <a:ext uri="{FF2B5EF4-FFF2-40B4-BE49-F238E27FC236}">
                  <a16:creationId xmlns:a16="http://schemas.microsoft.com/office/drawing/2014/main" id="{29C95081-81D2-D646-BAC0-B6EC6A071A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4" y="3357"/>
              <a:ext cx="1148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Line 15">
              <a:extLst>
                <a:ext uri="{FF2B5EF4-FFF2-40B4-BE49-F238E27FC236}">
                  <a16:creationId xmlns:a16="http://schemas.microsoft.com/office/drawing/2014/main" id="{98F093B5-C5DB-B544-83B9-1113018F3D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0" y="2730"/>
              <a:ext cx="342" cy="101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20">
            <a:extLst>
              <a:ext uri="{FF2B5EF4-FFF2-40B4-BE49-F238E27FC236}">
                <a16:creationId xmlns:a16="http://schemas.microsoft.com/office/drawing/2014/main" id="{DD18D2B3-B410-354D-8D6B-292593D4999B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4181475"/>
            <a:ext cx="1985963" cy="1838325"/>
            <a:chOff x="2112" y="2634"/>
            <a:chExt cx="1251" cy="1158"/>
          </a:xfrm>
        </p:grpSpPr>
        <p:sp>
          <p:nvSpPr>
            <p:cNvPr id="28680" name="Line 5">
              <a:extLst>
                <a:ext uri="{FF2B5EF4-FFF2-40B4-BE49-F238E27FC236}">
                  <a16:creationId xmlns:a16="http://schemas.microsoft.com/office/drawing/2014/main" id="{F3A641BC-BA1A-F248-A005-45F0DBAD07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60" y="2682"/>
              <a:ext cx="192" cy="67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1" name="Line 6">
              <a:extLst>
                <a:ext uri="{FF2B5EF4-FFF2-40B4-BE49-F238E27FC236}">
                  <a16:creationId xmlns:a16="http://schemas.microsoft.com/office/drawing/2014/main" id="{52514B1B-4673-C849-919B-4EC29F02E74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6" y="3357"/>
              <a:ext cx="576" cy="38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2" name="Line 7">
              <a:extLst>
                <a:ext uri="{FF2B5EF4-FFF2-40B4-BE49-F238E27FC236}">
                  <a16:creationId xmlns:a16="http://schemas.microsoft.com/office/drawing/2014/main" id="{C5111728-4590-934B-934A-8EA406137BF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355" y="2682"/>
              <a:ext cx="720" cy="0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3" name="Line 8">
              <a:extLst>
                <a:ext uri="{FF2B5EF4-FFF2-40B4-BE49-F238E27FC236}">
                  <a16:creationId xmlns:a16="http://schemas.microsoft.com/office/drawing/2014/main" id="{923D7FE6-6B50-E14F-B06B-DADD588E5F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685"/>
              <a:ext cx="240" cy="669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4" name="Oval 10">
              <a:extLst>
                <a:ext uri="{FF2B5EF4-FFF2-40B4-BE49-F238E27FC236}">
                  <a16:creationId xmlns:a16="http://schemas.microsoft.com/office/drawing/2014/main" id="{DC4AB3CB-368E-234B-86F6-DEA64EF0B0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7" y="3309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8685" name="Oval 11">
              <a:extLst>
                <a:ext uri="{FF2B5EF4-FFF2-40B4-BE49-F238E27FC236}">
                  <a16:creationId xmlns:a16="http://schemas.microsoft.com/office/drawing/2014/main" id="{580D35C6-4396-164C-A070-AE0BCE2690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2634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8686" name="Line 12">
              <a:extLst>
                <a:ext uri="{FF2B5EF4-FFF2-40B4-BE49-F238E27FC236}">
                  <a16:creationId xmlns:a16="http://schemas.microsoft.com/office/drawing/2014/main" id="{11D5DC7E-66A9-174B-92E4-7F5487E5EC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3357"/>
              <a:ext cx="576" cy="384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7" name="Oval 16">
              <a:extLst>
                <a:ext uri="{FF2B5EF4-FFF2-40B4-BE49-F238E27FC236}">
                  <a16:creationId xmlns:a16="http://schemas.microsoft.com/office/drawing/2014/main" id="{EA321F8F-6665-8443-AD2C-0D02FB7B43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3297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8688" name="Oval 17">
              <a:extLst>
                <a:ext uri="{FF2B5EF4-FFF2-40B4-BE49-F238E27FC236}">
                  <a16:creationId xmlns:a16="http://schemas.microsoft.com/office/drawing/2014/main" id="{A914A687-C5C0-B84D-81B3-1A5723236F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36" y="2634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28689" name="Oval 18">
              <a:extLst>
                <a:ext uri="{FF2B5EF4-FFF2-40B4-BE49-F238E27FC236}">
                  <a16:creationId xmlns:a16="http://schemas.microsoft.com/office/drawing/2014/main" id="{A53F0751-053A-2F4A-86BD-57BD2AE27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91" y="3696"/>
              <a:ext cx="96" cy="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156693" name="Rectangle 21">
            <a:extLst>
              <a:ext uri="{FF2B5EF4-FFF2-40B4-BE49-F238E27FC236}">
                <a16:creationId xmlns:a16="http://schemas.microsoft.com/office/drawing/2014/main" id="{5DA2D687-2774-4A49-AED3-03108CC4F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810000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4013" indent="-354013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zh-CN" altLang="en-US" sz="36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 </a:t>
            </a:r>
            <a:r>
              <a:rPr kumimoji="0" lang="zh-CN" altLang="en-US" sz="360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0" lang="en-US" altLang="zh-CN" sz="3600">
                <a:latin typeface="Times New Roman" panose="02020603050405020304" pitchFamily="18" charset="0"/>
                <a:ea typeface="楷体_GB2312" pitchFamily="49" charset="-122"/>
              </a:rPr>
              <a:t>5;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en-US" altLang="zh-CN" sz="36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 = 3</a:t>
            </a:r>
          </a:p>
        </p:txBody>
      </p:sp>
      <p:sp>
        <p:nvSpPr>
          <p:cNvPr id="156694" name="Rectangle 22">
            <a:extLst>
              <a:ext uri="{FF2B5EF4-FFF2-40B4-BE49-F238E27FC236}">
                <a16:creationId xmlns:a16="http://schemas.microsoft.com/office/drawing/2014/main" id="{E7D4C5A1-EFC9-0E4E-88A8-3B59AB7A8F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3810000"/>
            <a:ext cx="1905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54013" indent="-354013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zh-CN" altLang="en-US" sz="36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 </a:t>
            </a:r>
            <a:r>
              <a:rPr kumimoji="0" lang="zh-CN" altLang="en-US" sz="3600">
                <a:latin typeface="Times New Roman" panose="02020603050405020304" pitchFamily="18" charset="0"/>
                <a:ea typeface="楷体_GB2312" pitchFamily="49" charset="-122"/>
              </a:rPr>
              <a:t>= </a:t>
            </a:r>
            <a:r>
              <a:rPr kumimoji="0" lang="en-US" altLang="zh-CN" sz="3600">
                <a:latin typeface="Times New Roman" panose="02020603050405020304" pitchFamily="18" charset="0"/>
                <a:ea typeface="楷体_GB2312" pitchFamily="49" charset="-122"/>
              </a:rPr>
              <a:t>5;</a:t>
            </a:r>
          </a:p>
          <a:p>
            <a:pPr>
              <a:lnSpc>
                <a:spcPct val="12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en-US" altLang="zh-CN" sz="36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 = 2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6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6693" grpId="0"/>
      <p:bldP spid="156693" grpId="1"/>
      <p:bldP spid="15669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F959EE6A-BF9C-F34D-8B0E-4EBEFACD670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1AA274-37C8-0D44-89AB-7B665E5928EA}" type="slidenum">
              <a:rPr kumimoji="0" lang="zh-CN" altLang="en-US" sz="1200"/>
              <a:pPr/>
              <a:t>11</a:t>
            </a:fld>
            <a:endParaRPr kumimoji="0" lang="en-US" altLang="zh-CN" sz="1200"/>
          </a:p>
        </p:txBody>
      </p:sp>
      <p:sp>
        <p:nvSpPr>
          <p:cNvPr id="150531" name="Rectangle 3">
            <a:extLst>
              <a:ext uri="{FF2B5EF4-FFF2-40B4-BE49-F238E27FC236}">
                <a16:creationId xmlns:a16="http://schemas.microsoft.com/office/drawing/2014/main" id="{9AC647B2-2953-1948-9EF5-5D428BDACE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06375"/>
            <a:ext cx="86106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50530" name="Rectangle 2">
            <a:extLst>
              <a:ext uri="{FF2B5EF4-FFF2-40B4-BE49-F238E27FC236}">
                <a16:creationId xmlns:a16="http://schemas.microsoft.com/office/drawing/2014/main" id="{6D5B9128-BD02-0F47-9553-24CD6A58E01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839200" cy="5105400"/>
          </a:xfrm>
        </p:spPr>
        <p:txBody>
          <a:bodyPr/>
          <a:lstStyle/>
          <a:p>
            <a:pPr marL="354013" indent="-354013">
              <a:lnSpc>
                <a:spcPct val="120000"/>
              </a:lnSpc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反证法，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图，则在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欲找到其度&lt;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/2的顶点，推出矛盾。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显然，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不是完全图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。</a:t>
            </a:r>
          </a:p>
          <a:p>
            <a:pPr marL="354013" indent="-354013" algn="just">
              <a:lnSpc>
                <a:spcPct val="12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不是极大非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图，则可以不断地向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增加若干条边，把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变成极大非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是极大非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图,则令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=G，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显然，对任意点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P(G)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(v)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G0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(v)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那么，如果在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中能找到度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/2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的点，在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中也一定能找到。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4095C61F-CB8B-3841-8DF7-5BFDB554B80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16788" y="6519863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211ECA6-389B-2946-BA87-C7AA1C8602F7}" type="slidenum">
              <a:rPr kumimoji="0" lang="zh-CN" altLang="en-US" sz="1200"/>
              <a:pPr/>
              <a:t>12</a:t>
            </a:fld>
            <a:endParaRPr kumimoji="0" lang="en-US" altLang="zh-CN" sz="1200"/>
          </a:p>
        </p:txBody>
      </p:sp>
      <p:sp>
        <p:nvSpPr>
          <p:cNvPr id="158723" name="Rectangle 3">
            <a:extLst>
              <a:ext uri="{FF2B5EF4-FFF2-40B4-BE49-F238E27FC236}">
                <a16:creationId xmlns:a16="http://schemas.microsoft.com/office/drawing/2014/main" id="{3E415037-C92F-454C-A150-2041C79C07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2286000" cy="823913"/>
          </a:xfrm>
        </p:spPr>
        <p:txBody>
          <a:bodyPr/>
          <a:lstStyle/>
          <a:p>
            <a:pPr marL="320040" indent="-320040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>
                <a:latin typeface="Times New Roman" charset="0"/>
                <a:ea typeface="楷体_GB2312" charset="0"/>
                <a:cs typeface="+mj-cs"/>
              </a:rPr>
              <a:t>证明：</a:t>
            </a:r>
            <a:endParaRPr lang="en-US" altLang="zh-CN" sz="600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58722" name="Rectangle 2">
            <a:extLst>
              <a:ext uri="{FF2B5EF4-FFF2-40B4-BE49-F238E27FC236}">
                <a16:creationId xmlns:a16="http://schemas.microsoft.com/office/drawing/2014/main" id="{3D193F64-E509-1D4C-BCBC-1A2582B280B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4648200"/>
            <a:ext cx="8458200" cy="2133600"/>
          </a:xfrm>
        </p:spPr>
        <p:txBody>
          <a:bodyPr/>
          <a:lstStyle/>
          <a:p>
            <a:pPr marL="363538" indent="-363538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S={v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| 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L(G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),i=1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2,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-1}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即如果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中某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相邻，则把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中前一个顶点放入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) ；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T={ 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| 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L(G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), i=1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2,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63538" indent="-363538">
              <a:spcBef>
                <a:spcPct val="5000"/>
              </a:spcBef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显然，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d(u)=d(v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 = |S|， d(v)=d(v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 = |T|</a:t>
            </a:r>
            <a:endParaRPr kumimoji="0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58758" name="Arc 38">
            <a:extLst>
              <a:ext uri="{FF2B5EF4-FFF2-40B4-BE49-F238E27FC236}">
                <a16:creationId xmlns:a16="http://schemas.microsoft.com/office/drawing/2014/main" id="{F2CC8A94-6E88-7649-B3AD-2B2A39DEF40F}"/>
              </a:ext>
            </a:extLst>
          </p:cNvPr>
          <p:cNvSpPr>
            <a:spLocks/>
          </p:cNvSpPr>
          <p:nvPr/>
        </p:nvSpPr>
        <p:spPr bwMode="auto">
          <a:xfrm flipH="1">
            <a:off x="6172200" y="2133600"/>
            <a:ext cx="457200" cy="990600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2147483647 h 43200"/>
              <a:gd name="T4" fmla="*/ 0 w 21600"/>
              <a:gd name="T5" fmla="*/ 2147483647 h 43200"/>
              <a:gd name="T6" fmla="*/ 0 60000 65536"/>
              <a:gd name="T7" fmla="*/ 0 60000 65536"/>
              <a:gd name="T8" fmla="*/ 0 60000 65536"/>
              <a:gd name="T9" fmla="*/ 0 w 21600"/>
              <a:gd name="T10" fmla="*/ 0 h 43200"/>
              <a:gd name="T11" fmla="*/ 21600 w 216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2773" name="Group 61">
            <a:extLst>
              <a:ext uri="{FF2B5EF4-FFF2-40B4-BE49-F238E27FC236}">
                <a16:creationId xmlns:a16="http://schemas.microsoft.com/office/drawing/2014/main" id="{02E4AA9B-DAC0-C74B-B6C8-67C8CACCABB4}"/>
              </a:ext>
            </a:extLst>
          </p:cNvPr>
          <p:cNvGrpSpPr>
            <a:grpSpLocks/>
          </p:cNvGrpSpPr>
          <p:nvPr/>
        </p:nvGrpSpPr>
        <p:grpSpPr bwMode="auto">
          <a:xfrm>
            <a:off x="5410200" y="2057400"/>
            <a:ext cx="2743200" cy="2514600"/>
            <a:chOff x="3408" y="1296"/>
            <a:chExt cx="1728" cy="1584"/>
          </a:xfrm>
        </p:grpSpPr>
        <p:sp>
          <p:nvSpPr>
            <p:cNvPr id="32791" name="Line 60">
              <a:extLst>
                <a:ext uri="{FF2B5EF4-FFF2-40B4-BE49-F238E27FC236}">
                  <a16:creationId xmlns:a16="http://schemas.microsoft.com/office/drawing/2014/main" id="{C1794A41-7EB9-254D-968A-3819D96918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4" y="1324"/>
              <a:ext cx="0" cy="35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2792" name="Group 37">
              <a:extLst>
                <a:ext uri="{FF2B5EF4-FFF2-40B4-BE49-F238E27FC236}">
                  <a16:creationId xmlns:a16="http://schemas.microsoft.com/office/drawing/2014/main" id="{41CB13B3-E33E-0041-A8F1-B50B1F77CA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08" y="1296"/>
              <a:ext cx="1728" cy="1584"/>
              <a:chOff x="2514" y="528"/>
              <a:chExt cx="2766" cy="2160"/>
            </a:xfrm>
          </p:grpSpPr>
          <p:sp>
            <p:nvSpPr>
              <p:cNvPr id="32793" name="Line 5">
                <a:extLst>
                  <a:ext uri="{FF2B5EF4-FFF2-40B4-BE49-F238E27FC236}">
                    <a16:creationId xmlns:a16="http://schemas.microsoft.com/office/drawing/2014/main" id="{B15726BD-790F-354B-8AED-4723C9141E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00" y="1064"/>
                <a:ext cx="1174" cy="1508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4" name="Line 6">
                <a:extLst>
                  <a:ext uri="{FF2B5EF4-FFF2-40B4-BE49-F238E27FC236}">
                    <a16:creationId xmlns:a16="http://schemas.microsoft.com/office/drawing/2014/main" id="{1AE03F07-679E-BA41-947A-2D69E02C8A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58" y="2284"/>
                <a:ext cx="1982" cy="305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5" name="Line 7">
                <a:extLst>
                  <a:ext uri="{FF2B5EF4-FFF2-40B4-BE49-F238E27FC236}">
                    <a16:creationId xmlns:a16="http://schemas.microsoft.com/office/drawing/2014/main" id="{998997B3-D9A0-D345-8F26-0A27A94C02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" y="2047"/>
                <a:ext cx="385" cy="203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6" name="Line 8">
                <a:extLst>
                  <a:ext uri="{FF2B5EF4-FFF2-40B4-BE49-F238E27FC236}">
                    <a16:creationId xmlns:a16="http://schemas.microsoft.com/office/drawing/2014/main" id="{810DDEC6-2822-E14E-ADD3-0FEEAB3B01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70" y="2016"/>
                <a:ext cx="576" cy="1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32797" name="Line 9">
                <a:extLst>
                  <a:ext uri="{FF2B5EF4-FFF2-40B4-BE49-F238E27FC236}">
                    <a16:creationId xmlns:a16="http://schemas.microsoft.com/office/drawing/2014/main" id="{090C1BDD-9B35-2440-B7B9-3E5A2D650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42" y="1505"/>
                <a:ext cx="270" cy="474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8" name="Line 10">
                <a:extLst>
                  <a:ext uri="{FF2B5EF4-FFF2-40B4-BE49-F238E27FC236}">
                    <a16:creationId xmlns:a16="http://schemas.microsoft.com/office/drawing/2014/main" id="{848C95D6-42C3-3649-ACCF-01592EDE6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99" y="641"/>
                <a:ext cx="693" cy="1626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799" name="Line 11">
                <a:extLst>
                  <a:ext uri="{FF2B5EF4-FFF2-40B4-BE49-F238E27FC236}">
                    <a16:creationId xmlns:a16="http://schemas.microsoft.com/office/drawing/2014/main" id="{3D73C4BA-6CA3-2E42-B0B2-1B208E67E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99" y="2284"/>
                <a:ext cx="2079" cy="356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0" name="Line 12">
                <a:extLst>
                  <a:ext uri="{FF2B5EF4-FFF2-40B4-BE49-F238E27FC236}">
                    <a16:creationId xmlns:a16="http://schemas.microsoft.com/office/drawing/2014/main" id="{FE073E4E-C4FB-8143-8D9A-92B93DB8EA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38" y="1471"/>
                <a:ext cx="693" cy="745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1" name="Line 13">
                <a:extLst>
                  <a:ext uri="{FF2B5EF4-FFF2-40B4-BE49-F238E27FC236}">
                    <a16:creationId xmlns:a16="http://schemas.microsoft.com/office/drawing/2014/main" id="{50BB8CA5-F1C1-B64B-9738-D50050A265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31" y="1081"/>
                <a:ext cx="1" cy="356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2" name="Line 14">
                <a:extLst>
                  <a:ext uri="{FF2B5EF4-FFF2-40B4-BE49-F238E27FC236}">
                    <a16:creationId xmlns:a16="http://schemas.microsoft.com/office/drawing/2014/main" id="{938848AC-911D-ED4D-8030-9B33E1AE1D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8" y="2267"/>
                <a:ext cx="1520" cy="1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3" name="Line 15">
                <a:extLst>
                  <a:ext uri="{FF2B5EF4-FFF2-40B4-BE49-F238E27FC236}">
                    <a16:creationId xmlns:a16="http://schemas.microsoft.com/office/drawing/2014/main" id="{B2802952-83C3-8846-B370-8AD82BD1A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9" y="1505"/>
                <a:ext cx="346" cy="50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4" name="Line 16">
                <a:extLst>
                  <a:ext uri="{FF2B5EF4-FFF2-40B4-BE49-F238E27FC236}">
                    <a16:creationId xmlns:a16="http://schemas.microsoft.com/office/drawing/2014/main" id="{7ACC8CB0-8D27-ED46-A308-603AB859F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04" y="1081"/>
                <a:ext cx="288" cy="915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5" name="Line 17">
                <a:extLst>
                  <a:ext uri="{FF2B5EF4-FFF2-40B4-BE49-F238E27FC236}">
                    <a16:creationId xmlns:a16="http://schemas.microsoft.com/office/drawing/2014/main" id="{F3C0F614-468A-B54C-80E4-71194F3D9B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50" y="624"/>
                <a:ext cx="790" cy="1609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6" name="Line 18">
                <a:extLst>
                  <a:ext uri="{FF2B5EF4-FFF2-40B4-BE49-F238E27FC236}">
                    <a16:creationId xmlns:a16="http://schemas.microsoft.com/office/drawing/2014/main" id="{73982A68-5C91-D144-8131-796AB9BAF3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9" y="1081"/>
                <a:ext cx="346" cy="915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7" name="Line 19">
                <a:extLst>
                  <a:ext uri="{FF2B5EF4-FFF2-40B4-BE49-F238E27FC236}">
                    <a16:creationId xmlns:a16="http://schemas.microsoft.com/office/drawing/2014/main" id="{B21A2318-3DF8-4140-8DBE-03B6C0258D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1064"/>
                <a:ext cx="769" cy="122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8" name="Line 20">
                <a:extLst>
                  <a:ext uri="{FF2B5EF4-FFF2-40B4-BE49-F238E27FC236}">
                    <a16:creationId xmlns:a16="http://schemas.microsoft.com/office/drawing/2014/main" id="{050D4310-41D2-AD49-9C3F-C56ABAC356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19" y="1081"/>
                <a:ext cx="673" cy="1135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09" name="Line 21">
                <a:extLst>
                  <a:ext uri="{FF2B5EF4-FFF2-40B4-BE49-F238E27FC236}">
                    <a16:creationId xmlns:a16="http://schemas.microsoft.com/office/drawing/2014/main" id="{60AA1BF1-0FDC-1A4C-8237-91912BB236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2" y="2304"/>
                <a:ext cx="526" cy="319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0" name="Line 22">
                <a:extLst>
                  <a:ext uri="{FF2B5EF4-FFF2-40B4-BE49-F238E27FC236}">
                    <a16:creationId xmlns:a16="http://schemas.microsoft.com/office/drawing/2014/main" id="{EB44A802-96FC-D843-B035-9D47C6E6AC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38" y="2013"/>
                <a:ext cx="346" cy="237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1" name="Line 23">
                <a:extLst>
                  <a:ext uri="{FF2B5EF4-FFF2-40B4-BE49-F238E27FC236}">
                    <a16:creationId xmlns:a16="http://schemas.microsoft.com/office/drawing/2014/main" id="{5D4FA52A-FD84-E843-A715-2E05B45B3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619" y="2304"/>
                <a:ext cx="454" cy="26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2" name="Line 24">
                <a:extLst>
                  <a:ext uri="{FF2B5EF4-FFF2-40B4-BE49-F238E27FC236}">
                    <a16:creationId xmlns:a16="http://schemas.microsoft.com/office/drawing/2014/main" id="{ADFC4820-81EA-0A41-B137-E5FBE0DCF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42" y="2047"/>
                <a:ext cx="1098" cy="22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3" name="Line 25">
                <a:extLst>
                  <a:ext uri="{FF2B5EF4-FFF2-40B4-BE49-F238E27FC236}">
                    <a16:creationId xmlns:a16="http://schemas.microsoft.com/office/drawing/2014/main" id="{C6C182E8-CA7D-4A48-975E-D8F517404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9" y="1505"/>
                <a:ext cx="751" cy="745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4" name="Line 26">
                <a:extLst>
                  <a:ext uri="{FF2B5EF4-FFF2-40B4-BE49-F238E27FC236}">
                    <a16:creationId xmlns:a16="http://schemas.microsoft.com/office/drawing/2014/main" id="{D43FFA9A-5AF1-0D42-BF1B-FA8BC8079B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158" y="2030"/>
                <a:ext cx="1039" cy="237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15" name="Oval 27">
                <a:extLst>
                  <a:ext uri="{FF2B5EF4-FFF2-40B4-BE49-F238E27FC236}">
                    <a16:creationId xmlns:a16="http://schemas.microsoft.com/office/drawing/2014/main" id="{F49DFDA2-A1D1-6C41-982B-CE8E96E395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4" y="2190"/>
                <a:ext cx="157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16" name="Oval 28">
                <a:extLst>
                  <a:ext uri="{FF2B5EF4-FFF2-40B4-BE49-F238E27FC236}">
                    <a16:creationId xmlns:a16="http://schemas.microsoft.com/office/drawing/2014/main" id="{53D6671D-CA24-3C43-B810-B9B56FB672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1" y="1920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17" name="Oval 29">
                <a:extLst>
                  <a:ext uri="{FF2B5EF4-FFF2-40B4-BE49-F238E27FC236}">
                    <a16:creationId xmlns:a16="http://schemas.microsoft.com/office/drawing/2014/main" id="{FBB3E74C-B7D6-5548-8DFD-970A941086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44" y="528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18" name="Oval 30">
                <a:extLst>
                  <a:ext uri="{FF2B5EF4-FFF2-40B4-BE49-F238E27FC236}">
                    <a16:creationId xmlns:a16="http://schemas.microsoft.com/office/drawing/2014/main" id="{5DA787E1-FC7C-C34D-A8C7-2C7AD1B83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7" y="963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19" name="Oval 31">
                <a:extLst>
                  <a:ext uri="{FF2B5EF4-FFF2-40B4-BE49-F238E27FC236}">
                    <a16:creationId xmlns:a16="http://schemas.microsoft.com/office/drawing/2014/main" id="{D36C4C42-5ED5-1448-BA25-774950AADA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7" y="1401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20" name="Oval 32">
                <a:extLst>
                  <a:ext uri="{FF2B5EF4-FFF2-40B4-BE49-F238E27FC236}">
                    <a16:creationId xmlns:a16="http://schemas.microsoft.com/office/drawing/2014/main" id="{5EC6A8A9-3F68-BC44-8D38-091B9E47D9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6" y="1938"/>
                <a:ext cx="157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21" name="Oval 33">
                <a:extLst>
                  <a:ext uri="{FF2B5EF4-FFF2-40B4-BE49-F238E27FC236}">
                    <a16:creationId xmlns:a16="http://schemas.microsoft.com/office/drawing/2014/main" id="{E40F40C4-AF8F-8F4C-AFA5-5554166269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6" y="2208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22" name="Line 34">
                <a:extLst>
                  <a:ext uri="{FF2B5EF4-FFF2-40B4-BE49-F238E27FC236}">
                    <a16:creationId xmlns:a16="http://schemas.microsoft.com/office/drawing/2014/main" id="{4E440B2D-99EA-164E-97A1-161631D6B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09" y="1064"/>
                <a:ext cx="1249" cy="1508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2823" name="Oval 35">
                <a:extLst>
                  <a:ext uri="{FF2B5EF4-FFF2-40B4-BE49-F238E27FC236}">
                    <a16:creationId xmlns:a16="http://schemas.microsoft.com/office/drawing/2014/main" id="{15D654D2-F157-BE4A-9C41-3C8586176F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14" y="2535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2824" name="Oval 36">
                <a:extLst>
                  <a:ext uri="{FF2B5EF4-FFF2-40B4-BE49-F238E27FC236}">
                    <a16:creationId xmlns:a16="http://schemas.microsoft.com/office/drawing/2014/main" id="{131B9CF3-6BF1-FF4B-9A5A-DD1C17F782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2" y="2544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</p:grpSp>
      <p:sp>
        <p:nvSpPr>
          <p:cNvPr id="32774" name="Rectangle 39">
            <a:extLst>
              <a:ext uri="{FF2B5EF4-FFF2-40B4-BE49-F238E27FC236}">
                <a16:creationId xmlns:a16="http://schemas.microsoft.com/office/drawing/2014/main" id="{26AAB850-C853-1546-8FA4-EBBA3849D7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1387475"/>
            <a:ext cx="5791200" cy="3108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u, v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中不相邻的两点，于是，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∪{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uv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图，且其中每条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回路都要通过边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uv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因此，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中有起点为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u，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终点为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路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Wingdings" pitchFamily="2" charset="2"/>
              </a:rPr>
              <a:t>: </a:t>
            </a:r>
            <a:b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Wingdings" pitchFamily="2" charset="2"/>
              </a:rPr>
            </a:b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Wingdings" pitchFamily="2" charset="2"/>
              </a:rPr>
              <a:t>	L=(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 … ,v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	其中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=u, v</a:t>
            </a:r>
            <a:r>
              <a:rPr kumimoji="0" lang="en-US" altLang="zh-CN" sz="2800" baseline="-25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=v。</a:t>
            </a:r>
            <a:endParaRPr kumimoji="0"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" name="Group 42">
            <a:extLst>
              <a:ext uri="{FF2B5EF4-FFF2-40B4-BE49-F238E27FC236}">
                <a16:creationId xmlns:a16="http://schemas.microsoft.com/office/drawing/2014/main" id="{6D0E9D76-DA24-6F49-9E1F-7F0C86702A98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1752600"/>
            <a:ext cx="508000" cy="1477963"/>
            <a:chOff x="4320" y="1104"/>
            <a:chExt cx="320" cy="931"/>
          </a:xfrm>
        </p:grpSpPr>
        <p:sp>
          <p:nvSpPr>
            <p:cNvPr id="158760" name="Text Box 40">
              <a:extLst>
                <a:ext uri="{FF2B5EF4-FFF2-40B4-BE49-F238E27FC236}">
                  <a16:creationId xmlns:a16="http://schemas.microsoft.com/office/drawing/2014/main" id="{AC1F3BF6-C07C-404E-A68F-5039A2E1C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0" y="1104"/>
              <a:ext cx="142" cy="30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u</a:t>
              </a:r>
            </a:p>
          </p:txBody>
        </p:sp>
        <p:sp>
          <p:nvSpPr>
            <p:cNvPr id="158761" name="Text Box 41">
              <a:extLst>
                <a:ext uri="{FF2B5EF4-FFF2-40B4-BE49-F238E27FC236}">
                  <a16:creationId xmlns:a16="http://schemas.microsoft.com/office/drawing/2014/main" id="{5D3F62FB-84DF-E840-95B1-68B1A7988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1728"/>
              <a:ext cx="128" cy="30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</a:p>
          </p:txBody>
        </p:sp>
      </p:grpSp>
      <p:grpSp>
        <p:nvGrpSpPr>
          <p:cNvPr id="5" name="Group 54">
            <a:extLst>
              <a:ext uri="{FF2B5EF4-FFF2-40B4-BE49-F238E27FC236}">
                <a16:creationId xmlns:a16="http://schemas.microsoft.com/office/drawing/2014/main" id="{E6D176B4-7ED5-434A-A58B-D59D84AF9711}"/>
              </a:ext>
            </a:extLst>
          </p:cNvPr>
          <p:cNvGrpSpPr>
            <a:grpSpLocks/>
          </p:cNvGrpSpPr>
          <p:nvPr/>
        </p:nvGrpSpPr>
        <p:grpSpPr bwMode="auto">
          <a:xfrm>
            <a:off x="5105401" y="1752600"/>
            <a:ext cx="3433763" cy="3006726"/>
            <a:chOff x="3216" y="1104"/>
            <a:chExt cx="2163" cy="1894"/>
          </a:xfrm>
        </p:grpSpPr>
        <p:sp>
          <p:nvSpPr>
            <p:cNvPr id="158764" name="Text Box 44">
              <a:extLst>
                <a:ext uri="{FF2B5EF4-FFF2-40B4-BE49-F238E27FC236}">
                  <a16:creationId xmlns:a16="http://schemas.microsoft.com/office/drawing/2014/main" id="{DDB87BB3-D3DD-7145-ADF1-C615CA509A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0" y="1104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58765" name="Text Box 45">
              <a:extLst>
                <a:ext uri="{FF2B5EF4-FFF2-40B4-BE49-F238E27FC236}">
                  <a16:creationId xmlns:a16="http://schemas.microsoft.com/office/drawing/2014/main" id="{F7DEFAAC-5B23-C443-8FFF-9DC8E0B180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1" y="1728"/>
              <a:ext cx="206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r</a:t>
              </a:r>
            </a:p>
          </p:txBody>
        </p:sp>
        <p:sp>
          <p:nvSpPr>
            <p:cNvPr id="158766" name="Text Box 46">
              <a:extLst>
                <a:ext uri="{FF2B5EF4-FFF2-40B4-BE49-F238E27FC236}">
                  <a16:creationId xmlns:a16="http://schemas.microsoft.com/office/drawing/2014/main" id="{9C241DB8-CE07-AA45-8734-EBA2569A32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2285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58767" name="Text Box 47">
              <a:extLst>
                <a:ext uri="{FF2B5EF4-FFF2-40B4-BE49-F238E27FC236}">
                  <a16:creationId xmlns:a16="http://schemas.microsoft.com/office/drawing/2014/main" id="{40A32F06-597C-F843-8010-EB981E500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2669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58768" name="Text Box 48">
              <a:extLst>
                <a:ext uri="{FF2B5EF4-FFF2-40B4-BE49-F238E27FC236}">
                  <a16:creationId xmlns:a16="http://schemas.microsoft.com/office/drawing/2014/main" id="{59707D99-5B21-3D44-8937-67BBCC1D86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64" y="2688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58769" name="Text Box 49">
              <a:extLst>
                <a:ext uri="{FF2B5EF4-FFF2-40B4-BE49-F238E27FC236}">
                  <a16:creationId xmlns:a16="http://schemas.microsoft.com/office/drawing/2014/main" id="{6EB7AFC4-A1B5-514F-89FA-17F419457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0" y="1421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58770" name="Text Box 50">
              <a:extLst>
                <a:ext uri="{FF2B5EF4-FFF2-40B4-BE49-F238E27FC236}">
                  <a16:creationId xmlns:a16="http://schemas.microsoft.com/office/drawing/2014/main" id="{69137067-4FBE-2D4C-871A-FB2E778109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2" y="2304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58771" name="Text Box 51">
              <a:extLst>
                <a:ext uri="{FF2B5EF4-FFF2-40B4-BE49-F238E27FC236}">
                  <a16:creationId xmlns:a16="http://schemas.microsoft.com/office/drawing/2014/main" id="{0B01328B-5D6C-6740-8684-CC9E49A47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2" y="2141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58772" name="Text Box 52">
              <a:extLst>
                <a:ext uri="{FF2B5EF4-FFF2-40B4-BE49-F238E27FC236}">
                  <a16:creationId xmlns:a16="http://schemas.microsoft.com/office/drawing/2014/main" id="{C27D75CB-3F3D-214E-ABC2-E7458CBCD4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72" y="2141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</a:p>
          </p:txBody>
        </p:sp>
        <p:sp>
          <p:nvSpPr>
            <p:cNvPr id="158773" name="Text Box 53">
              <a:extLst>
                <a:ext uri="{FF2B5EF4-FFF2-40B4-BE49-F238E27FC236}">
                  <a16:creationId xmlns:a16="http://schemas.microsoft.com/office/drawing/2014/main" id="{C0528025-2EA6-FB49-BCB6-8FB97946A5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1728"/>
              <a:ext cx="215" cy="3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3200" b="1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kumimoji="0" lang="en-US" altLang="zh-CN" sz="3200" b="1" baseline="-25000">
                  <a:solidFill>
                    <a:srgbClr val="00B05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9</a:t>
              </a:r>
            </a:p>
          </p:txBody>
        </p:sp>
      </p:grpSp>
      <p:sp>
        <p:nvSpPr>
          <p:cNvPr id="158776" name="Text Box 56">
            <a:extLst>
              <a:ext uri="{FF2B5EF4-FFF2-40B4-BE49-F238E27FC236}">
                <a16:creationId xmlns:a16="http://schemas.microsoft.com/office/drawing/2014/main" id="{A42354CD-B027-0D47-BA0B-8F68C9F3E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46750" y="808038"/>
            <a:ext cx="2014975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S={v</a:t>
            </a:r>
            <a:r>
              <a:rPr kumimoji="0" lang="en-US" altLang="zh-CN" sz="32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r>
              <a:rPr kumimoji="0" lang="en-US" altLang="zh-C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,v</a:t>
            </a:r>
            <a:r>
              <a:rPr kumimoji="0" lang="en-US" altLang="zh-CN" sz="32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r>
              <a:rPr kumimoji="0" lang="en-US" altLang="zh-C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,v</a:t>
            </a:r>
            <a:r>
              <a:rPr kumimoji="0" lang="en-US" altLang="zh-CN" sz="3200" b="1" baseline="-25000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kumimoji="0" lang="en-US" altLang="zh-CN" sz="3200" b="1" dirty="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}</a:t>
            </a:r>
          </a:p>
        </p:txBody>
      </p:sp>
      <p:sp>
        <p:nvSpPr>
          <p:cNvPr id="158777" name="Text Box 57">
            <a:extLst>
              <a:ext uri="{FF2B5EF4-FFF2-40B4-BE49-F238E27FC236}">
                <a16:creationId xmlns:a16="http://schemas.microsoft.com/office/drawing/2014/main" id="{581E345F-73A2-4147-B212-4FB9EA53DE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1295400"/>
            <a:ext cx="2949525" cy="49244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32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T={v</a:t>
            </a:r>
            <a:r>
              <a:rPr kumimoji="0" lang="en-US" altLang="zh-CN" sz="3200" b="1" baseline="-25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r>
              <a:rPr kumimoji="0" lang="en-US" altLang="zh-CN" sz="32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,v</a:t>
            </a:r>
            <a:r>
              <a:rPr kumimoji="0" lang="en-US" altLang="zh-CN" sz="3200" b="1" baseline="-25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r>
              <a:rPr kumimoji="0" lang="en-US" altLang="zh-CN" sz="32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,v</a:t>
            </a:r>
            <a:r>
              <a:rPr kumimoji="0" lang="en-US" altLang="zh-CN" sz="3200" b="1" baseline="-25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r>
              <a:rPr kumimoji="0" lang="en-US" altLang="zh-CN" sz="32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,v</a:t>
            </a:r>
            <a:r>
              <a:rPr kumimoji="0" lang="en-US" altLang="zh-CN" sz="3200" b="1" baseline="-25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r>
              <a:rPr kumimoji="0" lang="en-US" altLang="zh-CN" sz="32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,v</a:t>
            </a:r>
            <a:r>
              <a:rPr kumimoji="0" lang="en-US" altLang="zh-CN" sz="3200" b="1" baseline="-25000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r>
              <a:rPr kumimoji="0" lang="en-US" altLang="zh-CN" sz="3200" b="1">
                <a:solidFill>
                  <a:srgbClr val="00B05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}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58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87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58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8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87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776" grpId="0"/>
      <p:bldP spid="15877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3BC41B1E-1A99-B247-A8AD-FC5AB21FF1B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04088" y="6492875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B36780-0E02-F149-B90F-EDEB9D04A5AC}" type="slidenum">
              <a:rPr kumimoji="0" lang="zh-CN" altLang="en-US" sz="1200"/>
              <a:pPr/>
              <a:t>13</a:t>
            </a:fld>
            <a:endParaRPr kumimoji="0" lang="en-US" altLang="zh-CN" sz="1200"/>
          </a:p>
        </p:txBody>
      </p:sp>
      <p:sp>
        <p:nvSpPr>
          <p:cNvPr id="160771" name="Rectangle 3">
            <a:extLst>
              <a:ext uri="{FF2B5EF4-FFF2-40B4-BE49-F238E27FC236}">
                <a16:creationId xmlns:a16="http://schemas.microsoft.com/office/drawing/2014/main" id="{0CD7EBD7-4A2B-0141-9EA1-9D9339F544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19088"/>
            <a:ext cx="86106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60770" name="Rectangle 2">
            <a:extLst>
              <a:ext uri="{FF2B5EF4-FFF2-40B4-BE49-F238E27FC236}">
                <a16:creationId xmlns:a16="http://schemas.microsoft.com/office/drawing/2014/main" id="{E711AE9E-F131-0547-AE0C-CD4BF2DC791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915400" cy="5105400"/>
          </a:xfrm>
        </p:spPr>
        <p:txBody>
          <a:bodyPr/>
          <a:lstStyle/>
          <a:p>
            <a:pPr marL="354013" indent="-354013">
              <a:lnSpc>
                <a:spcPct val="110000"/>
              </a:lnSpc>
              <a:spcBef>
                <a:spcPct val="5000"/>
              </a:spcBef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对点集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T，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可以证明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  <a:sym typeface="Symbol" pitchFamily="2" charset="2"/>
              </a:rPr>
              <a:t>∩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T=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否则，若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  <a:sym typeface="Symbol" pitchFamily="2" charset="2"/>
              </a:rPr>
              <a:t>∩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  <a:sym typeface="Symbol" pitchFamily="2" charset="2"/>
              </a:rPr>
              <a:t>∩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T，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j+1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与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相邻，于是</a:t>
            </a:r>
            <a:b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	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</a:rPr>
              <a:t>j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3200" baseline="-300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j+1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54013" indent="-354013">
              <a:lnSpc>
                <a:spcPct val="11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	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中一条不通过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边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uv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回路，与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baseline="-250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不是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图矛盾。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54013" indent="-354013">
              <a:lnSpc>
                <a:spcPct val="11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因为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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S∪T，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故 |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S∪T|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。于是，</a:t>
            </a:r>
          </a:p>
          <a:p>
            <a:pPr marL="354013" indent="-354013">
              <a:lnSpc>
                <a:spcPct val="11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  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d(u)+d(v) = |S|+|T| = |S∪T|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endParaRPr kumimoji="0" lang="en-US" altLang="zh-CN" sz="32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4013" indent="-354013">
              <a:lnSpc>
                <a:spcPct val="110000"/>
              </a:lnSpc>
              <a:spcBef>
                <a:spcPct val="5000"/>
              </a:spcBef>
              <a:buFont typeface="Wingdings" pitchFamily="2" charset="2"/>
              <a:buNone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	故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d(u)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d(v)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中至少有一个小于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/2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，这与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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/2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矛盾。故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图。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07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07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077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07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770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02AB8CDC-539F-BE40-BB05-A66CF7F1A99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8485FE-C34F-AA4A-B1B3-BCAAD324105B}" type="slidenum">
              <a:rPr kumimoji="0" lang="zh-CN" altLang="en-US" sz="1200"/>
              <a:pPr/>
              <a:t>14</a:t>
            </a:fld>
            <a:endParaRPr kumimoji="0" lang="en-US" altLang="zh-CN" sz="1200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0A5D0E0A-F84C-394C-9352-DBBD85682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引理</a:t>
            </a:r>
            <a:r>
              <a:rPr lang="en-US" altLang="zh-CN" sz="6000" dirty="0">
                <a:latin typeface="Times New Roman" charset="0"/>
                <a:ea typeface="楷体_GB2312" charset="0"/>
                <a:cs typeface="+mj-cs"/>
              </a:rPr>
              <a:t>4.4.</a:t>
            </a: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1 </a:t>
            </a:r>
            <a:endParaRPr lang="en-US" altLang="zh-CN" sz="60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01379" name="Rectangle 3">
            <a:extLst>
              <a:ext uri="{FF2B5EF4-FFF2-40B4-BE49-F238E27FC236}">
                <a16:creationId xmlns:a16="http://schemas.microsoft.com/office/drawing/2014/main" id="{5F825321-D66A-1241-A50F-8BF47314BED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143000"/>
            <a:ext cx="8915400" cy="5410200"/>
          </a:xfrm>
        </p:spPr>
        <p:txBody>
          <a:bodyPr/>
          <a:lstStyle/>
          <a:p>
            <a:pPr marL="354013" indent="-354013">
              <a:lnSpc>
                <a:spcPct val="115000"/>
              </a:lnSpc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是有限图，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u, v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中不相邻的两点，并且满足：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4013" indent="-354013" algn="ctr">
              <a:lnSpc>
                <a:spcPct val="115000"/>
              </a:lnSpc>
              <a:buFont typeface="Georgia" panose="02040502050405020303" pitchFamily="18" charset="0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d(u)+d(v)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</a:p>
          <a:p>
            <a:pPr marL="354013" indent="-354013">
              <a:lnSpc>
                <a:spcPct val="115000"/>
              </a:lnSpc>
              <a:buFont typeface="Georgia" panose="02040502050405020303" pitchFamily="18" charset="0"/>
              <a:buNone/>
            </a:pPr>
            <a:r>
              <a:rPr kumimoji="0" lang="zh-CN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图的充要条件是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G∪{uv}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图。</a:t>
            </a:r>
          </a:p>
          <a:p>
            <a:pPr marL="354013" indent="-354013">
              <a:lnSpc>
                <a:spcPct val="115000"/>
              </a:lnSpc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必要性显然。</a:t>
            </a:r>
          </a:p>
          <a:p>
            <a:pPr marL="354013" indent="-354013">
              <a:lnSpc>
                <a:spcPct val="115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充分性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∪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{uv}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图，而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不是，仿照定理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4.4.2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的证明，得到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d(u)+d(v)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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13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13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Number Placeholder 5">
            <a:extLst>
              <a:ext uri="{FF2B5EF4-FFF2-40B4-BE49-F238E27FC236}">
                <a16:creationId xmlns:a16="http://schemas.microsoft.com/office/drawing/2014/main" id="{224EA81D-822E-D74E-954F-DCC8D98924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27BA05E-805A-E543-93AE-0BB56390C9F9}" type="slidenum">
              <a:rPr kumimoji="0" lang="zh-CN" altLang="en-US" sz="1200"/>
              <a:pPr/>
              <a:t>15</a:t>
            </a:fld>
            <a:endParaRPr kumimoji="0" lang="en-US" altLang="zh-CN" sz="12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8D4B5BB1-8FFB-8D47-96A7-1A9860AC75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定义4.4.3</a:t>
            </a:r>
            <a:r>
              <a:rPr lang="zh-CN" altLang="en-US" dirty="0">
                <a:latin typeface="Times New Roman" charset="0"/>
              </a:rPr>
              <a:t> </a:t>
            </a: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闭合图</a:t>
            </a:r>
            <a:endParaRPr lang="en-US" altLang="zh-CN" dirty="0">
              <a:latin typeface="宋体" charset="0"/>
              <a:ea typeface="楷体_GB2312" charset="0"/>
              <a:cs typeface="+mj-cs"/>
            </a:endParaRP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D62E6C9E-35B8-B041-9D2F-16B5FE47170A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876800"/>
          </a:xfrm>
        </p:spPr>
        <p:txBody>
          <a:bodyPr/>
          <a:lstStyle/>
          <a:p>
            <a:pPr marL="354013" indent="-354013">
              <a:spcBef>
                <a:spcPct val="0"/>
              </a:spcBef>
              <a:buClrTx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是有限图。反复连接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中不相邻的并且其度之和不小于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的点对，直到没有这样的点对为止。最后所得的图称为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 dirty="0">
                <a:solidFill>
                  <a:schemeClr val="accent1"/>
                </a:solidFill>
                <a:latin typeface="宋体" panose="02010600030101010101" pitchFamily="2" charset="-122"/>
                <a:ea typeface="楷体_GB2312" pitchFamily="49" charset="-122"/>
              </a:rPr>
              <a:t>闭合图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，记为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2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12D08173-FB8D-1847-A781-C8DF500150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F38AC25-12E4-6F44-9D5F-AD36DFDA1BC8}" type="slidenum">
              <a:rPr kumimoji="0" lang="zh-CN" altLang="en-US" sz="1200"/>
              <a:pPr/>
              <a:t>16</a:t>
            </a:fld>
            <a:endParaRPr kumimoji="0" lang="en-US" altLang="zh-CN" sz="1200"/>
          </a:p>
        </p:txBody>
      </p:sp>
      <p:sp>
        <p:nvSpPr>
          <p:cNvPr id="103467" name="Rectangle 43">
            <a:extLst>
              <a:ext uri="{FF2B5EF4-FFF2-40B4-BE49-F238E27FC236}">
                <a16:creationId xmlns:a16="http://schemas.microsoft.com/office/drawing/2014/main" id="{D9382518-C106-2646-94AC-ACE5F127EF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ea typeface="+mj-ea"/>
                <a:cs typeface="+mj-cs"/>
              </a:rPr>
              <a:t>例：</a:t>
            </a:r>
          </a:p>
        </p:txBody>
      </p:sp>
      <p:sp>
        <p:nvSpPr>
          <p:cNvPr id="103484" name="Line 60">
            <a:extLst>
              <a:ext uri="{FF2B5EF4-FFF2-40B4-BE49-F238E27FC236}">
                <a16:creationId xmlns:a16="http://schemas.microsoft.com/office/drawing/2014/main" id="{296AD0F7-DFB6-1549-9A45-CFCE7ABE2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62225" y="4572000"/>
            <a:ext cx="3657600" cy="0"/>
          </a:xfrm>
          <a:prstGeom prst="line">
            <a:avLst/>
          </a:prstGeom>
          <a:noFill/>
          <a:ln w="5715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486" name="Line 62">
            <a:extLst>
              <a:ext uri="{FF2B5EF4-FFF2-40B4-BE49-F238E27FC236}">
                <a16:creationId xmlns:a16="http://schemas.microsoft.com/office/drawing/2014/main" id="{1762778D-1021-2744-B307-348F78B0E34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1600200"/>
            <a:ext cx="0" cy="3962400"/>
          </a:xfrm>
          <a:prstGeom prst="line">
            <a:avLst/>
          </a:prstGeom>
          <a:noFill/>
          <a:ln w="5715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487" name="Line 63">
            <a:extLst>
              <a:ext uri="{FF2B5EF4-FFF2-40B4-BE49-F238E27FC236}">
                <a16:creationId xmlns:a16="http://schemas.microsoft.com/office/drawing/2014/main" id="{1F89E859-3632-D240-A86B-87A87E17B3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90800" y="2667000"/>
            <a:ext cx="3581400" cy="1905000"/>
          </a:xfrm>
          <a:prstGeom prst="line">
            <a:avLst/>
          </a:prstGeom>
          <a:noFill/>
          <a:ln w="5715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488" name="Line 64">
            <a:extLst>
              <a:ext uri="{FF2B5EF4-FFF2-40B4-BE49-F238E27FC236}">
                <a16:creationId xmlns:a16="http://schemas.microsoft.com/office/drawing/2014/main" id="{E63AC031-AB5E-5F49-A73F-CA667F3B48B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743200"/>
            <a:ext cx="3657600" cy="1828800"/>
          </a:xfrm>
          <a:prstGeom prst="line">
            <a:avLst/>
          </a:prstGeom>
          <a:noFill/>
          <a:ln w="5715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489" name="Line 65">
            <a:extLst>
              <a:ext uri="{FF2B5EF4-FFF2-40B4-BE49-F238E27FC236}">
                <a16:creationId xmlns:a16="http://schemas.microsoft.com/office/drawing/2014/main" id="{8D45BF81-C817-4146-991C-E3672AD4F2BF}"/>
              </a:ext>
            </a:extLst>
          </p:cNvPr>
          <p:cNvSpPr>
            <a:spLocks noChangeShapeType="1"/>
          </p:cNvSpPr>
          <p:nvPr/>
        </p:nvSpPr>
        <p:spPr bwMode="auto">
          <a:xfrm>
            <a:off x="2500313" y="2728913"/>
            <a:ext cx="1905000" cy="2895600"/>
          </a:xfrm>
          <a:prstGeom prst="line">
            <a:avLst/>
          </a:prstGeom>
          <a:noFill/>
          <a:ln w="5715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490" name="Line 66">
            <a:extLst>
              <a:ext uri="{FF2B5EF4-FFF2-40B4-BE49-F238E27FC236}">
                <a16:creationId xmlns:a16="http://schemas.microsoft.com/office/drawing/2014/main" id="{10A838FF-7425-8E48-A248-C264EA66C44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43400" y="2667000"/>
            <a:ext cx="1828800" cy="2895600"/>
          </a:xfrm>
          <a:prstGeom prst="line">
            <a:avLst/>
          </a:prstGeom>
          <a:noFill/>
          <a:ln w="5715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03491" name="Line 67">
            <a:extLst>
              <a:ext uri="{FF2B5EF4-FFF2-40B4-BE49-F238E27FC236}">
                <a16:creationId xmlns:a16="http://schemas.microsoft.com/office/drawing/2014/main" id="{1CFE6459-EDB3-A24E-A34B-41A81B30DE8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14600" y="2695575"/>
            <a:ext cx="3657600" cy="0"/>
          </a:xfrm>
          <a:prstGeom prst="line">
            <a:avLst/>
          </a:prstGeom>
          <a:noFill/>
          <a:ln w="57150">
            <a:solidFill>
              <a:srgbClr val="4E67C8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38922" name="Group 74">
            <a:extLst>
              <a:ext uri="{FF2B5EF4-FFF2-40B4-BE49-F238E27FC236}">
                <a16:creationId xmlns:a16="http://schemas.microsoft.com/office/drawing/2014/main" id="{45A5BCCC-CD83-7642-96A8-C6E57EF3D9C1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762000"/>
            <a:ext cx="4676775" cy="5562600"/>
            <a:chOff x="1248" y="480"/>
            <a:chExt cx="2946" cy="3504"/>
          </a:xfrm>
        </p:grpSpPr>
        <p:grpSp>
          <p:nvGrpSpPr>
            <p:cNvPr id="38923" name="Group 61">
              <a:extLst>
                <a:ext uri="{FF2B5EF4-FFF2-40B4-BE49-F238E27FC236}">
                  <a16:creationId xmlns:a16="http://schemas.microsoft.com/office/drawing/2014/main" id="{22A03FB3-1F64-F04C-AAF7-01518EA1F5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906"/>
              <a:ext cx="2496" cy="2694"/>
              <a:chOff x="1488" y="906"/>
              <a:chExt cx="2496" cy="2694"/>
            </a:xfrm>
          </p:grpSpPr>
          <p:sp>
            <p:nvSpPr>
              <p:cNvPr id="38930" name="Line 46">
                <a:extLst>
                  <a:ext uri="{FF2B5EF4-FFF2-40B4-BE49-F238E27FC236}">
                    <a16:creationId xmlns:a16="http://schemas.microsoft.com/office/drawing/2014/main" id="{6AE6BDE3-48DD-AD46-983A-EFD5C42A1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0" y="1713"/>
                <a:ext cx="0" cy="1201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1" name="Line 47">
                <a:extLst>
                  <a:ext uri="{FF2B5EF4-FFF2-40B4-BE49-F238E27FC236}">
                    <a16:creationId xmlns:a16="http://schemas.microsoft.com/office/drawing/2014/main" id="{13CBB81E-B3BD-314D-9B8B-C77FE7044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2" y="995"/>
                <a:ext cx="1079" cy="715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2" name="Line 48">
                <a:extLst>
                  <a:ext uri="{FF2B5EF4-FFF2-40B4-BE49-F238E27FC236}">
                    <a16:creationId xmlns:a16="http://schemas.microsoft.com/office/drawing/2014/main" id="{909D7F58-A67D-AE43-AFBB-A6D26400F7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779" y="2894"/>
                <a:ext cx="1102" cy="592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3" name="Line 49">
                <a:extLst>
                  <a:ext uri="{FF2B5EF4-FFF2-40B4-BE49-F238E27FC236}">
                    <a16:creationId xmlns:a16="http://schemas.microsoft.com/office/drawing/2014/main" id="{8FA4F1D8-EFD9-4D43-AB8F-15E1289E4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36" y="970"/>
                <a:ext cx="1123" cy="715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4" name="Line 50">
                <a:extLst>
                  <a:ext uri="{FF2B5EF4-FFF2-40B4-BE49-F238E27FC236}">
                    <a16:creationId xmlns:a16="http://schemas.microsoft.com/office/drawing/2014/main" id="{07C59D94-D3D2-5F42-B498-8D12EC4E3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90" y="2914"/>
                <a:ext cx="1101" cy="572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5" name="Line 51">
                <a:extLst>
                  <a:ext uri="{FF2B5EF4-FFF2-40B4-BE49-F238E27FC236}">
                    <a16:creationId xmlns:a16="http://schemas.microsoft.com/office/drawing/2014/main" id="{4A337EA5-8A14-6C45-B0AA-DD0133B27F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4" y="1019"/>
                <a:ext cx="1167" cy="1826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6" name="Line 52">
                <a:extLst>
                  <a:ext uri="{FF2B5EF4-FFF2-40B4-BE49-F238E27FC236}">
                    <a16:creationId xmlns:a16="http://schemas.microsoft.com/office/drawing/2014/main" id="{F2DAFFFC-6702-2944-A41F-8FB91D1E98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612" y="995"/>
                <a:ext cx="1145" cy="1874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7" name="Line 53">
                <a:extLst>
                  <a:ext uri="{FF2B5EF4-FFF2-40B4-BE49-F238E27FC236}">
                    <a16:creationId xmlns:a16="http://schemas.microsoft.com/office/drawing/2014/main" id="{508D1ED3-23C6-D043-B7B0-0A92198D7C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96" y="1656"/>
                <a:ext cx="0" cy="1201"/>
              </a:xfrm>
              <a:prstGeom prst="line">
                <a:avLst/>
              </a:prstGeom>
              <a:noFill/>
              <a:ln w="5715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38938" name="Oval 54">
                <a:extLst>
                  <a:ext uri="{FF2B5EF4-FFF2-40B4-BE49-F238E27FC236}">
                    <a16:creationId xmlns:a16="http://schemas.microsoft.com/office/drawing/2014/main" id="{2176EF58-0D10-B74E-848D-F808BE5982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59" y="3428"/>
                <a:ext cx="168" cy="172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8939" name="Oval 55">
                <a:extLst>
                  <a:ext uri="{FF2B5EF4-FFF2-40B4-BE49-F238E27FC236}">
                    <a16:creationId xmlns:a16="http://schemas.microsoft.com/office/drawing/2014/main" id="{032CF4EA-C568-2346-B11C-0042127182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5" y="2800"/>
                <a:ext cx="169" cy="17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8940" name="Oval 56">
                <a:extLst>
                  <a:ext uri="{FF2B5EF4-FFF2-40B4-BE49-F238E27FC236}">
                    <a16:creationId xmlns:a16="http://schemas.microsoft.com/office/drawing/2014/main" id="{9F29B479-25D0-A345-8A57-C379F66CEE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4" y="1599"/>
                <a:ext cx="168" cy="172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8941" name="Oval 57">
                <a:extLst>
                  <a:ext uri="{FF2B5EF4-FFF2-40B4-BE49-F238E27FC236}">
                    <a16:creationId xmlns:a16="http://schemas.microsoft.com/office/drawing/2014/main" id="{C8B7B7D8-9C73-BC4E-BCDB-4D4BBE0950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5" y="906"/>
                <a:ext cx="168" cy="172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8942" name="Oval 58">
                <a:extLst>
                  <a:ext uri="{FF2B5EF4-FFF2-40B4-BE49-F238E27FC236}">
                    <a16:creationId xmlns:a16="http://schemas.microsoft.com/office/drawing/2014/main" id="{4B248E10-5C53-154A-A164-A5694219A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8" y="1656"/>
                <a:ext cx="169" cy="172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38943" name="Oval 59">
                <a:extLst>
                  <a:ext uri="{FF2B5EF4-FFF2-40B4-BE49-F238E27FC236}">
                    <a16:creationId xmlns:a16="http://schemas.microsoft.com/office/drawing/2014/main" id="{FC078831-D740-0D43-B6A5-CB2B043E9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3" y="2818"/>
                <a:ext cx="169" cy="171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  <p:sp>
          <p:nvSpPr>
            <p:cNvPr id="38924" name="Text Box 68">
              <a:extLst>
                <a:ext uri="{FF2B5EF4-FFF2-40B4-BE49-F238E27FC236}">
                  <a16:creationId xmlns:a16="http://schemas.microsoft.com/office/drawing/2014/main" id="{B5E356A8-8AD7-A34F-9CD8-8F338D4B6A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480"/>
              <a:ext cx="25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>
                  <a:solidFill>
                    <a:schemeClr val="tx2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8925" name="Text Box 69">
              <a:extLst>
                <a:ext uri="{FF2B5EF4-FFF2-40B4-BE49-F238E27FC236}">
                  <a16:creationId xmlns:a16="http://schemas.microsoft.com/office/drawing/2014/main" id="{A7700DF1-E255-6D41-BA4A-58A5BD6518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1440"/>
              <a:ext cx="223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>
                  <a:solidFill>
                    <a:schemeClr val="tx2"/>
                  </a:solidFill>
                  <a:latin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38926" name="Text Box 70">
              <a:extLst>
                <a:ext uri="{FF2B5EF4-FFF2-40B4-BE49-F238E27FC236}">
                  <a16:creationId xmlns:a16="http://schemas.microsoft.com/office/drawing/2014/main" id="{868B2326-E136-BD4D-92C3-7DEEC994F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36" y="2832"/>
              <a:ext cx="25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>
                  <a:solidFill>
                    <a:schemeClr val="tx2"/>
                  </a:solidFill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38927" name="Text Box 71">
              <a:extLst>
                <a:ext uri="{FF2B5EF4-FFF2-40B4-BE49-F238E27FC236}">
                  <a16:creationId xmlns:a16="http://schemas.microsoft.com/office/drawing/2014/main" id="{844628F9-838B-AF42-9B29-5B79AD4AF0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4" y="3542"/>
              <a:ext cx="2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>
                  <a:solidFill>
                    <a:schemeClr val="tx2"/>
                  </a:solidFill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38928" name="Text Box 72">
              <a:extLst>
                <a:ext uri="{FF2B5EF4-FFF2-40B4-BE49-F238E27FC236}">
                  <a16:creationId xmlns:a16="http://schemas.microsoft.com/office/drawing/2014/main" id="{8490CC3E-44E9-464E-9337-3AE0079538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640"/>
              <a:ext cx="258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>
                  <a:solidFill>
                    <a:schemeClr val="tx2"/>
                  </a:solidFill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38929" name="Text Box 73">
              <a:extLst>
                <a:ext uri="{FF2B5EF4-FFF2-40B4-BE49-F238E27FC236}">
                  <a16:creationId xmlns:a16="http://schemas.microsoft.com/office/drawing/2014/main" id="{E8740DED-7F34-F74C-9038-7ED01DB8B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488"/>
              <a:ext cx="276" cy="4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4000">
                  <a:solidFill>
                    <a:schemeClr val="tx2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3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3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3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3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3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3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8202B4E1-809A-924A-8D35-1B919EE8FB2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6943AE-5974-B446-B4BB-0BDB0F5F97C6}" type="slidenum">
              <a:rPr kumimoji="0" lang="zh-CN" altLang="en-US" sz="1200"/>
              <a:pPr/>
              <a:t>17</a:t>
            </a:fld>
            <a:endParaRPr kumimoji="0" lang="en-US" altLang="zh-CN" sz="1200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613FA740-F26E-FE4E-8929-B5381E9816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引理</a:t>
            </a:r>
            <a:r>
              <a:rPr lang="en-US" altLang="zh-CN" sz="6000" dirty="0">
                <a:latin typeface="Times New Roman" charset="0"/>
                <a:ea typeface="楷体_GB2312" charset="0"/>
                <a:cs typeface="+mj-cs"/>
              </a:rPr>
              <a:t>4.4.</a:t>
            </a: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2 </a:t>
            </a:r>
            <a:endParaRPr lang="en-US" altLang="zh-CN" sz="60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56A4D06E-4EFB-B54C-A0FA-84DEC439322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915400" cy="5105400"/>
          </a:xfrm>
        </p:spPr>
        <p:txBody>
          <a:bodyPr/>
          <a:lstStyle/>
          <a:p>
            <a:pPr marL="354013" indent="-354013" algn="just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有限图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的闭合图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是唯一确定的。</a:t>
            </a:r>
          </a:p>
          <a:p>
            <a:pPr marL="354013" indent="-354013" algn="just">
              <a:lnSpc>
                <a:spcPct val="90000"/>
              </a:lnSpc>
              <a:spcBef>
                <a:spcPct val="0"/>
              </a:spcBef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</a:p>
          <a:p>
            <a:pPr marL="354013" indent="-354013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设在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中增加边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后得闭合图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(G)，</a:t>
            </a:r>
          </a:p>
          <a:p>
            <a:pPr marL="354013" indent="-354013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中增加边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后得闭合图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(G)。</a:t>
            </a:r>
          </a:p>
          <a:p>
            <a:pPr marL="354013" indent="-354013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往证：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(G)= 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(G)。</a:t>
            </a:r>
          </a:p>
          <a:p>
            <a:pPr marL="354013" indent="-354013" algn="just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只需证：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{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}={f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}；</a:t>
            </a:r>
          </a:p>
          <a:p>
            <a:pPr marL="354013" indent="-354013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即证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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{f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并且{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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</a:p>
          <a:p>
            <a:pPr marL="354013" indent="-354013">
              <a:lnSpc>
                <a:spcPct val="9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先证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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{f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44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44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44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00505826-A6E7-D94F-B343-2AA28C25F8D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11A0AB7-8C1D-3340-B56B-918C9AD06933}" type="slidenum">
              <a:rPr kumimoji="0" lang="zh-CN" altLang="en-US" sz="1200"/>
              <a:pPr/>
              <a:t>18</a:t>
            </a:fld>
            <a:endParaRPr kumimoji="0" lang="en-US" altLang="zh-CN" sz="1200"/>
          </a:p>
        </p:txBody>
      </p:sp>
      <p:sp>
        <p:nvSpPr>
          <p:cNvPr id="162818" name="Rectangle 2">
            <a:extLst>
              <a:ext uri="{FF2B5EF4-FFF2-40B4-BE49-F238E27FC236}">
                <a16:creationId xmlns:a16="http://schemas.microsoft.com/office/drawing/2014/main" id="{9DA53B6D-A91A-5747-8F2E-C3C25D583F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1524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引理</a:t>
            </a:r>
            <a:r>
              <a:rPr lang="en-US" altLang="zh-CN" sz="6000" dirty="0">
                <a:latin typeface="Times New Roman" charset="0"/>
                <a:ea typeface="楷体_GB2312" charset="0"/>
                <a:cs typeface="+mj-cs"/>
              </a:rPr>
              <a:t>4.4.</a:t>
            </a: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2 </a:t>
            </a:r>
            <a:endParaRPr lang="en-US" altLang="zh-CN" sz="60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484D964F-4556-294E-A6F4-ACCD34523A0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915400" cy="5486400"/>
          </a:xfrm>
        </p:spPr>
        <p:txBody>
          <a:bodyPr/>
          <a:lstStyle/>
          <a:p>
            <a:pPr marL="531813" indent="-531813" algn="just">
              <a:lnSpc>
                <a:spcPct val="105000"/>
              </a:lnSpc>
              <a:spcBef>
                <a:spcPct val="0"/>
              </a:spcBef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反证法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，假设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=uv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是第一个(从左向右看)不在{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中的边，令</a:t>
            </a:r>
          </a:p>
          <a:p>
            <a:pPr marL="531813" indent="-531813" algn="just"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		H=G∪{l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 </a:t>
            </a:r>
          </a:p>
          <a:p>
            <a:pPr marL="531813" indent="-531813" algn="just"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(1)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的子图，而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不在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中，所以，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(u)+d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(v)&lt;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marL="531813" indent="-531813"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(2)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∪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{l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的闭合图，所以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(u)+d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矛盾。</a:t>
            </a:r>
          </a:p>
          <a:p>
            <a:pPr marL="531813" indent="-531813"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所以不存在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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 (i=1,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m) 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{ 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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{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}；</a:t>
            </a:r>
          </a:p>
          <a:p>
            <a:pPr marL="531813" indent="-531813"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同理，{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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{ 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  <a:p>
            <a:pPr marL="531813" indent="-531813" algn="just">
              <a:lnSpc>
                <a:spcPct val="105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故  {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}={f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,f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 ,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(G)= C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(G)</a:t>
            </a:r>
            <a:endParaRPr kumimoji="0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>
            <a:extLst>
              <a:ext uri="{FF2B5EF4-FFF2-40B4-BE49-F238E27FC236}">
                <a16:creationId xmlns:a16="http://schemas.microsoft.com/office/drawing/2014/main" id="{27D3DCF5-E96B-DE4F-8D46-C37F1C4569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6BBAF26-F8BF-844C-BA6E-92815E915DD3}" type="slidenum">
              <a:rPr kumimoji="0" lang="zh-CN" altLang="en-US" sz="1200"/>
              <a:pPr/>
              <a:t>19</a:t>
            </a:fld>
            <a:endParaRPr kumimoji="0" lang="en-US" altLang="zh-CN" sz="12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AD7C0CE9-B8CB-7947-B8A4-2FB330151A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58763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定理4.4.3 </a:t>
            </a:r>
            <a:endParaRPr lang="en-US" altLang="zh-CN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C390ABAA-296C-6F4D-85B0-850A7AA6678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295400"/>
            <a:ext cx="8839200" cy="5105400"/>
          </a:xfrm>
        </p:spPr>
        <p:txBody>
          <a:bodyPr/>
          <a:lstStyle/>
          <a:p>
            <a:pPr marL="365125" indent="-365125"/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有限图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图的充要条件是闭合图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图。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65125" indent="-365125" algn="just"/>
            <a:r>
              <a:rPr kumimoji="0" lang="zh-CN" altLang="en-US" sz="28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加入边序列{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后，得闭合图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由引理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4.4.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1知，</a:t>
            </a:r>
          </a:p>
          <a:p>
            <a:pPr marL="365125" indent="-365125" algn="just">
              <a:buFont typeface="Wingdings" pitchFamily="2" charset="2"/>
              <a:buNone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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G∪{l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图。</a:t>
            </a:r>
          </a:p>
          <a:p>
            <a:pPr marL="365125" indent="-365125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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G∪{l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}∪{l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图。 </a:t>
            </a:r>
          </a:p>
          <a:p>
            <a:pPr marL="365125" indent="-365125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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endParaRPr kumimoji="0" lang="zh-CN" altLang="en-US" sz="28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5125" indent="-365125" algn="just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      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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G∪{l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图。</a:t>
            </a:r>
          </a:p>
          <a:p>
            <a:pPr marL="365125" indent="-365125"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	因此，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图当且仅当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图。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54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54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54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54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4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54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Number Placeholder 5">
            <a:extLst>
              <a:ext uri="{FF2B5EF4-FFF2-40B4-BE49-F238E27FC236}">
                <a16:creationId xmlns:a16="http://schemas.microsoft.com/office/drawing/2014/main" id="{62C31D73-7071-5948-BEE4-9E7DD673BC1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6CF8E16-646C-014C-8B72-5AD7DC52EF4F}" type="slidenum">
              <a:rPr kumimoji="0" lang="zh-CN" altLang="en-US" sz="1200"/>
              <a:pPr/>
              <a:t>20</a:t>
            </a:fld>
            <a:endParaRPr kumimoji="0" lang="en-US" altLang="zh-CN" sz="1200"/>
          </a:p>
        </p:txBody>
      </p:sp>
      <p:sp>
        <p:nvSpPr>
          <p:cNvPr id="106498" name="Rectangle 2">
            <a:extLst>
              <a:ext uri="{FF2B5EF4-FFF2-40B4-BE49-F238E27FC236}">
                <a16:creationId xmlns:a16="http://schemas.microsoft.com/office/drawing/2014/main" id="{616558C9-CDD9-1746-A54C-5FD59DA132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952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宋体" charset="0"/>
                <a:ea typeface="楷体_GB2312" charset="0"/>
                <a:cs typeface="+mj-cs"/>
              </a:rPr>
              <a:t>推论</a:t>
            </a:r>
            <a:endParaRPr lang="en-US" altLang="zh-CN" sz="6000" dirty="0">
              <a:latin typeface="Times New Roman" charset="0"/>
              <a:ea typeface="楷体_GB2312" charset="0"/>
              <a:cs typeface="+mj-cs"/>
            </a:endParaRP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7B778AD-9667-3F4F-92DE-8A39BE5102C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447800"/>
            <a:ext cx="8229600" cy="14478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是有限图，若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是完全的，则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26">
            <a:extLst>
              <a:ext uri="{FF2B5EF4-FFF2-40B4-BE49-F238E27FC236}">
                <a16:creationId xmlns:a16="http://schemas.microsoft.com/office/drawing/2014/main" id="{49DE327D-0D57-8E40-832B-771F9EFB084C}"/>
              </a:ext>
            </a:extLst>
          </p:cNvPr>
          <p:cNvGrpSpPr>
            <a:grpSpLocks/>
          </p:cNvGrpSpPr>
          <p:nvPr/>
        </p:nvGrpSpPr>
        <p:grpSpPr bwMode="auto">
          <a:xfrm>
            <a:off x="3116263" y="3081338"/>
            <a:ext cx="2776537" cy="2987675"/>
            <a:chOff x="1963" y="1941"/>
            <a:chExt cx="1749" cy="1882"/>
          </a:xfrm>
        </p:grpSpPr>
        <p:sp>
          <p:nvSpPr>
            <p:cNvPr id="44037" name="Line 6">
              <a:extLst>
                <a:ext uri="{FF2B5EF4-FFF2-40B4-BE49-F238E27FC236}">
                  <a16:creationId xmlns:a16="http://schemas.microsoft.com/office/drawing/2014/main" id="{32AF0D44-483D-CB40-8209-80E825C04F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4" y="2505"/>
              <a:ext cx="0" cy="839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8" name="Line 7">
              <a:extLst>
                <a:ext uri="{FF2B5EF4-FFF2-40B4-BE49-F238E27FC236}">
                  <a16:creationId xmlns:a16="http://schemas.microsoft.com/office/drawing/2014/main" id="{A66685FF-8E79-FF4F-AC6E-9C7F47CB046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50" y="2003"/>
              <a:ext cx="756" cy="500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39" name="Line 8">
              <a:extLst>
                <a:ext uri="{FF2B5EF4-FFF2-40B4-BE49-F238E27FC236}">
                  <a16:creationId xmlns:a16="http://schemas.microsoft.com/office/drawing/2014/main" id="{E7B1D9FA-FD23-F848-99F6-A3F8D280FF1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868" y="3330"/>
              <a:ext cx="772" cy="413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0" name="Line 9">
              <a:extLst>
                <a:ext uri="{FF2B5EF4-FFF2-40B4-BE49-F238E27FC236}">
                  <a16:creationId xmlns:a16="http://schemas.microsoft.com/office/drawing/2014/main" id="{EB42FB48-47E8-5D4A-BD1A-E336939B3E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8" y="1986"/>
              <a:ext cx="786" cy="499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1" name="Line 10">
              <a:extLst>
                <a:ext uri="{FF2B5EF4-FFF2-40B4-BE49-F238E27FC236}">
                  <a16:creationId xmlns:a16="http://schemas.microsoft.com/office/drawing/2014/main" id="{D21AD5B8-3981-3D49-8C32-38CBDDF82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34" y="3344"/>
              <a:ext cx="772" cy="399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2" name="Line 13">
              <a:extLst>
                <a:ext uri="{FF2B5EF4-FFF2-40B4-BE49-F238E27FC236}">
                  <a16:creationId xmlns:a16="http://schemas.microsoft.com/office/drawing/2014/main" id="{57B5F24A-5FF6-A641-8F46-41A606AE39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50" y="2465"/>
              <a:ext cx="0" cy="839"/>
            </a:xfrm>
            <a:prstGeom prst="line">
              <a:avLst/>
            </a:prstGeom>
            <a:noFill/>
            <a:ln w="5715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043" name="Oval 14">
              <a:extLst>
                <a:ext uri="{FF2B5EF4-FFF2-40B4-BE49-F238E27FC236}">
                  <a16:creationId xmlns:a16="http://schemas.microsoft.com/office/drawing/2014/main" id="{32F5BEC5-B831-C64A-A7D6-53F4C2E3B3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3703"/>
              <a:ext cx="117" cy="1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4044" name="Oval 15">
              <a:extLst>
                <a:ext uri="{FF2B5EF4-FFF2-40B4-BE49-F238E27FC236}">
                  <a16:creationId xmlns:a16="http://schemas.microsoft.com/office/drawing/2014/main" id="{677D5F99-8516-AE44-B33C-062AB240B8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4" y="3264"/>
              <a:ext cx="118" cy="1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4045" name="Oval 16">
              <a:extLst>
                <a:ext uri="{FF2B5EF4-FFF2-40B4-BE49-F238E27FC236}">
                  <a16:creationId xmlns:a16="http://schemas.microsoft.com/office/drawing/2014/main" id="{8E14B92B-4DF2-724B-8E82-63F30554DF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72" y="2425"/>
              <a:ext cx="118" cy="1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4046" name="Oval 17">
              <a:extLst>
                <a:ext uri="{FF2B5EF4-FFF2-40B4-BE49-F238E27FC236}">
                  <a16:creationId xmlns:a16="http://schemas.microsoft.com/office/drawing/2014/main" id="{D0CB8AFA-405F-6C40-A80B-BF8DD69DB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4" y="1941"/>
              <a:ext cx="117" cy="1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4047" name="Oval 18">
              <a:extLst>
                <a:ext uri="{FF2B5EF4-FFF2-40B4-BE49-F238E27FC236}">
                  <a16:creationId xmlns:a16="http://schemas.microsoft.com/office/drawing/2014/main" id="{F9485C3F-D467-AA4F-ABAD-77A21D0089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3" y="2465"/>
              <a:ext cx="118" cy="12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4048" name="Oval 19">
              <a:extLst>
                <a:ext uri="{FF2B5EF4-FFF2-40B4-BE49-F238E27FC236}">
                  <a16:creationId xmlns:a16="http://schemas.microsoft.com/office/drawing/2014/main" id="{6748ECC1-9A78-5A4F-BDD7-7AFDA1E0F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8" y="3277"/>
              <a:ext cx="118" cy="11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5">
            <a:extLst>
              <a:ext uri="{FF2B5EF4-FFF2-40B4-BE49-F238E27FC236}">
                <a16:creationId xmlns:a16="http://schemas.microsoft.com/office/drawing/2014/main" id="{B6F70A4B-2433-AE4F-9A5E-98F9CCD3A7D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5C06584-80BF-1447-AB11-1B1E5C0B17BD}" type="slidenum">
              <a:rPr kumimoji="0" lang="zh-CN" altLang="en-US" sz="1200"/>
              <a:pPr/>
              <a:t>21</a:t>
            </a:fld>
            <a:endParaRPr kumimoji="0" lang="en-US" altLang="zh-CN" sz="12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B24433BE-03EC-C941-8F3D-AE7A1CB26B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Times New Roman" charset="0"/>
                <a:ea typeface="楷体_GB2312" charset="0"/>
                <a:cs typeface="+mj-cs"/>
              </a:rPr>
              <a:t>定理4.4.4 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50E85009-364D-8A49-9871-75C65FA82BA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915400" cy="48006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设有限图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的度序列(即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的各点的度，按大小顺序排成的序列)为(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, 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3。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如果不存在这样的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m, 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/2 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并使得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	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m ,   d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-m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-m</a:t>
            </a:r>
            <a:b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73D574B3-FED5-7D4D-89F3-C5C0C6474DE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EAF0690-AB40-8F4A-B0FE-5170950F1561}" type="slidenum">
              <a:rPr kumimoji="0" lang="zh-CN" altLang="en-US" sz="1200"/>
              <a:pPr/>
              <a:t>22</a:t>
            </a:fld>
            <a:endParaRPr kumimoji="0" lang="en-US" altLang="zh-CN" sz="1200"/>
          </a:p>
        </p:txBody>
      </p:sp>
      <p:sp>
        <p:nvSpPr>
          <p:cNvPr id="180226" name="Rectangle 2">
            <a:extLst>
              <a:ext uri="{FF2B5EF4-FFF2-40B4-BE49-F238E27FC236}">
                <a16:creationId xmlns:a16="http://schemas.microsoft.com/office/drawing/2014/main" id="{85A4BAA9-52D4-484F-8E9D-30807B2795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76200"/>
            <a:ext cx="1295400" cy="1143000"/>
          </a:xfrm>
        </p:spPr>
        <p:txBody>
          <a:bodyPr/>
          <a:lstStyle/>
          <a:p>
            <a:pPr marL="320040" indent="-320040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ea typeface="+mj-ea"/>
                <a:cs typeface="+mj-cs"/>
              </a:rPr>
              <a:t>例：</a:t>
            </a:r>
          </a:p>
        </p:txBody>
      </p:sp>
      <p:sp>
        <p:nvSpPr>
          <p:cNvPr id="47107" name="Line 70">
            <a:extLst>
              <a:ext uri="{FF2B5EF4-FFF2-40B4-BE49-F238E27FC236}">
                <a16:creationId xmlns:a16="http://schemas.microsoft.com/office/drawing/2014/main" id="{47D25838-4908-EF4C-B6F9-7E2E55677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66950" y="457200"/>
            <a:ext cx="0" cy="5651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92" name="Line 68">
            <a:extLst>
              <a:ext uri="{FF2B5EF4-FFF2-40B4-BE49-F238E27FC236}">
                <a16:creationId xmlns:a16="http://schemas.microsoft.com/office/drawing/2014/main" id="{E9297253-05BD-C04F-81C4-023F466B63B2}"/>
              </a:ext>
            </a:extLst>
          </p:cNvPr>
          <p:cNvSpPr>
            <a:spLocks noChangeShapeType="1"/>
          </p:cNvSpPr>
          <p:nvPr/>
        </p:nvSpPr>
        <p:spPr bwMode="auto">
          <a:xfrm>
            <a:off x="8305800" y="1219200"/>
            <a:ext cx="0" cy="15240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28" name="Arc 4">
            <a:extLst>
              <a:ext uri="{FF2B5EF4-FFF2-40B4-BE49-F238E27FC236}">
                <a16:creationId xmlns:a16="http://schemas.microsoft.com/office/drawing/2014/main" id="{CA53DC60-4BFF-FC4A-9A30-75710D5D2553}"/>
              </a:ext>
            </a:extLst>
          </p:cNvPr>
          <p:cNvSpPr>
            <a:spLocks/>
          </p:cNvSpPr>
          <p:nvPr/>
        </p:nvSpPr>
        <p:spPr bwMode="auto">
          <a:xfrm flipH="1">
            <a:off x="1400175" y="379413"/>
            <a:ext cx="762000" cy="1452562"/>
          </a:xfrm>
          <a:custGeom>
            <a:avLst/>
            <a:gdLst>
              <a:gd name="T0" fmla="*/ 0 w 21600"/>
              <a:gd name="T1" fmla="*/ 0 h 43200"/>
              <a:gd name="T2" fmla="*/ 0 w 21600"/>
              <a:gd name="T3" fmla="*/ 2147483647 h 43200"/>
              <a:gd name="T4" fmla="*/ 0 w 21600"/>
              <a:gd name="T5" fmla="*/ 2147483647 h 43200"/>
              <a:gd name="T6" fmla="*/ 0 60000 65536"/>
              <a:gd name="T7" fmla="*/ 0 60000 65536"/>
              <a:gd name="T8" fmla="*/ 0 60000 65536"/>
              <a:gd name="T9" fmla="*/ 0 w 21600"/>
              <a:gd name="T10" fmla="*/ 0 h 43200"/>
              <a:gd name="T11" fmla="*/ 21600 w 216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43200" fill="none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</a:path>
              <a:path w="21600" h="43200" stroke="0" extrusionOk="0">
                <a:moveTo>
                  <a:pt x="-1" y="0"/>
                </a:moveTo>
                <a:cubicBezTo>
                  <a:pt x="11929" y="0"/>
                  <a:pt x="21600" y="9670"/>
                  <a:pt x="21600" y="21600"/>
                </a:cubicBezTo>
                <a:cubicBezTo>
                  <a:pt x="21600" y="33529"/>
                  <a:pt x="11929" y="43199"/>
                  <a:pt x="0" y="43200"/>
                </a:cubicBezTo>
                <a:lnTo>
                  <a:pt x="0" y="21600"/>
                </a:lnTo>
                <a:lnTo>
                  <a:pt x="-1" y="0"/>
                </a:lnTo>
                <a:close/>
              </a:path>
            </a:pathLst>
          </a:cu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0229" name="Line 5">
            <a:extLst>
              <a:ext uri="{FF2B5EF4-FFF2-40B4-BE49-F238E27FC236}">
                <a16:creationId xmlns:a16="http://schemas.microsoft.com/office/drawing/2014/main" id="{273F04A5-328F-D046-812C-D023CDCFB3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7500" y="1155700"/>
            <a:ext cx="1863725" cy="23939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30" name="Line 6">
            <a:extLst>
              <a:ext uri="{FF2B5EF4-FFF2-40B4-BE49-F238E27FC236}">
                <a16:creationId xmlns:a16="http://schemas.microsoft.com/office/drawing/2014/main" id="{D59B10A4-7001-CB47-A942-4D9C2E7CCA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09575" y="3092450"/>
            <a:ext cx="3146425" cy="484188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31" name="Line 7">
            <a:extLst>
              <a:ext uri="{FF2B5EF4-FFF2-40B4-BE49-F238E27FC236}">
                <a16:creationId xmlns:a16="http://schemas.microsoft.com/office/drawing/2014/main" id="{DAFC2E94-E31C-4344-A3AB-B6C2B170C8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913063" y="2716213"/>
            <a:ext cx="611187" cy="322262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32" name="Line 8">
            <a:extLst>
              <a:ext uri="{FF2B5EF4-FFF2-40B4-BE49-F238E27FC236}">
                <a16:creationId xmlns:a16="http://schemas.microsoft.com/office/drawing/2014/main" id="{5229C43E-C6AC-C042-8DF6-CD543FC16620}"/>
              </a:ext>
            </a:extLst>
          </p:cNvPr>
          <p:cNvSpPr>
            <a:spLocks noChangeShapeType="1"/>
          </p:cNvSpPr>
          <p:nvPr/>
        </p:nvSpPr>
        <p:spPr bwMode="auto">
          <a:xfrm>
            <a:off x="1857375" y="2667000"/>
            <a:ext cx="914400" cy="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80233" name="Line 9">
            <a:extLst>
              <a:ext uri="{FF2B5EF4-FFF2-40B4-BE49-F238E27FC236}">
                <a16:creationId xmlns:a16="http://schemas.microsoft.com/office/drawing/2014/main" id="{06B99FD2-DD9F-E54E-ABCF-01FDEEA3AD7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812925" y="1855788"/>
            <a:ext cx="428625" cy="752475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34" name="Line 10">
            <a:extLst>
              <a:ext uri="{FF2B5EF4-FFF2-40B4-BE49-F238E27FC236}">
                <a16:creationId xmlns:a16="http://schemas.microsoft.com/office/drawing/2014/main" id="{B44EF445-F686-9B4B-A657-AA032D4935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09663" y="484188"/>
            <a:ext cx="1100137" cy="2581275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35" name="Line 11">
            <a:extLst>
              <a:ext uri="{FF2B5EF4-FFF2-40B4-BE49-F238E27FC236}">
                <a16:creationId xmlns:a16="http://schemas.microsoft.com/office/drawing/2014/main" id="{8DF94116-08B5-A04E-906F-943A2D80B9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9663" y="3092450"/>
            <a:ext cx="3300412" cy="5651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7" name="Line 12">
            <a:extLst>
              <a:ext uri="{FF2B5EF4-FFF2-40B4-BE49-F238E27FC236}">
                <a16:creationId xmlns:a16="http://schemas.microsoft.com/office/drawing/2014/main" id="{5CD4E7B5-B0DC-304D-A48A-BE75E0D8BC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171575" y="1801813"/>
            <a:ext cx="1100138" cy="1182687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8" name="Line 13">
            <a:extLst>
              <a:ext uri="{FF2B5EF4-FFF2-40B4-BE49-F238E27FC236}">
                <a16:creationId xmlns:a16="http://schemas.microsoft.com/office/drawing/2014/main" id="{4B2C9342-82A8-714C-A927-1879C94A3B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71713" y="1182688"/>
            <a:ext cx="0" cy="5651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9" name="Line 14">
            <a:extLst>
              <a:ext uri="{FF2B5EF4-FFF2-40B4-BE49-F238E27FC236}">
                <a16:creationId xmlns:a16="http://schemas.microsoft.com/office/drawing/2014/main" id="{03995534-385F-AC4F-8423-E00574D86F9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3325" y="3065463"/>
            <a:ext cx="2413000" cy="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0" name="Line 15">
            <a:extLst>
              <a:ext uri="{FF2B5EF4-FFF2-40B4-BE49-F238E27FC236}">
                <a16:creationId xmlns:a16="http://schemas.microsoft.com/office/drawing/2014/main" id="{2648AADF-E2AA-FA4B-911C-FE9D9D8E0535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038" y="1855788"/>
            <a:ext cx="549275" cy="8064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1" name="Line 16">
            <a:extLst>
              <a:ext uri="{FF2B5EF4-FFF2-40B4-BE49-F238E27FC236}">
                <a16:creationId xmlns:a16="http://schemas.microsoft.com/office/drawing/2014/main" id="{9DDF3600-822A-E042-AB0B-C1D73E64FC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52600" y="1182688"/>
            <a:ext cx="457200" cy="1452562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2" name="Line 17">
            <a:extLst>
              <a:ext uri="{FF2B5EF4-FFF2-40B4-BE49-F238E27FC236}">
                <a16:creationId xmlns:a16="http://schemas.microsoft.com/office/drawing/2014/main" id="{93DBF7E5-68E1-1246-A70B-FA3DAC20A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301875" y="457200"/>
            <a:ext cx="1254125" cy="2554288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3" name="Line 18">
            <a:extLst>
              <a:ext uri="{FF2B5EF4-FFF2-40B4-BE49-F238E27FC236}">
                <a16:creationId xmlns:a16="http://schemas.microsoft.com/office/drawing/2014/main" id="{D53679C4-5900-7A48-9B88-4E6E0B785D9F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2038" y="1182688"/>
            <a:ext cx="549275" cy="1452562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4" name="Line 19">
            <a:extLst>
              <a:ext uri="{FF2B5EF4-FFF2-40B4-BE49-F238E27FC236}">
                <a16:creationId xmlns:a16="http://schemas.microsoft.com/office/drawing/2014/main" id="{443CD167-51FA-AF4A-B1AB-A0DBE866E2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3788" y="1155700"/>
            <a:ext cx="1220787" cy="19367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5" name="Line 20">
            <a:extLst>
              <a:ext uri="{FF2B5EF4-FFF2-40B4-BE49-F238E27FC236}">
                <a16:creationId xmlns:a16="http://schemas.microsoft.com/office/drawing/2014/main" id="{BB6DF340-682A-0C41-BB8F-CBC0C60AE1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1413" y="1182688"/>
            <a:ext cx="1068387" cy="1801812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6" name="Line 21">
            <a:extLst>
              <a:ext uri="{FF2B5EF4-FFF2-40B4-BE49-F238E27FC236}">
                <a16:creationId xmlns:a16="http://schemas.microsoft.com/office/drawing/2014/main" id="{86FE9D16-2030-514F-AB4B-7C4540CB4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5050" y="3124200"/>
            <a:ext cx="835025" cy="506413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7" name="Line 22">
            <a:extLst>
              <a:ext uri="{FF2B5EF4-FFF2-40B4-BE49-F238E27FC236}">
                <a16:creationId xmlns:a16="http://schemas.microsoft.com/office/drawing/2014/main" id="{65075FA9-6C25-024C-9724-F10EABC0506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71575" y="2662238"/>
            <a:ext cx="549275" cy="376237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8" name="Line 23">
            <a:extLst>
              <a:ext uri="{FF2B5EF4-FFF2-40B4-BE49-F238E27FC236}">
                <a16:creationId xmlns:a16="http://schemas.microsoft.com/office/drawing/2014/main" id="{77155732-BC3A-2448-B9DD-81FD3FA60CF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47663" y="3124200"/>
            <a:ext cx="720725" cy="4254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29" name="Line 24">
            <a:extLst>
              <a:ext uri="{FF2B5EF4-FFF2-40B4-BE49-F238E27FC236}">
                <a16:creationId xmlns:a16="http://schemas.microsoft.com/office/drawing/2014/main" id="{06764E34-AB04-8B43-8E54-B3F8E6444F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812925" y="2716213"/>
            <a:ext cx="1743075" cy="3492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0" name="Line 25">
            <a:extLst>
              <a:ext uri="{FF2B5EF4-FFF2-40B4-BE49-F238E27FC236}">
                <a16:creationId xmlns:a16="http://schemas.microsoft.com/office/drawing/2014/main" id="{9461637D-3F4B-C147-B435-1F3198C5BB21}"/>
              </a:ext>
            </a:extLst>
          </p:cNvPr>
          <p:cNvSpPr>
            <a:spLocks noChangeShapeType="1"/>
          </p:cNvSpPr>
          <p:nvPr/>
        </p:nvSpPr>
        <p:spPr bwMode="auto">
          <a:xfrm>
            <a:off x="2363788" y="1855788"/>
            <a:ext cx="1192212" cy="1182687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1" name="Line 26">
            <a:extLst>
              <a:ext uri="{FF2B5EF4-FFF2-40B4-BE49-F238E27FC236}">
                <a16:creationId xmlns:a16="http://schemas.microsoft.com/office/drawing/2014/main" id="{819EF142-C65B-A74A-BB06-577D1576F4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203325" y="2689225"/>
            <a:ext cx="1649413" cy="376238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2" name="Oval 27">
            <a:extLst>
              <a:ext uri="{FF2B5EF4-FFF2-40B4-BE49-F238E27FC236}">
                <a16:creationId xmlns:a16="http://schemas.microsoft.com/office/drawing/2014/main" id="{02E1E1DE-1C86-0149-9FDC-823BE1B7A9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2350" y="2943225"/>
            <a:ext cx="249238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7133" name="Oval 28">
            <a:extLst>
              <a:ext uri="{FF2B5EF4-FFF2-40B4-BE49-F238E27FC236}">
                <a16:creationId xmlns:a16="http://schemas.microsoft.com/office/drawing/2014/main" id="{10AFB535-7327-7542-8D63-9595992E0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8463" y="2514600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7134" name="Oval 29">
            <a:extLst>
              <a:ext uri="{FF2B5EF4-FFF2-40B4-BE49-F238E27FC236}">
                <a16:creationId xmlns:a16="http://schemas.microsoft.com/office/drawing/2014/main" id="{96277FB8-1173-6B48-9550-E79FEA3092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3600" y="304800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7135" name="Oval 30">
            <a:extLst>
              <a:ext uri="{FF2B5EF4-FFF2-40B4-BE49-F238E27FC236}">
                <a16:creationId xmlns:a16="http://schemas.microsoft.com/office/drawing/2014/main" id="{58719EB7-11BF-2149-87BC-75E69C1CF2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238" y="995363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7136" name="Oval 31">
            <a:extLst>
              <a:ext uri="{FF2B5EF4-FFF2-40B4-BE49-F238E27FC236}">
                <a16:creationId xmlns:a16="http://schemas.microsoft.com/office/drawing/2014/main" id="{98A5C050-5D77-FF44-B7D3-877BF7EEB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4238" y="1690688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7137" name="Oval 32">
            <a:extLst>
              <a:ext uri="{FF2B5EF4-FFF2-40B4-BE49-F238E27FC236}">
                <a16:creationId xmlns:a16="http://schemas.microsoft.com/office/drawing/2014/main" id="{BE5ABEA4-1794-0F45-BA40-99778018DE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0025" y="2543175"/>
            <a:ext cx="249238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7138" name="Oval 33">
            <a:extLst>
              <a:ext uri="{FF2B5EF4-FFF2-40B4-BE49-F238E27FC236}">
                <a16:creationId xmlns:a16="http://schemas.microsoft.com/office/drawing/2014/main" id="{53B3DA87-680F-0846-884D-3B42F9714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0275" y="2971800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80258" name="Line 34">
            <a:extLst>
              <a:ext uri="{FF2B5EF4-FFF2-40B4-BE49-F238E27FC236}">
                <a16:creationId xmlns:a16="http://schemas.microsoft.com/office/drawing/2014/main" id="{FB63FF3D-AC51-7840-9EF7-1A8A3BD72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2395538" y="1155700"/>
            <a:ext cx="1982787" cy="2393950"/>
          </a:xfrm>
          <a:prstGeom prst="line">
            <a:avLst/>
          </a:prstGeom>
          <a:noFill/>
          <a:ln w="28575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40" name="Oval 35">
            <a:extLst>
              <a:ext uri="{FF2B5EF4-FFF2-40B4-BE49-F238E27FC236}">
                <a16:creationId xmlns:a16="http://schemas.microsoft.com/office/drawing/2014/main" id="{50E1FF9B-65D2-AC40-AC65-EAA8E5F0E3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5" y="3490913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47141" name="Oval 36">
            <a:extLst>
              <a:ext uri="{FF2B5EF4-FFF2-40B4-BE49-F238E27FC236}">
                <a16:creationId xmlns:a16="http://schemas.microsoft.com/office/drawing/2014/main" id="{E4B33905-86FB-7C42-ABBF-7863229E6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1175" y="3505200"/>
            <a:ext cx="250825" cy="2286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endParaRPr kumimoji="0" lang="zh-CN" altLang="en-US" sz="1800"/>
          </a:p>
        </p:txBody>
      </p:sp>
      <p:sp>
        <p:nvSpPr>
          <p:cNvPr id="180261" name="Text Box 37">
            <a:extLst>
              <a:ext uri="{FF2B5EF4-FFF2-40B4-BE49-F238E27FC236}">
                <a16:creationId xmlns:a16="http://schemas.microsoft.com/office/drawing/2014/main" id="{E0E88195-DE04-BE48-9FEE-0D6535B7E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" y="4093964"/>
            <a:ext cx="4876800" cy="21544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(d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6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7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8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9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)=</a:t>
            </a:r>
            <a:br>
              <a:rPr lang="en-US" altLang="zh-CN" sz="2800" dirty="0"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(3,3,4,5,5,6,8,8,8)</a:t>
            </a:r>
          </a:p>
          <a:p>
            <a:pPr>
              <a:defRPr/>
            </a:pPr>
            <a:r>
              <a:rPr lang="en-US" altLang="zh-CN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=9, /2=4.5</a:t>
            </a:r>
          </a:p>
          <a:p>
            <a:pPr>
              <a:defRPr/>
            </a:pPr>
            <a:r>
              <a:rPr lang="zh-CN" altLang="en-US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存在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m, m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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/2,</a:t>
            </a:r>
            <a:r>
              <a:rPr lang="zh-CN" altLang="en-US" sz="2800" dirty="0">
                <a:latin typeface="Times New Roman" pitchFamily="18" charset="0"/>
                <a:ea typeface="楷体_GB2312" pitchFamily="49" charset="-122"/>
              </a:rPr>
              <a:t>并使得</a:t>
            </a:r>
            <a:br>
              <a:rPr lang="zh-CN" altLang="en-US" sz="2800" dirty="0"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dirty="0" err="1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800" baseline="-30000" dirty="0" err="1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800" dirty="0" err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lang="en-US" altLang="zh-CN" sz="2800" dirty="0" err="1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 ,   d</a:t>
            </a:r>
            <a:r>
              <a:rPr lang="en-US" altLang="zh-CN" sz="2800" baseline="-300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</a:t>
            </a:r>
            <a:r>
              <a:rPr lang="en-US" altLang="zh-CN" sz="2800" baseline="-30000" dirty="0">
                <a:latin typeface="Times New Roman" pitchFamily="18" charset="0"/>
                <a:ea typeface="楷体_GB2312" pitchFamily="49" charset="-122"/>
              </a:rPr>
              <a:t>-m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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-m</a:t>
            </a:r>
            <a:r>
              <a:rPr lang="zh-CN" altLang="en-US" sz="2800" dirty="0">
                <a:latin typeface="Times New Roman" pitchFamily="18" charset="0"/>
                <a:ea typeface="楷体_GB2312" pitchFamily="49" charset="-122"/>
              </a:rPr>
              <a:t>？</a:t>
            </a:r>
          </a:p>
        </p:txBody>
      </p:sp>
      <p:sp>
        <p:nvSpPr>
          <p:cNvPr id="180263" name="Line 39">
            <a:extLst>
              <a:ext uri="{FF2B5EF4-FFF2-40B4-BE49-F238E27FC236}">
                <a16:creationId xmlns:a16="http://schemas.microsoft.com/office/drawing/2014/main" id="{08D7208C-FAC3-184E-9CF9-71D16B9C27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7313" y="1228725"/>
            <a:ext cx="0" cy="16002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64" name="Line 40">
            <a:extLst>
              <a:ext uri="{FF2B5EF4-FFF2-40B4-BE49-F238E27FC236}">
                <a16:creationId xmlns:a16="http://schemas.microsoft.com/office/drawing/2014/main" id="{59A2B2BD-92EE-1F47-9AB3-9FDD0C1BF6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197475" y="271463"/>
            <a:ext cx="1462088" cy="9525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65" name="Line 41">
            <a:extLst>
              <a:ext uri="{FF2B5EF4-FFF2-40B4-BE49-F238E27FC236}">
                <a16:creationId xmlns:a16="http://schemas.microsoft.com/office/drawing/2014/main" id="{CDBA240A-8AE2-2B4C-8A61-B835156A7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6719888" y="238125"/>
            <a:ext cx="1520825" cy="9525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70" name="Line 46">
            <a:extLst>
              <a:ext uri="{FF2B5EF4-FFF2-40B4-BE49-F238E27FC236}">
                <a16:creationId xmlns:a16="http://schemas.microsoft.com/office/drawing/2014/main" id="{6251D8F8-D718-2E41-A705-29138443F46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778625" y="2801938"/>
            <a:ext cx="1492250" cy="788987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0271" name="Line 47">
            <a:extLst>
              <a:ext uri="{FF2B5EF4-FFF2-40B4-BE49-F238E27FC236}">
                <a16:creationId xmlns:a16="http://schemas.microsoft.com/office/drawing/2014/main" id="{80B3DC38-7C43-8547-A43E-3723C9EB8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7313" y="2828925"/>
            <a:ext cx="1492250" cy="762000"/>
          </a:xfrm>
          <a:prstGeom prst="line">
            <a:avLst/>
          </a:prstGeom>
          <a:noFill/>
          <a:ln w="38100">
            <a:solidFill>
              <a:srgbClr val="00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66">
            <a:extLst>
              <a:ext uri="{FF2B5EF4-FFF2-40B4-BE49-F238E27FC236}">
                <a16:creationId xmlns:a16="http://schemas.microsoft.com/office/drawing/2014/main" id="{23695C95-D42D-074E-921E-D2BF02FAB0BF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152400"/>
            <a:ext cx="3381375" cy="3590925"/>
            <a:chOff x="3168" y="96"/>
            <a:chExt cx="2130" cy="2262"/>
          </a:xfrm>
        </p:grpSpPr>
        <p:sp>
          <p:nvSpPr>
            <p:cNvPr id="47150" name="Oval 43">
              <a:extLst>
                <a:ext uri="{FF2B5EF4-FFF2-40B4-BE49-F238E27FC236}">
                  <a16:creationId xmlns:a16="http://schemas.microsoft.com/office/drawing/2014/main" id="{92ED1F2B-8F18-2346-95C9-974D1B5858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27" y="67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7151" name="Oval 44">
              <a:extLst>
                <a:ext uri="{FF2B5EF4-FFF2-40B4-BE49-F238E27FC236}">
                  <a16:creationId xmlns:a16="http://schemas.microsoft.com/office/drawing/2014/main" id="{B8F97799-0D3E-884C-856A-44823835F1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72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7152" name="Line 48">
              <a:extLst>
                <a:ext uri="{FF2B5EF4-FFF2-40B4-BE49-F238E27FC236}">
                  <a16:creationId xmlns:a16="http://schemas.microsoft.com/office/drawing/2014/main" id="{7F9908AC-FC3A-B740-ABF6-EA2710FB56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14" y="191"/>
              <a:ext cx="996" cy="153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3" name="Line 49">
              <a:extLst>
                <a:ext uri="{FF2B5EF4-FFF2-40B4-BE49-F238E27FC236}">
                  <a16:creationId xmlns:a16="http://schemas.microsoft.com/office/drawing/2014/main" id="{62F16D28-78FE-A64C-A512-78CFF4055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74" y="171"/>
              <a:ext cx="977" cy="157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154" name="Oval 50">
              <a:extLst>
                <a:ext uri="{FF2B5EF4-FFF2-40B4-BE49-F238E27FC236}">
                  <a16:creationId xmlns:a16="http://schemas.microsoft.com/office/drawing/2014/main" id="{03BA9590-6B22-4845-9850-BD93519A61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21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7155" name="Oval 51">
              <a:extLst>
                <a:ext uri="{FF2B5EF4-FFF2-40B4-BE49-F238E27FC236}">
                  <a16:creationId xmlns:a16="http://schemas.microsoft.com/office/drawing/2014/main" id="{87F8DF4D-C9FC-D846-BA7F-79C573B84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4" y="168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7156" name="Oval 52">
              <a:extLst>
                <a:ext uri="{FF2B5EF4-FFF2-40B4-BE49-F238E27FC236}">
                  <a16:creationId xmlns:a16="http://schemas.microsoft.com/office/drawing/2014/main" id="{7E7A1D5C-6309-6F4A-AC6D-7462809AE1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5" y="96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47157" name="Oval 53">
              <a:extLst>
                <a:ext uri="{FF2B5EF4-FFF2-40B4-BE49-F238E27FC236}">
                  <a16:creationId xmlns:a16="http://schemas.microsoft.com/office/drawing/2014/main" id="{93CEC18D-98DC-7F4A-AF61-C7B5CEE833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8" y="1701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180293" name="Text Box 69">
            <a:extLst>
              <a:ext uri="{FF2B5EF4-FFF2-40B4-BE49-F238E27FC236}">
                <a16:creationId xmlns:a16="http://schemas.microsoft.com/office/drawing/2014/main" id="{0B621ECD-FF2F-7A44-A626-CC30476C10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4114800"/>
            <a:ext cx="3581400" cy="2154436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lIns="0" tIns="0" rIns="0" bIns="0">
            <a:spAutoFit/>
          </a:bodyPr>
          <a:lstStyle/>
          <a:p>
            <a:pPr>
              <a:defRPr/>
            </a:pP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(d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1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2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3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4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5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,d</a:t>
            </a:r>
            <a:r>
              <a:rPr lang="en-US" altLang="zh-CN" sz="2800" baseline="-25000" dirty="0">
                <a:latin typeface="Times New Roman" pitchFamily="18" charset="0"/>
                <a:ea typeface="楷体_GB2312" pitchFamily="49" charset="-122"/>
              </a:rPr>
              <a:t>6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)</a:t>
            </a:r>
            <a:br>
              <a:rPr lang="en-US" altLang="zh-CN" sz="2800" dirty="0"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=(2,2,2,3,3,4)</a:t>
            </a:r>
          </a:p>
          <a:p>
            <a:pPr>
              <a:defRPr/>
            </a:pPr>
            <a:r>
              <a:rPr lang="en-US" altLang="zh-CN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=6, /2=3</a:t>
            </a:r>
          </a:p>
          <a:p>
            <a:pPr>
              <a:defRPr/>
            </a:pPr>
            <a:r>
              <a:rPr lang="zh-CN" altLang="en-US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存在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m, m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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/2,</a:t>
            </a:r>
            <a:r>
              <a:rPr lang="zh-CN" altLang="en-US" sz="2800" dirty="0">
                <a:latin typeface="Times New Roman" pitchFamily="18" charset="0"/>
                <a:ea typeface="楷体_GB2312" pitchFamily="49" charset="-122"/>
              </a:rPr>
              <a:t>并使得</a:t>
            </a:r>
            <a:br>
              <a:rPr lang="zh-CN" altLang="en-US" sz="2800" dirty="0">
                <a:latin typeface="Times New Roman" pitchFamily="18" charset="0"/>
                <a:ea typeface="楷体_GB2312" pitchFamily="49" charset="-122"/>
              </a:rPr>
            </a:br>
            <a:r>
              <a:rPr lang="en-US" altLang="zh-CN" sz="2800" dirty="0" err="1">
                <a:latin typeface="Times New Roman" pitchFamily="18" charset="0"/>
                <a:ea typeface="楷体_GB2312" pitchFamily="49" charset="-122"/>
              </a:rPr>
              <a:t>d</a:t>
            </a:r>
            <a:r>
              <a:rPr lang="en-US" altLang="zh-CN" sz="2800" baseline="-30000" dirty="0" err="1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800" dirty="0" err="1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</a:t>
            </a:r>
            <a:r>
              <a:rPr lang="en-US" altLang="zh-CN" sz="2800" dirty="0" err="1">
                <a:latin typeface="Times New Roman" pitchFamily="18" charset="0"/>
                <a:ea typeface="楷体_GB2312" pitchFamily="49" charset="-122"/>
              </a:rPr>
              <a:t>m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 ,   d</a:t>
            </a:r>
            <a:r>
              <a:rPr lang="en-US" altLang="zh-CN" sz="2800" baseline="-300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</a:t>
            </a:r>
            <a:r>
              <a:rPr lang="en-US" altLang="zh-CN" sz="2800" baseline="-30000" dirty="0">
                <a:latin typeface="Times New Roman" pitchFamily="18" charset="0"/>
                <a:ea typeface="楷体_GB2312" pitchFamily="49" charset="-122"/>
              </a:rPr>
              <a:t>-m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  <a:sym typeface="Symbol" pitchFamily="18" charset="2"/>
              </a:rPr>
              <a:t></a:t>
            </a:r>
            <a:r>
              <a:rPr lang="en-US" altLang="zh-CN" sz="2800" dirty="0">
                <a:latin typeface="Times New Roman" pitchFamily="18" charset="0"/>
                <a:ea typeface="楷体_GB2312" pitchFamily="49" charset="-122"/>
              </a:rPr>
              <a:t>-m</a:t>
            </a:r>
            <a:r>
              <a:rPr lang="zh-CN" altLang="en-US" sz="2800" dirty="0">
                <a:latin typeface="Times New Roman" pitchFamily="18" charset="0"/>
                <a:ea typeface="楷体_GB2312" pitchFamily="49" charset="-122"/>
              </a:rPr>
              <a:t>？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" dur="500" fill="hold"/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7" dur="500" fill="hold"/>
                                        <p:tgtEl>
                                          <p:spTgt spid="18023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9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10" dur="500" fill="hold"/>
                                        <p:tgtEl>
                                          <p:spTgt spid="18023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2" dur="500" fill="hold"/>
                                        <p:tgtEl>
                                          <p:spTgt spid="18025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13" dur="500" fill="hold"/>
                                        <p:tgtEl>
                                          <p:spTgt spid="18025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5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16" dur="500" fill="hold"/>
                                        <p:tgtEl>
                                          <p:spTgt spid="18022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18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18023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1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8023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4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25" dur="500" fill="hold"/>
                                        <p:tgtEl>
                                          <p:spTgt spid="18023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27" dur="500" fill="hold"/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28" dur="500" fill="hold"/>
                                        <p:tgtEl>
                                          <p:spTgt spid="18023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30" dur="5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80228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8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1" dur="500"/>
                                        <p:tgtEl>
                                          <p:spTgt spid="180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4" dur="500"/>
                                        <p:tgtEl>
                                          <p:spTgt spid="180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7" dur="500"/>
                                        <p:tgtEl>
                                          <p:spTgt spid="180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0" dur="500"/>
                                        <p:tgtEl>
                                          <p:spTgt spid="180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3" dur="500"/>
                                        <p:tgtEl>
                                          <p:spTgt spid="180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8" presetClass="entr" presetSubtype="1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9" dur="500"/>
                                        <p:tgtEl>
                                          <p:spTgt spid="18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7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3" dur="500" fill="hold"/>
                                        <p:tgtEl>
                                          <p:spTgt spid="18026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18026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6" dur="500" fill="hold"/>
                                        <p:tgtEl>
                                          <p:spTgt spid="180263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180263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69" dur="500" fill="hold"/>
                                        <p:tgtEl>
                                          <p:spTgt spid="180271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70" dur="500" fill="hold"/>
                                        <p:tgtEl>
                                          <p:spTgt spid="180271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2" dur="500" fill="hold"/>
                                        <p:tgtEl>
                                          <p:spTgt spid="18027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18027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5" dur="500" fill="hold"/>
                                        <p:tgtEl>
                                          <p:spTgt spid="18026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76" dur="500" fill="hold"/>
                                        <p:tgtEl>
                                          <p:spTgt spid="180265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7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>
                                        <p:cTn id="78" dur="500" fill="hold"/>
                                        <p:tgtEl>
                                          <p:spTgt spid="180292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a:srgbClr val="FF9300"/>
                                      </p:to>
                                    </p:animClr>
                                    <p:set>
                                      <p:cBhvr>
                                        <p:cTn id="79" dur="500" fill="hold"/>
                                        <p:tgtEl>
                                          <p:spTgt spid="180292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18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0292" grpId="0" animBg="1"/>
      <p:bldP spid="180261" grpId="0"/>
      <p:bldP spid="180263" grpId="0" animBg="1"/>
      <p:bldP spid="180264" grpId="0" animBg="1"/>
      <p:bldP spid="180265" grpId="0" animBg="1"/>
      <p:bldP spid="180270" grpId="0" animBg="1"/>
      <p:bldP spid="180271" grpId="0" animBg="1"/>
      <p:bldP spid="180293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A0278A34-4C41-D445-9458-C8F42989987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E7903FC-1752-BE48-8ACB-C7986057ACFE}" type="slidenum">
              <a:rPr kumimoji="0" lang="zh-CN" altLang="en-US" sz="1200"/>
              <a:pPr/>
              <a:t>23</a:t>
            </a:fld>
            <a:endParaRPr kumimoji="0" lang="en-US" altLang="zh-CN" sz="1200"/>
          </a:p>
        </p:txBody>
      </p:sp>
      <p:sp>
        <p:nvSpPr>
          <p:cNvPr id="165890" name="Rectangle 2">
            <a:extLst>
              <a:ext uri="{FF2B5EF4-FFF2-40B4-BE49-F238E27FC236}">
                <a16:creationId xmlns:a16="http://schemas.microsoft.com/office/drawing/2014/main" id="{80F85EB8-28DA-D24D-BA69-F3B7BBC769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29718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5400" dirty="0">
                <a:latin typeface="楷体_GB2312" charset="0"/>
                <a:ea typeface="楷体_GB2312" charset="0"/>
                <a:cs typeface="+mj-cs"/>
              </a:rPr>
              <a:t>证明： </a:t>
            </a:r>
          </a:p>
        </p:txBody>
      </p:sp>
      <p:sp>
        <p:nvSpPr>
          <p:cNvPr id="165891" name="Rectangle 3">
            <a:extLst>
              <a:ext uri="{FF2B5EF4-FFF2-40B4-BE49-F238E27FC236}">
                <a16:creationId xmlns:a16="http://schemas.microsoft.com/office/drawing/2014/main" id="{22BAA4A2-74FC-D04F-97A0-86FED083889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676400"/>
            <a:ext cx="8839200" cy="4800600"/>
          </a:xfrm>
        </p:spPr>
        <p:txBody>
          <a:bodyPr/>
          <a:lstStyle/>
          <a:p>
            <a:pPr marL="365125" indent="-365125">
              <a:lnSpc>
                <a:spcPct val="90000"/>
              </a:lnSpc>
              <a:tabLst>
                <a:tab pos="365125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往证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的闭合图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是完全图。用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d(u)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记点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中的度，用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记点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中的度。</a:t>
            </a:r>
          </a:p>
          <a:p>
            <a:pPr marL="365125" indent="-365125">
              <a:lnSpc>
                <a:spcPct val="90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zh-CN" altLang="en-US" sz="2800">
                <a:solidFill>
                  <a:srgbClr val="DFEF49"/>
                </a:solidFill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反证法，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假设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不是完全的，设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u, 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中使得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(u) +d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(v)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为最大的两个不相邻的点。不妨设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(v)。</a:t>
            </a:r>
          </a:p>
          <a:p>
            <a:pPr marL="365125" indent="-365125" algn="just">
              <a:lnSpc>
                <a:spcPct val="90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的性质，显然，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(u)+d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65125" indent="-365125" algn="just">
              <a:lnSpc>
                <a:spcPct val="90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S={x | 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P(G)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并且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不相邻} </a:t>
            </a:r>
          </a:p>
          <a:p>
            <a:pPr marL="365125" indent="-365125" algn="just">
              <a:lnSpc>
                <a:spcPct val="90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    T={x | 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P(G)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并且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不相邻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} </a:t>
            </a:r>
          </a:p>
          <a:p>
            <a:pPr marL="365125" indent="-365125" algn="just">
              <a:lnSpc>
                <a:spcPct val="90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显然，|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S|=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 ， |T| =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 </a:t>
            </a:r>
          </a:p>
          <a:p>
            <a:pPr marL="365125" indent="-365125" algn="just">
              <a:lnSpc>
                <a:spcPct val="90000"/>
              </a:lnSpc>
              <a:buFont typeface="Wingdings" pitchFamily="2" charset="2"/>
              <a:buNone/>
              <a:tabLst>
                <a:tab pos="365125" algn="l"/>
              </a:tabLst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	注意，点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与自己算做不相邻。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31">
            <a:extLst>
              <a:ext uri="{FF2B5EF4-FFF2-40B4-BE49-F238E27FC236}">
                <a16:creationId xmlns:a16="http://schemas.microsoft.com/office/drawing/2014/main" id="{837E1811-76D0-F24D-9C7F-09FC9569AB3A}"/>
              </a:ext>
            </a:extLst>
          </p:cNvPr>
          <p:cNvGrpSpPr>
            <a:grpSpLocks/>
          </p:cNvGrpSpPr>
          <p:nvPr/>
        </p:nvGrpSpPr>
        <p:grpSpPr bwMode="auto">
          <a:xfrm>
            <a:off x="5756275" y="1066800"/>
            <a:ext cx="2816225" cy="430213"/>
            <a:chOff x="3626" y="672"/>
            <a:chExt cx="1774" cy="271"/>
          </a:xfrm>
        </p:grpSpPr>
        <p:sp>
          <p:nvSpPr>
            <p:cNvPr id="165910" name="Text Box 22">
              <a:extLst>
                <a:ext uri="{FF2B5EF4-FFF2-40B4-BE49-F238E27FC236}">
                  <a16:creationId xmlns:a16="http://schemas.microsoft.com/office/drawing/2014/main" id="{6BEF5A93-B7F8-9648-B956-14101EE99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6" y="672"/>
              <a:ext cx="262" cy="26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(v)</a:t>
              </a:r>
            </a:p>
          </p:txBody>
        </p:sp>
        <p:sp>
          <p:nvSpPr>
            <p:cNvPr id="165911" name="Text Box 23">
              <a:extLst>
                <a:ext uri="{FF2B5EF4-FFF2-40B4-BE49-F238E27FC236}">
                  <a16:creationId xmlns:a16="http://schemas.microsoft.com/office/drawing/2014/main" id="{14CEE8F2-E828-EB4F-9FED-208C5F791E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6" y="672"/>
              <a:ext cx="264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(u)</a:t>
              </a:r>
            </a:p>
          </p:txBody>
        </p:sp>
      </p:grpSp>
      <p:grpSp>
        <p:nvGrpSpPr>
          <p:cNvPr id="3" name="Group 30">
            <a:extLst>
              <a:ext uri="{FF2B5EF4-FFF2-40B4-BE49-F238E27FC236}">
                <a16:creationId xmlns:a16="http://schemas.microsoft.com/office/drawing/2014/main" id="{ADC9B3D2-00E8-3348-8325-F40A7AB3389D}"/>
              </a:ext>
            </a:extLst>
          </p:cNvPr>
          <p:cNvGrpSpPr>
            <a:grpSpLocks/>
          </p:cNvGrpSpPr>
          <p:nvPr/>
        </p:nvGrpSpPr>
        <p:grpSpPr bwMode="auto">
          <a:xfrm>
            <a:off x="6172200" y="76200"/>
            <a:ext cx="1931988" cy="1676400"/>
            <a:chOff x="3888" y="48"/>
            <a:chExt cx="1217" cy="1056"/>
          </a:xfrm>
        </p:grpSpPr>
        <p:grpSp>
          <p:nvGrpSpPr>
            <p:cNvPr id="49160" name="Group 20">
              <a:extLst>
                <a:ext uri="{FF2B5EF4-FFF2-40B4-BE49-F238E27FC236}">
                  <a16:creationId xmlns:a16="http://schemas.microsoft.com/office/drawing/2014/main" id="{0ED53878-5A48-5A4B-B992-E3CD4D69C9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032" y="48"/>
              <a:ext cx="930" cy="1056"/>
              <a:chOff x="4032" y="48"/>
              <a:chExt cx="930" cy="1056"/>
            </a:xfrm>
          </p:grpSpPr>
          <p:sp>
            <p:nvSpPr>
              <p:cNvPr id="49167" name="Line 4">
                <a:extLst>
                  <a:ext uri="{FF2B5EF4-FFF2-40B4-BE49-F238E27FC236}">
                    <a16:creationId xmlns:a16="http://schemas.microsoft.com/office/drawing/2014/main" id="{B8BBFFDD-40F7-2149-A487-41F52E6F60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933" y="362"/>
                <a:ext cx="0" cy="448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8" name="Line 5">
                <a:extLst>
                  <a:ext uri="{FF2B5EF4-FFF2-40B4-BE49-F238E27FC236}">
                    <a16:creationId xmlns:a16="http://schemas.microsoft.com/office/drawing/2014/main" id="{3118D582-5663-0E44-8A97-CFB8991AFD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0" y="365"/>
                <a:ext cx="0" cy="47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69" name="Line 6">
                <a:extLst>
                  <a:ext uri="{FF2B5EF4-FFF2-40B4-BE49-F238E27FC236}">
                    <a16:creationId xmlns:a16="http://schemas.microsoft.com/office/drawing/2014/main" id="{6962C36A-B59B-E945-A9F3-A43E496EC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78" y="83"/>
                <a:ext cx="402" cy="28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0" name="Line 7">
                <a:extLst>
                  <a:ext uri="{FF2B5EF4-FFF2-40B4-BE49-F238E27FC236}">
                    <a16:creationId xmlns:a16="http://schemas.microsoft.com/office/drawing/2014/main" id="{616AA56A-D0DB-1946-A403-B40D9ABB5B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7" y="73"/>
                <a:ext cx="418" cy="280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1" name="Line 8">
                <a:extLst>
                  <a:ext uri="{FF2B5EF4-FFF2-40B4-BE49-F238E27FC236}">
                    <a16:creationId xmlns:a16="http://schemas.microsoft.com/office/drawing/2014/main" id="{A0B8ADB1-BA59-BB4A-8D89-3E189E57A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513" y="827"/>
                <a:ext cx="411" cy="232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2" name="Line 9">
                <a:extLst>
                  <a:ext uri="{FF2B5EF4-FFF2-40B4-BE49-F238E27FC236}">
                    <a16:creationId xmlns:a16="http://schemas.microsoft.com/office/drawing/2014/main" id="{844E2B48-D98B-074D-AFE9-E29B6EBE7E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70" y="835"/>
                <a:ext cx="410" cy="22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3" name="Oval 11">
                <a:extLst>
                  <a:ext uri="{FF2B5EF4-FFF2-40B4-BE49-F238E27FC236}">
                    <a16:creationId xmlns:a16="http://schemas.microsoft.com/office/drawing/2014/main" id="{B8E1641A-9749-044D-B78D-3FFAA89C8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87" y="320"/>
                <a:ext cx="63" cy="6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49174" name="Oval 12">
                <a:extLst>
                  <a:ext uri="{FF2B5EF4-FFF2-40B4-BE49-F238E27FC236}">
                    <a16:creationId xmlns:a16="http://schemas.microsoft.com/office/drawing/2014/main" id="{3C1AB07C-8FA8-CF4B-9287-E0723F9F20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2" y="342"/>
                <a:ext cx="63" cy="6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49175" name="Line 14">
                <a:extLst>
                  <a:ext uri="{FF2B5EF4-FFF2-40B4-BE49-F238E27FC236}">
                    <a16:creationId xmlns:a16="http://schemas.microsoft.com/office/drawing/2014/main" id="{373695D4-BBA6-484D-A347-2CF1B02A70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78" y="83"/>
                <a:ext cx="427" cy="734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9176" name="Oval 15">
                <a:extLst>
                  <a:ext uri="{FF2B5EF4-FFF2-40B4-BE49-F238E27FC236}">
                    <a16:creationId xmlns:a16="http://schemas.microsoft.com/office/drawing/2014/main" id="{4B7175E3-0FEE-7F4D-9563-0AA1FDC10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8" y="1037"/>
                <a:ext cx="63" cy="6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49177" name="Oval 16">
                <a:extLst>
                  <a:ext uri="{FF2B5EF4-FFF2-40B4-BE49-F238E27FC236}">
                    <a16:creationId xmlns:a16="http://schemas.microsoft.com/office/drawing/2014/main" id="{386AB1CD-4E04-1945-B052-937B00ACA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9" y="790"/>
                <a:ext cx="63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49178" name="Oval 17">
                <a:extLst>
                  <a:ext uri="{FF2B5EF4-FFF2-40B4-BE49-F238E27FC236}">
                    <a16:creationId xmlns:a16="http://schemas.microsoft.com/office/drawing/2014/main" id="{8CA70F4C-E778-F042-9FB8-C1C358A0FB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3" y="48"/>
                <a:ext cx="63" cy="6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49179" name="Oval 18">
                <a:extLst>
                  <a:ext uri="{FF2B5EF4-FFF2-40B4-BE49-F238E27FC236}">
                    <a16:creationId xmlns:a16="http://schemas.microsoft.com/office/drawing/2014/main" id="{02345BED-620C-E741-B2AE-09FED4C0BB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45" y="797"/>
                <a:ext cx="63" cy="6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  <p:sp>
          <p:nvSpPr>
            <p:cNvPr id="165912" name="Text Box 24">
              <a:extLst>
                <a:ext uri="{FF2B5EF4-FFF2-40B4-BE49-F238E27FC236}">
                  <a16:creationId xmlns:a16="http://schemas.microsoft.com/office/drawing/2014/main" id="{E0C305D5-1315-0C49-A0C2-ADBE53CA9B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8" y="240"/>
              <a:ext cx="1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65913" name="Text Box 25">
              <a:extLst>
                <a:ext uri="{FF2B5EF4-FFF2-40B4-BE49-F238E27FC236}">
                  <a16:creationId xmlns:a16="http://schemas.microsoft.com/office/drawing/2014/main" id="{0DBC27BD-C57C-4144-956F-AB73997F47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07" y="672"/>
              <a:ext cx="113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65914" name="Text Box 26">
              <a:extLst>
                <a:ext uri="{FF2B5EF4-FFF2-40B4-BE49-F238E27FC236}">
                  <a16:creationId xmlns:a16="http://schemas.microsoft.com/office/drawing/2014/main" id="{5EA1ABE7-C336-1A40-A404-F547DBC40D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768"/>
              <a:ext cx="1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165915" name="Text Box 27">
              <a:extLst>
                <a:ext uri="{FF2B5EF4-FFF2-40B4-BE49-F238E27FC236}">
                  <a16:creationId xmlns:a16="http://schemas.microsoft.com/office/drawing/2014/main" id="{46F5EEC3-5F34-D045-8250-B3261DC31F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2" y="672"/>
              <a:ext cx="113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65916" name="Text Box 28">
              <a:extLst>
                <a:ext uri="{FF2B5EF4-FFF2-40B4-BE49-F238E27FC236}">
                  <a16:creationId xmlns:a16="http://schemas.microsoft.com/office/drawing/2014/main" id="{F1CD3B88-B6FA-DF48-B81D-DC49B2E5F19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9" y="192"/>
              <a:ext cx="1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</a:p>
          </p:txBody>
        </p:sp>
        <p:sp>
          <p:nvSpPr>
            <p:cNvPr id="165917" name="Text Box 29">
              <a:extLst>
                <a:ext uri="{FF2B5EF4-FFF2-40B4-BE49-F238E27FC236}">
                  <a16:creationId xmlns:a16="http://schemas.microsoft.com/office/drawing/2014/main" id="{6DF6E013-96C1-BB4A-B82F-F4B045388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4" y="96"/>
              <a:ext cx="96" cy="26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</a:p>
          </p:txBody>
        </p:sp>
      </p:grpSp>
      <p:sp>
        <p:nvSpPr>
          <p:cNvPr id="165920" name="Text Box 32">
            <a:extLst>
              <a:ext uri="{FF2B5EF4-FFF2-40B4-BE49-F238E27FC236}">
                <a16:creationId xmlns:a16="http://schemas.microsoft.com/office/drawing/2014/main" id="{C428D6C8-C97F-064E-9DE0-168ECBC89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304800"/>
            <a:ext cx="1624013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S={v,u,e}</a:t>
            </a:r>
          </a:p>
        </p:txBody>
      </p:sp>
      <p:sp>
        <p:nvSpPr>
          <p:cNvPr id="165921" name="Text Box 33">
            <a:extLst>
              <a:ext uri="{FF2B5EF4-FFF2-40B4-BE49-F238E27FC236}">
                <a16:creationId xmlns:a16="http://schemas.microsoft.com/office/drawing/2014/main" id="{A9932392-2BD9-2342-BB7A-4F230440B5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7600" y="865188"/>
            <a:ext cx="1885950" cy="4921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T={a,v,u,f}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5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5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5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59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659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920" grpId="0"/>
      <p:bldP spid="1659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A1FA91AA-3A0A-9548-B327-902C84E833C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29AF04E-468C-994A-BA91-D83AFEE52972}" type="slidenum">
              <a:rPr kumimoji="0" lang="zh-CN" altLang="en-US" sz="1200"/>
              <a:pPr/>
              <a:t>24</a:t>
            </a:fld>
            <a:endParaRPr kumimoji="0" lang="en-US" altLang="zh-CN" sz="1200"/>
          </a:p>
        </p:txBody>
      </p:sp>
      <p:sp>
        <p:nvSpPr>
          <p:cNvPr id="166914" name="Rectangle 2">
            <a:extLst>
              <a:ext uri="{FF2B5EF4-FFF2-40B4-BE49-F238E27FC236}">
                <a16:creationId xmlns:a16="http://schemas.microsoft.com/office/drawing/2014/main" id="{42AFBF88-565A-F44E-A143-09CFD6834A3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楷体_GB2312" charset="0"/>
                <a:ea typeface="楷体_GB2312" charset="0"/>
                <a:cs typeface="+mj-cs"/>
              </a:rPr>
              <a:t>证明： </a:t>
            </a:r>
          </a:p>
        </p:txBody>
      </p:sp>
      <p:sp>
        <p:nvSpPr>
          <p:cNvPr id="166915" name="Rectangle 3">
            <a:extLst>
              <a:ext uri="{FF2B5EF4-FFF2-40B4-BE49-F238E27FC236}">
                <a16:creationId xmlns:a16="http://schemas.microsoft.com/office/drawing/2014/main" id="{809AFE16-EE42-9249-AE02-2FD617472AD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763000" cy="5105400"/>
          </a:xfrm>
        </p:spPr>
        <p:txBody>
          <a:bodyPr/>
          <a:lstStyle/>
          <a:p>
            <a:pPr marL="365125" indent="-365125" algn="just">
              <a:lnSpc>
                <a:spcPct val="90000"/>
              </a:lnSpc>
              <a:spcBef>
                <a:spcPct val="10000"/>
              </a:spcBef>
              <a:tabLst>
                <a:tab pos="365125" algn="l"/>
                <a:tab pos="4572000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T，v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但是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(u)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(v)，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所以，由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u，v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的取法知，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S-{v}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中点的最大度为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(u)，T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中点的最大度为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(u)=m。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于是，</a:t>
            </a:r>
          </a:p>
          <a:p>
            <a:pPr marL="365125" indent="-3651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5125" algn="l"/>
                <a:tab pos="4572000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中其度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的点数)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S-{v}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中的点数</a:t>
            </a:r>
          </a:p>
          <a:p>
            <a:pPr marL="365125" indent="-3651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5125" algn="l"/>
                <a:tab pos="4572000" algn="l"/>
              </a:tabLst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	=|S|-1</a:t>
            </a:r>
          </a:p>
          <a:p>
            <a:pPr marL="365125" indent="-3651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5125" algn="l"/>
                <a:tab pos="4572000" algn="l"/>
              </a:tabLst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	=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(v)-1</a:t>
            </a:r>
          </a:p>
          <a:p>
            <a:pPr marL="365125" indent="-3651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5125" algn="l"/>
                <a:tab pos="4572000" algn="l"/>
              </a:tabLst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		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(u))-1</a:t>
            </a:r>
          </a:p>
          <a:p>
            <a:pPr marL="365125" indent="-3651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5125" algn="l"/>
                <a:tab pos="4572000" algn="l"/>
              </a:tabLst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	=d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(u)-1</a:t>
            </a:r>
          </a:p>
          <a:p>
            <a:pPr marL="365125" indent="-365125" algn="just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5125" algn="l"/>
                <a:tab pos="4572000" algn="l"/>
              </a:tabLst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	=m-1</a:t>
            </a:r>
          </a:p>
          <a:p>
            <a:pPr marL="365125" indent="-365125">
              <a:lnSpc>
                <a:spcPct val="90000"/>
              </a:lnSpc>
              <a:spcBef>
                <a:spcPct val="5000"/>
              </a:spcBef>
              <a:buFont typeface="Wingdings" pitchFamily="2" charset="2"/>
              <a:buNone/>
              <a:tabLst>
                <a:tab pos="365125" algn="l"/>
                <a:tab pos="4572000" algn="l"/>
              </a:tabLst>
            </a:pPr>
            <a:r>
              <a:rPr kumimoji="0" lang="zh-CN" altLang="en-US" sz="2800">
                <a:solidFill>
                  <a:srgbClr val="DFEF49"/>
                </a:solidFill>
                <a:latin typeface="宋体" panose="02010600030101010101" pitchFamily="2" charset="-122"/>
                <a:ea typeface="楷体_GB2312" pitchFamily="49" charset="-122"/>
              </a:rPr>
              <a:t>	</a:t>
            </a:r>
            <a:r>
              <a:rPr kumimoji="0" lang="zh-CN" altLang="en-US" sz="28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即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中至少有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个点，其度</a:t>
            </a: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2800">
              <a:solidFill>
                <a:srgbClr val="4E67C8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6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6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6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66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6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69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6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5DAB4059-61FC-5C49-88DA-5FF502CF3BA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841588-8736-A54E-9943-4309577B7F85}" type="slidenum">
              <a:rPr kumimoji="0" lang="zh-CN" altLang="en-US" sz="1200"/>
              <a:pPr/>
              <a:t>25</a:t>
            </a:fld>
            <a:endParaRPr kumimoji="0" lang="en-US" altLang="zh-CN" sz="1200"/>
          </a:p>
        </p:txBody>
      </p:sp>
      <p:sp>
        <p:nvSpPr>
          <p:cNvPr id="167938" name="Rectangle 2">
            <a:extLst>
              <a:ext uri="{FF2B5EF4-FFF2-40B4-BE49-F238E27FC236}">
                <a16:creationId xmlns:a16="http://schemas.microsoft.com/office/drawing/2014/main" id="{C335DCBB-566D-D548-9182-F3BBD83631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楷体_GB2312" charset="0"/>
                <a:ea typeface="楷体_GB2312" charset="0"/>
                <a:cs typeface="+mj-cs"/>
              </a:rPr>
              <a:t>证明： </a:t>
            </a:r>
          </a:p>
        </p:txBody>
      </p:sp>
      <p:sp>
        <p:nvSpPr>
          <p:cNvPr id="167939" name="Rectangle 3">
            <a:extLst>
              <a:ext uri="{FF2B5EF4-FFF2-40B4-BE49-F238E27FC236}">
                <a16:creationId xmlns:a16="http://schemas.microsoft.com/office/drawing/2014/main" id="{5676B21D-71B8-454C-A71B-1955D3A56F4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915400" cy="5105400"/>
          </a:xfrm>
        </p:spPr>
        <p:txBody>
          <a:bodyPr/>
          <a:lstStyle/>
          <a:p>
            <a:pPr marL="288925" indent="-288925">
              <a:spcBef>
                <a:spcPct val="10000"/>
              </a:spcBef>
              <a:tabLst>
                <a:tab pos="4949825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同理，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中其度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(v)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的点数)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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|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T|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288925" indent="-288925" algn="just">
              <a:spcBef>
                <a:spcPct val="10000"/>
              </a:spcBef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                         	=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(u)</a:t>
            </a:r>
          </a:p>
          <a:p>
            <a:pPr marL="288925" indent="-288925" algn="just">
              <a:spcBef>
                <a:spcPct val="10000"/>
              </a:spcBef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                  	=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-m</a:t>
            </a:r>
          </a:p>
          <a:p>
            <a:pPr marL="288925" indent="-288925" algn="just">
              <a:spcBef>
                <a:spcPct val="10000"/>
              </a:spcBef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又因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(v)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-d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(u) =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-m</a:t>
            </a:r>
          </a:p>
          <a:p>
            <a:pPr marL="288925" indent="-288925" algn="just">
              <a:spcBef>
                <a:spcPct val="10000"/>
              </a:spcBef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3200">
                <a:solidFill>
                  <a:srgbClr val="DFEF49"/>
                </a:solidFill>
                <a:latin typeface="Times New Roman" panose="02020603050405020304" pitchFamily="18" charset="0"/>
                <a:ea typeface="楷体_GB2312" pitchFamily="49" charset="-122"/>
              </a:rPr>
              <a:t>	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中至少有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个点，其度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-m。</a:t>
            </a:r>
          </a:p>
          <a:p>
            <a:pPr marL="288925" indent="-288925" algn="just">
              <a:spcBef>
                <a:spcPct val="10000"/>
              </a:spcBef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综上，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中至少有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个点，其度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；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中至少有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个点，其度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&lt;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-m。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79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79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679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79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679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79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5">
            <a:extLst>
              <a:ext uri="{FF2B5EF4-FFF2-40B4-BE49-F238E27FC236}">
                <a16:creationId xmlns:a16="http://schemas.microsoft.com/office/drawing/2014/main" id="{6FBC2BA7-DF3F-D247-A6E7-BA3F7870147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7A34EB7-F223-CD4D-83D0-21159A163A43}" type="slidenum">
              <a:rPr kumimoji="0" lang="zh-CN" altLang="en-US" sz="1200"/>
              <a:pPr/>
              <a:t>26</a:t>
            </a:fld>
            <a:endParaRPr kumimoji="0" lang="en-US" altLang="zh-CN" sz="1200"/>
          </a:p>
        </p:txBody>
      </p:sp>
      <p:sp>
        <p:nvSpPr>
          <p:cNvPr id="168962" name="Rectangle 2">
            <a:extLst>
              <a:ext uri="{FF2B5EF4-FFF2-40B4-BE49-F238E27FC236}">
                <a16:creationId xmlns:a16="http://schemas.microsoft.com/office/drawing/2014/main" id="{9589AB77-9779-4045-B41D-F32A667A56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楷体_GB2312" charset="0"/>
                <a:ea typeface="楷体_GB2312" charset="0"/>
                <a:cs typeface="+mj-cs"/>
              </a:rPr>
              <a:t>证明： </a:t>
            </a:r>
          </a:p>
        </p:txBody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F830D6FB-E3DD-E54A-AEB8-3AE9B644176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600200"/>
            <a:ext cx="8610600" cy="4572000"/>
          </a:xfrm>
        </p:spPr>
        <p:txBody>
          <a:bodyPr/>
          <a:lstStyle/>
          <a:p>
            <a:pPr marL="365125" indent="-365125">
              <a:lnSpc>
                <a:spcPct val="110000"/>
              </a:lnSpc>
              <a:tabLst>
                <a:tab pos="4949825" algn="l"/>
              </a:tabLst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的子图，所以在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中也至少有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个点，其度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；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至少有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个点，其度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-m。</a:t>
            </a:r>
          </a:p>
          <a:p>
            <a:pPr marL="365125" indent="-365125">
              <a:lnSpc>
                <a:spcPct val="110000"/>
              </a:lnSpc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所以，在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的度序列(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中有</a:t>
            </a:r>
          </a:p>
          <a:p>
            <a:pPr marL="365125" indent="-365125" algn="just">
              <a:lnSpc>
                <a:spcPct val="110000"/>
              </a:lnSpc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                   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m，d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-m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&lt;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-m</a:t>
            </a:r>
          </a:p>
          <a:p>
            <a:pPr marL="365125" indent="-365125" algn="just">
              <a:lnSpc>
                <a:spcPct val="110000"/>
              </a:lnSpc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(u)+d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(v)&lt;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(u)&lt;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/2，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m&lt;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/2，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即存在这样的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与已知条件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矛盾。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365125" indent="-365125">
              <a:lnSpc>
                <a:spcPct val="110000"/>
              </a:lnSpc>
              <a:buFont typeface="Wingdings" pitchFamily="2" charset="2"/>
              <a:buNone/>
              <a:tabLst>
                <a:tab pos="4949825" algn="l"/>
              </a:tabLst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	故假设不成立，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是完全图，所以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图。</a:t>
            </a:r>
          </a:p>
        </p:txBody>
      </p:sp>
    </p:spTree>
  </p:cSld>
  <p:clrMapOvr>
    <a:masterClrMapping/>
  </p:clrMapOvr>
  <p:transition>
    <p:blinds dir="vert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>
            <a:extLst>
              <a:ext uri="{FF2B5EF4-FFF2-40B4-BE49-F238E27FC236}">
                <a16:creationId xmlns:a16="http://schemas.microsoft.com/office/drawing/2014/main" id="{37057834-025B-054F-BC0F-61DB5C941E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B5FB059-65E3-BB4B-8C48-8345502D61BC}" type="slidenum">
              <a:rPr kumimoji="0" lang="zh-CN" altLang="en-US" sz="1200"/>
              <a:pPr/>
              <a:t>27</a:t>
            </a:fld>
            <a:endParaRPr kumimoji="0" lang="en-US" altLang="zh-CN" sz="1200"/>
          </a:p>
        </p:txBody>
      </p:sp>
      <p:sp>
        <p:nvSpPr>
          <p:cNvPr id="169986" name="Rectangle 2">
            <a:extLst>
              <a:ext uri="{FF2B5EF4-FFF2-40B4-BE49-F238E27FC236}">
                <a16:creationId xmlns:a16="http://schemas.microsoft.com/office/drawing/2014/main" id="{D98B1648-DB48-574D-B338-535DEC3A59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19087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定义</a:t>
            </a:r>
          </a:p>
        </p:txBody>
      </p:sp>
      <p:sp>
        <p:nvSpPr>
          <p:cNvPr id="169987" name="Rectangle 3">
            <a:extLst>
              <a:ext uri="{FF2B5EF4-FFF2-40B4-BE49-F238E27FC236}">
                <a16:creationId xmlns:a16="http://schemas.microsoft.com/office/drawing/2014/main" id="{B259A497-E454-D34A-A887-500DEB6AAD2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4876800"/>
          </a:xfrm>
        </p:spPr>
        <p:txBody>
          <a:bodyPr/>
          <a:lstStyle/>
          <a:p>
            <a:pPr marL="365125" indent="-365125">
              <a:lnSpc>
                <a:spcPct val="120000"/>
              </a:lnSpc>
              <a:tabLst>
                <a:tab pos="1346200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定义4.4.4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实数序列(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称为由实数序列(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所增大，如果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q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i=1,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, n。 </a:t>
            </a:r>
          </a:p>
          <a:p>
            <a:pPr marL="365125" indent="-365125">
              <a:lnSpc>
                <a:spcPct val="120000"/>
              </a:lnSpc>
              <a:tabLst>
                <a:tab pos="1346200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定义4.4.5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G，H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是有限图。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称为被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度增大，如果|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P(G)|=|P(H)|，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并且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的不减度序列被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的不减度序列所增大。</a:t>
            </a:r>
          </a:p>
          <a:p>
            <a:pPr marL="365125" indent="-365125">
              <a:lnSpc>
                <a:spcPct val="120000"/>
              </a:lnSpc>
              <a:tabLst>
                <a:tab pos="1346200" algn="l"/>
              </a:tabLst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的度序列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(2,2,2,3,3,4);</a:t>
            </a:r>
          </a:p>
          <a:p>
            <a:pPr marL="365125" indent="-365125">
              <a:lnSpc>
                <a:spcPct val="120000"/>
              </a:lnSpc>
              <a:buFont typeface="Wingdings" pitchFamily="2" charset="2"/>
              <a:buNone/>
              <a:tabLst>
                <a:tab pos="1346200" algn="l"/>
              </a:tabLst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	H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的度序列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(2,2,3,3,4,5).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9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9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99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Slide Number Placeholder 5">
            <a:extLst>
              <a:ext uri="{FF2B5EF4-FFF2-40B4-BE49-F238E27FC236}">
                <a16:creationId xmlns:a16="http://schemas.microsoft.com/office/drawing/2014/main" id="{D7BD99C4-4745-3F48-B1E9-AA746EAB1BB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CC834F-6904-EF4D-ACFE-23584BDD3B38}" type="slidenum">
              <a:rPr kumimoji="0" lang="zh-CN" altLang="en-US" sz="1200"/>
              <a:pPr/>
              <a:t>28</a:t>
            </a:fld>
            <a:endParaRPr kumimoji="0" lang="en-US" altLang="zh-CN" sz="1200"/>
          </a:p>
        </p:txBody>
      </p:sp>
      <p:sp>
        <p:nvSpPr>
          <p:cNvPr id="171010" name="Rectangle 2">
            <a:extLst>
              <a:ext uri="{FF2B5EF4-FFF2-40B4-BE49-F238E27FC236}">
                <a16:creationId xmlns:a16="http://schemas.microsoft.com/office/drawing/2014/main" id="{2D8F3D9F-2478-4E47-8B91-77FC372226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4.4.6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连接图</a:t>
            </a:r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A5D3445-7E40-B342-A008-CA6130B2E39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839200" cy="2438400"/>
          </a:xfrm>
        </p:spPr>
        <p:txBody>
          <a:bodyPr/>
          <a:lstStyle/>
          <a:p>
            <a:pPr marL="365125" indent="-365125">
              <a:lnSpc>
                <a:spcPct val="120000"/>
              </a:lnSpc>
              <a:tabLst>
                <a:tab pos="4949825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是两个无公共点的有限图。将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的每个点和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的每个点都用边连接起来得到的图，称为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的连接图，记为：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55300" name="Group 10">
            <a:extLst>
              <a:ext uri="{FF2B5EF4-FFF2-40B4-BE49-F238E27FC236}">
                <a16:creationId xmlns:a16="http://schemas.microsoft.com/office/drawing/2014/main" id="{AA84ADE4-BDB3-8642-807C-9FA75D79417F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4433888"/>
            <a:ext cx="3024188" cy="747712"/>
            <a:chOff x="1563" y="2602"/>
            <a:chExt cx="1905" cy="471"/>
          </a:xfrm>
        </p:grpSpPr>
        <p:sp>
          <p:nvSpPr>
            <p:cNvPr id="171015" name="Text Box 7">
              <a:extLst>
                <a:ext uri="{FF2B5EF4-FFF2-40B4-BE49-F238E27FC236}">
                  <a16:creationId xmlns:a16="http://schemas.microsoft.com/office/drawing/2014/main" id="{261D93B6-5796-1540-8F75-85687A457E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63" y="2602"/>
              <a:ext cx="528" cy="466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4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G</a:t>
              </a:r>
            </a:p>
          </p:txBody>
        </p:sp>
        <p:sp>
          <p:nvSpPr>
            <p:cNvPr id="171016" name="Text Box 8">
              <a:extLst>
                <a:ext uri="{FF2B5EF4-FFF2-40B4-BE49-F238E27FC236}">
                  <a16:creationId xmlns:a16="http://schemas.microsoft.com/office/drawing/2014/main" id="{5B6D53BA-AE40-D741-BC68-0A1655DEA1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6" y="2607"/>
              <a:ext cx="522" cy="466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40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55303" name="Line 9">
              <a:extLst>
                <a:ext uri="{FF2B5EF4-FFF2-40B4-BE49-F238E27FC236}">
                  <a16:creationId xmlns:a16="http://schemas.microsoft.com/office/drawing/2014/main" id="{ADC35E7E-000D-A84D-90FD-EE50C81F00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2832"/>
              <a:ext cx="816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blinds dir="vert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5">
            <a:extLst>
              <a:ext uri="{FF2B5EF4-FFF2-40B4-BE49-F238E27FC236}">
                <a16:creationId xmlns:a16="http://schemas.microsoft.com/office/drawing/2014/main" id="{424E290A-F7B7-704E-A39E-C1B6C5D8395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1F757C-33B1-2642-A815-0F5CFB4F7931}" type="slidenum">
              <a:rPr kumimoji="0" lang="zh-CN" altLang="en-US" sz="1200"/>
              <a:pPr/>
              <a:t>29</a:t>
            </a:fld>
            <a:endParaRPr kumimoji="0" lang="en-US" altLang="zh-CN" sz="1200"/>
          </a:p>
        </p:txBody>
      </p:sp>
      <p:sp>
        <p:nvSpPr>
          <p:cNvPr id="173058" name="Rectangle 2">
            <a:extLst>
              <a:ext uri="{FF2B5EF4-FFF2-40B4-BE49-F238E27FC236}">
                <a16:creationId xmlns:a16="http://schemas.microsoft.com/office/drawing/2014/main" id="{A2EB9055-0C68-8349-B7DD-8FF08AC221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例：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G</a:t>
            </a: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与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H</a:t>
            </a: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的连接图</a:t>
            </a:r>
          </a:p>
        </p:txBody>
      </p:sp>
      <p:grpSp>
        <p:nvGrpSpPr>
          <p:cNvPr id="2" name="Group 40">
            <a:extLst>
              <a:ext uri="{FF2B5EF4-FFF2-40B4-BE49-F238E27FC236}">
                <a16:creationId xmlns:a16="http://schemas.microsoft.com/office/drawing/2014/main" id="{BD219B45-234F-564B-A169-9EDC6620BB0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438400"/>
            <a:ext cx="4724400" cy="2590800"/>
            <a:chOff x="1680" y="1536"/>
            <a:chExt cx="2976" cy="1632"/>
          </a:xfrm>
        </p:grpSpPr>
        <p:sp>
          <p:nvSpPr>
            <p:cNvPr id="56346" name="Line 37">
              <a:extLst>
                <a:ext uri="{FF2B5EF4-FFF2-40B4-BE49-F238E27FC236}">
                  <a16:creationId xmlns:a16="http://schemas.microsoft.com/office/drawing/2014/main" id="{7017E208-D68F-284D-BC99-66A073AB02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536"/>
              <a:ext cx="2064" cy="1632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7" name="Line 38">
              <a:extLst>
                <a:ext uri="{FF2B5EF4-FFF2-40B4-BE49-F238E27FC236}">
                  <a16:creationId xmlns:a16="http://schemas.microsoft.com/office/drawing/2014/main" id="{B2E97A28-6863-B34A-8215-A212C4AB8B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2352"/>
              <a:ext cx="2976" cy="816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8" name="Line 39">
              <a:extLst>
                <a:ext uri="{FF2B5EF4-FFF2-40B4-BE49-F238E27FC236}">
                  <a16:creationId xmlns:a16="http://schemas.microsoft.com/office/drawing/2014/main" id="{A720B96D-BC2E-1048-B59A-B95D1F4C5B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3120"/>
              <a:ext cx="2016" cy="48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42">
            <a:extLst>
              <a:ext uri="{FF2B5EF4-FFF2-40B4-BE49-F238E27FC236}">
                <a16:creationId xmlns:a16="http://schemas.microsoft.com/office/drawing/2014/main" id="{95581608-C215-BE4D-A530-E13076E7309B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405063"/>
            <a:ext cx="4724400" cy="2547937"/>
            <a:chOff x="1680" y="1515"/>
            <a:chExt cx="2976" cy="1605"/>
          </a:xfrm>
        </p:grpSpPr>
        <p:sp>
          <p:nvSpPr>
            <p:cNvPr id="56343" name="Line 11">
              <a:extLst>
                <a:ext uri="{FF2B5EF4-FFF2-40B4-BE49-F238E27FC236}">
                  <a16:creationId xmlns:a16="http://schemas.microsoft.com/office/drawing/2014/main" id="{BE098A6B-6BEF-1046-9A0D-92FD49111F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15"/>
              <a:ext cx="2016" cy="21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4" name="Line 13">
              <a:extLst>
                <a:ext uri="{FF2B5EF4-FFF2-40B4-BE49-F238E27FC236}">
                  <a16:creationId xmlns:a16="http://schemas.microsoft.com/office/drawing/2014/main" id="{E9633211-D4D9-DD4D-8DB6-16D71A2495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36"/>
              <a:ext cx="2064" cy="1584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5" name="Line 15">
              <a:extLst>
                <a:ext uri="{FF2B5EF4-FFF2-40B4-BE49-F238E27FC236}">
                  <a16:creationId xmlns:a16="http://schemas.microsoft.com/office/drawing/2014/main" id="{BCE924AD-01CE-C645-B7A3-DCDC590D74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1536"/>
              <a:ext cx="2976" cy="816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41">
            <a:extLst>
              <a:ext uri="{FF2B5EF4-FFF2-40B4-BE49-F238E27FC236}">
                <a16:creationId xmlns:a16="http://schemas.microsoft.com/office/drawing/2014/main" id="{EBD1D155-2193-5541-B134-AA7875BEFD3C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438400"/>
            <a:ext cx="4724400" cy="2514600"/>
            <a:chOff x="1680" y="1536"/>
            <a:chExt cx="2976" cy="1584"/>
          </a:xfrm>
        </p:grpSpPr>
        <p:sp>
          <p:nvSpPr>
            <p:cNvPr id="56340" name="Line 12">
              <a:extLst>
                <a:ext uri="{FF2B5EF4-FFF2-40B4-BE49-F238E27FC236}">
                  <a16:creationId xmlns:a16="http://schemas.microsoft.com/office/drawing/2014/main" id="{F6B7C87D-CCAD-154F-A2B3-36B5EBFE2E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400"/>
              <a:ext cx="2064" cy="72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1" name="Line 14">
              <a:extLst>
                <a:ext uri="{FF2B5EF4-FFF2-40B4-BE49-F238E27FC236}">
                  <a16:creationId xmlns:a16="http://schemas.microsoft.com/office/drawing/2014/main" id="{C51A8AE6-9622-2F45-B958-954317E1A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80" y="1536"/>
              <a:ext cx="2064" cy="798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42" name="Line 16">
              <a:extLst>
                <a:ext uri="{FF2B5EF4-FFF2-40B4-BE49-F238E27FC236}">
                  <a16:creationId xmlns:a16="http://schemas.microsoft.com/office/drawing/2014/main" id="{93C3E05E-BB20-D744-A6F8-E7CCD5C54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0" y="2352"/>
              <a:ext cx="2976" cy="0"/>
            </a:xfrm>
            <a:prstGeom prst="line">
              <a:avLst/>
            </a:prstGeom>
            <a:noFill/>
            <a:ln w="50800">
              <a:solidFill>
                <a:schemeClr val="tx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6326" name="Group 36">
            <a:extLst>
              <a:ext uri="{FF2B5EF4-FFF2-40B4-BE49-F238E27FC236}">
                <a16:creationId xmlns:a16="http://schemas.microsoft.com/office/drawing/2014/main" id="{8B0ECE43-B82F-A64F-9DE2-9BAA2DA5BA1E}"/>
              </a:ext>
            </a:extLst>
          </p:cNvPr>
          <p:cNvGrpSpPr>
            <a:grpSpLocks/>
          </p:cNvGrpSpPr>
          <p:nvPr/>
        </p:nvGrpSpPr>
        <p:grpSpPr bwMode="auto">
          <a:xfrm>
            <a:off x="2514600" y="2286000"/>
            <a:ext cx="228600" cy="2895600"/>
            <a:chOff x="1584" y="1440"/>
            <a:chExt cx="144" cy="1824"/>
          </a:xfrm>
        </p:grpSpPr>
        <p:sp>
          <p:nvSpPr>
            <p:cNvPr id="56336" name="Line 7">
              <a:extLst>
                <a:ext uri="{FF2B5EF4-FFF2-40B4-BE49-F238E27FC236}">
                  <a16:creationId xmlns:a16="http://schemas.microsoft.com/office/drawing/2014/main" id="{BD0F9BA6-B35B-9241-9113-2D737B46FD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50" y="1536"/>
              <a:ext cx="0" cy="1680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7" name="Oval 19">
              <a:extLst>
                <a:ext uri="{FF2B5EF4-FFF2-40B4-BE49-F238E27FC236}">
                  <a16:creationId xmlns:a16="http://schemas.microsoft.com/office/drawing/2014/main" id="{84CA4234-C1B2-1540-A386-3F66D673B8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440"/>
              <a:ext cx="144" cy="144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6338" name="Oval 21">
              <a:extLst>
                <a:ext uri="{FF2B5EF4-FFF2-40B4-BE49-F238E27FC236}">
                  <a16:creationId xmlns:a16="http://schemas.microsoft.com/office/drawing/2014/main" id="{9F0A63EF-A313-B740-9D4A-60E33A1FBF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2289"/>
              <a:ext cx="144" cy="144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6339" name="Oval 22">
              <a:extLst>
                <a:ext uri="{FF2B5EF4-FFF2-40B4-BE49-F238E27FC236}">
                  <a16:creationId xmlns:a16="http://schemas.microsoft.com/office/drawing/2014/main" id="{8436F41E-7822-7C40-9CC4-7BA7E2BFC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3120"/>
              <a:ext cx="144" cy="144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56327" name="Group 35">
            <a:extLst>
              <a:ext uri="{FF2B5EF4-FFF2-40B4-BE49-F238E27FC236}">
                <a16:creationId xmlns:a16="http://schemas.microsoft.com/office/drawing/2014/main" id="{5E1F026B-015E-EC4E-8F24-F06962F65990}"/>
              </a:ext>
            </a:extLst>
          </p:cNvPr>
          <p:cNvGrpSpPr>
            <a:grpSpLocks/>
          </p:cNvGrpSpPr>
          <p:nvPr/>
        </p:nvGrpSpPr>
        <p:grpSpPr bwMode="auto">
          <a:xfrm>
            <a:off x="5791200" y="2290763"/>
            <a:ext cx="1676400" cy="2743200"/>
            <a:chOff x="3648" y="1443"/>
            <a:chExt cx="1056" cy="1728"/>
          </a:xfrm>
        </p:grpSpPr>
        <p:sp>
          <p:nvSpPr>
            <p:cNvPr id="56330" name="Line 5">
              <a:extLst>
                <a:ext uri="{FF2B5EF4-FFF2-40B4-BE49-F238E27FC236}">
                  <a16:creationId xmlns:a16="http://schemas.microsoft.com/office/drawing/2014/main" id="{F5A3814C-D7E4-D949-906D-23768755AE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26" y="1530"/>
              <a:ext cx="0" cy="1593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1" name="Line 17">
              <a:extLst>
                <a:ext uri="{FF2B5EF4-FFF2-40B4-BE49-F238E27FC236}">
                  <a16:creationId xmlns:a16="http://schemas.microsoft.com/office/drawing/2014/main" id="{D401B0EE-9A1D-2E41-9C2D-55245A0F8A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4" y="1491"/>
              <a:ext cx="912" cy="816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2" name="Line 18">
              <a:extLst>
                <a:ext uri="{FF2B5EF4-FFF2-40B4-BE49-F238E27FC236}">
                  <a16:creationId xmlns:a16="http://schemas.microsoft.com/office/drawing/2014/main" id="{8D544B87-63A9-A945-B535-2BE1C31CD3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96" y="2355"/>
              <a:ext cx="960" cy="768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6333" name="Oval 23">
              <a:extLst>
                <a:ext uri="{FF2B5EF4-FFF2-40B4-BE49-F238E27FC236}">
                  <a16:creationId xmlns:a16="http://schemas.microsoft.com/office/drawing/2014/main" id="{056DE02E-D312-034F-80AE-46CEE68626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1443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6334" name="Oval 24">
              <a:extLst>
                <a:ext uri="{FF2B5EF4-FFF2-40B4-BE49-F238E27FC236}">
                  <a16:creationId xmlns:a16="http://schemas.microsoft.com/office/drawing/2014/main" id="{0A61FA69-2D67-8943-A769-B7F770D5D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3027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6335" name="Oval 25">
              <a:extLst>
                <a:ext uri="{FF2B5EF4-FFF2-40B4-BE49-F238E27FC236}">
                  <a16:creationId xmlns:a16="http://schemas.microsoft.com/office/drawing/2014/main" id="{8C77BF9B-7CC8-514E-889E-A8DBC9E116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0" y="2259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173099" name="Text Box 43">
            <a:extLst>
              <a:ext uri="{FF2B5EF4-FFF2-40B4-BE49-F238E27FC236}">
                <a16:creationId xmlns:a16="http://schemas.microsoft.com/office/drawing/2014/main" id="{0293FF16-C142-A44D-99E2-39E5F26E7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2525" y="5378450"/>
            <a:ext cx="5032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</a:t>
            </a:r>
          </a:p>
        </p:txBody>
      </p:sp>
      <p:sp>
        <p:nvSpPr>
          <p:cNvPr id="173100" name="Text Box 44">
            <a:extLst>
              <a:ext uri="{FF2B5EF4-FFF2-40B4-BE49-F238E27FC236}">
                <a16:creationId xmlns:a16="http://schemas.microsoft.com/office/drawing/2014/main" id="{ECA859FB-336C-3C46-81E3-BC28EFFDB8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0" y="5334000"/>
            <a:ext cx="503238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H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1959446F-85F3-944A-B9F4-50EE876377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3C977DC-52D6-ED4A-B60F-DF9BBAAA9DCE}" type="slidenum">
              <a:rPr kumimoji="0" lang="zh-CN" altLang="en-US" sz="1200"/>
              <a:pPr/>
              <a:t>30</a:t>
            </a:fld>
            <a:endParaRPr kumimoji="0" lang="en-US" altLang="zh-CN" sz="1200"/>
          </a:p>
        </p:txBody>
      </p:sp>
      <p:sp>
        <p:nvSpPr>
          <p:cNvPr id="172034" name="Rectangle 2">
            <a:extLst>
              <a:ext uri="{FF2B5EF4-FFF2-40B4-BE49-F238E27FC236}">
                <a16:creationId xmlns:a16="http://schemas.microsoft.com/office/drawing/2014/main" id="{CA4D7A99-FA13-B348-9A68-AAC80F970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定义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4.4.7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补图</a:t>
            </a:r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FB57B10F-55E2-A44E-84F1-A55A49FE534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524000"/>
            <a:ext cx="8458200" cy="4572000"/>
          </a:xfrm>
        </p:spPr>
        <p:txBody>
          <a:bodyPr/>
          <a:lstStyle/>
          <a:p>
            <a:pPr marL="365125" indent="-365125">
              <a:lnSpc>
                <a:spcPct val="120000"/>
              </a:lnSpc>
              <a:tabLst>
                <a:tab pos="4949825" algn="l"/>
              </a:tabLst>
            </a:pP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6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是两个有限图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，如果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P(G)=P(H)</a:t>
            </a:r>
            <a:r>
              <a:rPr kumimoji="0" lang="en-US" altLang="zh-CN" sz="3600" dirty="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并且对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6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中任意两点</a:t>
            </a:r>
            <a:r>
              <a:rPr kumimoji="0" lang="en-US" altLang="zh-CN" sz="3600" dirty="0" err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en-US" altLang="zh-CN" sz="3600" dirty="0" err="1">
                <a:latin typeface="宋体" panose="02010600030101010101" pitchFamily="2" charset="-122"/>
                <a:ea typeface="楷体_GB2312" pitchFamily="49" charset="-122"/>
              </a:rPr>
              <a:t>、</a:t>
            </a:r>
            <a:r>
              <a:rPr kumimoji="0" lang="en-US" altLang="zh-CN" sz="36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600" dirty="0" err="1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600" dirty="0" err="1">
                <a:latin typeface="Times New Roman" panose="02020603050405020304" pitchFamily="18" charset="0"/>
                <a:ea typeface="楷体_GB2312" pitchFamily="49" charset="-122"/>
              </a:rPr>
              <a:t>u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在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中相邻当且仅当它们在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中不相邻，则称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的补图，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是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的补图，可以将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记为</a:t>
            </a:r>
            <a:r>
              <a:rPr kumimoji="0" lang="en-US" altLang="zh-CN" sz="3600" dirty="0" err="1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en-US" altLang="zh-CN" sz="3600" baseline="30000" dirty="0" err="1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6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也可将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H</a:t>
            </a:r>
            <a:r>
              <a:rPr kumimoji="0" lang="zh-CN" altLang="en-US" sz="3600" dirty="0">
                <a:latin typeface="宋体" panose="02010600030101010101" pitchFamily="2" charset="-122"/>
                <a:ea typeface="楷体_GB2312" pitchFamily="49" charset="-122"/>
              </a:rPr>
              <a:t>记为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600" baseline="30000" dirty="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6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en-US" altLang="zh-CN" sz="36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kumimoji="0" lang="zh-CN" altLang="en-US" sz="36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>
            <a:extLst>
              <a:ext uri="{FF2B5EF4-FFF2-40B4-BE49-F238E27FC236}">
                <a16:creationId xmlns:a16="http://schemas.microsoft.com/office/drawing/2014/main" id="{2FF39F11-8329-454C-89BC-817DCA91653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8E30246-AE00-DC41-9C89-DA44909C30CB}" type="slidenum">
              <a:rPr kumimoji="0" lang="zh-CN" altLang="en-US" sz="1200"/>
              <a:pPr/>
              <a:t>31</a:t>
            </a:fld>
            <a:endParaRPr kumimoji="0" lang="en-US" altLang="zh-CN" sz="1200"/>
          </a:p>
        </p:txBody>
      </p:sp>
      <p:sp>
        <p:nvSpPr>
          <p:cNvPr id="174086" name="Rectangle 6">
            <a:extLst>
              <a:ext uri="{FF2B5EF4-FFF2-40B4-BE49-F238E27FC236}">
                <a16:creationId xmlns:a16="http://schemas.microsoft.com/office/drawing/2014/main" id="{7F1F1A34-D521-5747-BC03-2A372AFAF5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5083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例：</a:t>
            </a:r>
            <a:r>
              <a:rPr lang="zh-CN" altLang="en-US" dirty="0">
                <a:latin typeface="宋体" pitchFamily="2" charset="-122"/>
                <a:ea typeface="+mj-ea"/>
                <a:cs typeface="+mj-cs"/>
              </a:rPr>
              <a:t>补图</a:t>
            </a:r>
          </a:p>
        </p:txBody>
      </p:sp>
      <p:grpSp>
        <p:nvGrpSpPr>
          <p:cNvPr id="58371" name="Group 45">
            <a:extLst>
              <a:ext uri="{FF2B5EF4-FFF2-40B4-BE49-F238E27FC236}">
                <a16:creationId xmlns:a16="http://schemas.microsoft.com/office/drawing/2014/main" id="{EE3E1413-9CE8-C848-A81D-F3E064FE6AA9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2286000"/>
            <a:ext cx="2819400" cy="3632200"/>
            <a:chOff x="528" y="1440"/>
            <a:chExt cx="1776" cy="2288"/>
          </a:xfrm>
        </p:grpSpPr>
        <p:sp>
          <p:nvSpPr>
            <p:cNvPr id="174107" name="Text Box 27">
              <a:extLst>
                <a:ext uri="{FF2B5EF4-FFF2-40B4-BE49-F238E27FC236}">
                  <a16:creationId xmlns:a16="http://schemas.microsoft.com/office/drawing/2014/main" id="{227B6D8F-6EB1-074D-A6AB-89A0B9FC75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360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G</a:t>
              </a:r>
            </a:p>
          </p:txBody>
        </p:sp>
        <p:grpSp>
          <p:nvGrpSpPr>
            <p:cNvPr id="58382" name="Group 43">
              <a:extLst>
                <a:ext uri="{FF2B5EF4-FFF2-40B4-BE49-F238E27FC236}">
                  <a16:creationId xmlns:a16="http://schemas.microsoft.com/office/drawing/2014/main" id="{FDDB72D7-8880-8A4C-8952-9BCCC2BF2B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8" y="1440"/>
              <a:ext cx="1776" cy="1827"/>
              <a:chOff x="672" y="1440"/>
              <a:chExt cx="1776" cy="1827"/>
            </a:xfrm>
          </p:grpSpPr>
          <p:sp>
            <p:nvSpPr>
              <p:cNvPr id="58383" name="Line 34">
                <a:extLst>
                  <a:ext uri="{FF2B5EF4-FFF2-40B4-BE49-F238E27FC236}">
                    <a16:creationId xmlns:a16="http://schemas.microsoft.com/office/drawing/2014/main" id="{6D29530D-941C-A848-A689-ED80139DCA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68" y="3180"/>
                <a:ext cx="1584" cy="0"/>
              </a:xfrm>
              <a:prstGeom prst="line">
                <a:avLst/>
              </a:prstGeom>
              <a:noFill/>
              <a:ln w="508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384" name="Line 16">
                <a:extLst>
                  <a:ext uri="{FF2B5EF4-FFF2-40B4-BE49-F238E27FC236}">
                    <a16:creationId xmlns:a16="http://schemas.microsoft.com/office/drawing/2014/main" id="{90209A73-59CF-9746-BCEF-DD59DFBC99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38" y="1536"/>
                <a:ext cx="0" cy="1680"/>
              </a:xfrm>
              <a:prstGeom prst="line">
                <a:avLst/>
              </a:prstGeom>
              <a:noFill/>
              <a:ln w="508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385" name="Oval 17">
                <a:extLst>
                  <a:ext uri="{FF2B5EF4-FFF2-40B4-BE49-F238E27FC236}">
                    <a16:creationId xmlns:a16="http://schemas.microsoft.com/office/drawing/2014/main" id="{8DC86623-1EF4-D54C-910C-DB566134A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1440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58386" name="Oval 19">
                <a:extLst>
                  <a:ext uri="{FF2B5EF4-FFF2-40B4-BE49-F238E27FC236}">
                    <a16:creationId xmlns:a16="http://schemas.microsoft.com/office/drawing/2014/main" id="{8770AB19-C16D-ED40-9EE5-7DC387AC7F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" y="3120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58387" name="Line 30">
                <a:extLst>
                  <a:ext uri="{FF2B5EF4-FFF2-40B4-BE49-F238E27FC236}">
                    <a16:creationId xmlns:a16="http://schemas.microsoft.com/office/drawing/2014/main" id="{E5B231A8-F686-314F-8148-F763102530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70" y="1539"/>
                <a:ext cx="0" cy="1680"/>
              </a:xfrm>
              <a:prstGeom prst="line">
                <a:avLst/>
              </a:prstGeom>
              <a:noFill/>
              <a:ln w="508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58388" name="Oval 31">
                <a:extLst>
                  <a:ext uri="{FF2B5EF4-FFF2-40B4-BE49-F238E27FC236}">
                    <a16:creationId xmlns:a16="http://schemas.microsoft.com/office/drawing/2014/main" id="{65320075-F7E4-8749-9DDF-FC6BD3A01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443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58389" name="Oval 32">
                <a:extLst>
                  <a:ext uri="{FF2B5EF4-FFF2-40B4-BE49-F238E27FC236}">
                    <a16:creationId xmlns:a16="http://schemas.microsoft.com/office/drawing/2014/main" id="{775FEB3D-5F7D-9149-9409-B366767D7A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3123"/>
                <a:ext cx="144" cy="144"/>
              </a:xfrm>
              <a:prstGeom prst="ellipse">
                <a:avLst/>
              </a:prstGeom>
              <a:solidFill>
                <a:schemeClr val="tx2"/>
              </a:solidFill>
              <a:ln w="508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</p:grpSp>
      <p:grpSp>
        <p:nvGrpSpPr>
          <p:cNvPr id="58372" name="Group 46">
            <a:extLst>
              <a:ext uri="{FF2B5EF4-FFF2-40B4-BE49-F238E27FC236}">
                <a16:creationId xmlns:a16="http://schemas.microsoft.com/office/drawing/2014/main" id="{205AD939-14E5-E24B-B1A4-BC84AF4E9893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2286000"/>
            <a:ext cx="2819400" cy="3694113"/>
            <a:chOff x="3072" y="1440"/>
            <a:chExt cx="1776" cy="2327"/>
          </a:xfrm>
        </p:grpSpPr>
        <p:sp>
          <p:nvSpPr>
            <p:cNvPr id="58373" name="Line 33">
              <a:extLst>
                <a:ext uri="{FF2B5EF4-FFF2-40B4-BE49-F238E27FC236}">
                  <a16:creationId xmlns:a16="http://schemas.microsoft.com/office/drawing/2014/main" id="{2DE58408-24ED-2144-A778-2BEABA031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536"/>
              <a:ext cx="1680" cy="1680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74108" name="Text Box 28">
              <a:extLst>
                <a:ext uri="{FF2B5EF4-FFF2-40B4-BE49-F238E27FC236}">
                  <a16:creationId xmlns:a16="http://schemas.microsoft.com/office/drawing/2014/main" id="{36A9599E-FB7C-5744-BA4A-AFA143739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3399"/>
              <a:ext cx="317" cy="3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</a:t>
              </a:r>
            </a:p>
          </p:txBody>
        </p:sp>
        <p:sp>
          <p:nvSpPr>
            <p:cNvPr id="58375" name="Line 35">
              <a:extLst>
                <a:ext uri="{FF2B5EF4-FFF2-40B4-BE49-F238E27FC236}">
                  <a16:creationId xmlns:a16="http://schemas.microsoft.com/office/drawing/2014/main" id="{EB2CCD83-A7C2-144B-8372-507BB2024CD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8" y="1518"/>
              <a:ext cx="1584" cy="0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76" name="Line 36">
              <a:extLst>
                <a:ext uri="{FF2B5EF4-FFF2-40B4-BE49-F238E27FC236}">
                  <a16:creationId xmlns:a16="http://schemas.microsoft.com/office/drawing/2014/main" id="{C0A9494F-441F-BC46-86F7-2C0B0606A3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8" y="1536"/>
              <a:ext cx="1584" cy="1632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58377" name="Oval 38">
              <a:extLst>
                <a:ext uri="{FF2B5EF4-FFF2-40B4-BE49-F238E27FC236}">
                  <a16:creationId xmlns:a16="http://schemas.microsoft.com/office/drawing/2014/main" id="{06018E1B-42D0-2943-A954-C8B6B6ED36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1440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8378" name="Oval 39">
              <a:extLst>
                <a:ext uri="{FF2B5EF4-FFF2-40B4-BE49-F238E27FC236}">
                  <a16:creationId xmlns:a16="http://schemas.microsoft.com/office/drawing/2014/main" id="{DA049E3E-ADD7-B445-8985-DC43185ACE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2" y="3120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8379" name="Oval 41">
              <a:extLst>
                <a:ext uri="{FF2B5EF4-FFF2-40B4-BE49-F238E27FC236}">
                  <a16:creationId xmlns:a16="http://schemas.microsoft.com/office/drawing/2014/main" id="{A8E955CB-A9D9-8343-9DCC-1DEB75A091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1443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58380" name="Oval 42">
              <a:extLst>
                <a:ext uri="{FF2B5EF4-FFF2-40B4-BE49-F238E27FC236}">
                  <a16:creationId xmlns:a16="http://schemas.microsoft.com/office/drawing/2014/main" id="{66225456-2FFA-6A45-85E5-DA948D26DD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3123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</p:spTree>
  </p:cSld>
  <p:clrMapOvr>
    <a:masterClrMapping/>
  </p:clrMapOvr>
  <p:transition>
    <p:blinds dir="vert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9A3BDF02-75DD-114A-ACE6-E19ECF7B3FF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BDCB9A9-598C-2F43-B2E8-E4B6F7163071}" type="slidenum">
              <a:rPr kumimoji="0" lang="zh-CN" altLang="en-US" sz="1200"/>
              <a:pPr/>
              <a:t>32</a:t>
            </a:fld>
            <a:endParaRPr kumimoji="0" lang="en-US" altLang="zh-CN" sz="1200"/>
          </a:p>
        </p:txBody>
      </p:sp>
      <p:sp>
        <p:nvSpPr>
          <p:cNvPr id="59394" name="Rectangle 3">
            <a:extLst>
              <a:ext uri="{FF2B5EF4-FFF2-40B4-BE49-F238E27FC236}">
                <a16:creationId xmlns:a16="http://schemas.microsoft.com/office/drawing/2014/main" id="{379B1E28-12D0-6849-9C4C-288E1360422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458200" cy="11430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表示由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个点组成的完全图。将如下三个图： </a:t>
            </a:r>
          </a:p>
        </p:txBody>
      </p:sp>
      <p:grpSp>
        <p:nvGrpSpPr>
          <p:cNvPr id="59395" name="Group 44">
            <a:extLst>
              <a:ext uri="{FF2B5EF4-FFF2-40B4-BE49-F238E27FC236}">
                <a16:creationId xmlns:a16="http://schemas.microsoft.com/office/drawing/2014/main" id="{67573B47-A57A-8743-A44B-B9DDA1951985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2741613"/>
            <a:ext cx="5715000" cy="592137"/>
            <a:chOff x="1008" y="1776"/>
            <a:chExt cx="3600" cy="373"/>
          </a:xfrm>
        </p:grpSpPr>
        <p:sp>
          <p:nvSpPr>
            <p:cNvPr id="120870" name="Text Box 38">
              <a:extLst>
                <a:ext uri="{FF2B5EF4-FFF2-40B4-BE49-F238E27FC236}">
                  <a16:creationId xmlns:a16="http://schemas.microsoft.com/office/drawing/2014/main" id="{83E6A991-6B89-F847-B371-142E22A7AA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1776"/>
              <a:ext cx="720" cy="368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lang="en-US" altLang="zh-CN" sz="32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3200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m</a:t>
              </a:r>
              <a:r>
                <a:rPr lang="en-US" altLang="zh-CN" sz="3200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59399" name="Line 40">
              <a:extLst>
                <a:ext uri="{FF2B5EF4-FFF2-40B4-BE49-F238E27FC236}">
                  <a16:creationId xmlns:a16="http://schemas.microsoft.com/office/drawing/2014/main" id="{311167DD-F000-0747-AAA8-2FF2A2B219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28" y="2006"/>
              <a:ext cx="624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0873" name="Text Box 41">
              <a:extLst>
                <a:ext uri="{FF2B5EF4-FFF2-40B4-BE49-F238E27FC236}">
                  <a16:creationId xmlns:a16="http://schemas.microsoft.com/office/drawing/2014/main" id="{4A5BD417-529A-374D-8C19-D19ABF9882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52" y="1776"/>
              <a:ext cx="720" cy="368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32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K</a:t>
              </a:r>
              <a:r>
                <a:rPr kumimoji="1" lang="en-US" altLang="zh-CN" sz="32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m</a:t>
              </a:r>
              <a:endParaRPr kumimoji="1" lang="en-US" altLang="zh-CN" sz="32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endParaRPr>
            </a:p>
          </p:txBody>
        </p:sp>
        <p:sp>
          <p:nvSpPr>
            <p:cNvPr id="120874" name="Text Box 42">
              <a:extLst>
                <a:ext uri="{FF2B5EF4-FFF2-40B4-BE49-F238E27FC236}">
                  <a16:creationId xmlns:a16="http://schemas.microsoft.com/office/drawing/2014/main" id="{34D0DAFA-177D-C347-9D0B-D5E1E6F52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781"/>
              <a:ext cx="912" cy="368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32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K</a:t>
              </a:r>
              <a:r>
                <a:rPr kumimoji="1" lang="en-US" altLang="zh-CN" sz="3200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n-2m</a:t>
              </a:r>
              <a:endParaRPr kumimoji="1" lang="en-US" altLang="zh-CN" sz="3200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endParaRPr>
            </a:p>
          </p:txBody>
        </p:sp>
        <p:sp>
          <p:nvSpPr>
            <p:cNvPr id="59402" name="Line 43">
              <a:extLst>
                <a:ext uri="{FF2B5EF4-FFF2-40B4-BE49-F238E27FC236}">
                  <a16:creationId xmlns:a16="http://schemas.microsoft.com/office/drawing/2014/main" id="{850508C4-648C-C642-9A71-C546D0EE95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2" y="2004"/>
              <a:ext cx="624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sp>
        <p:nvSpPr>
          <p:cNvPr id="59396" name="Rectangle 45">
            <a:extLst>
              <a:ext uri="{FF2B5EF4-FFF2-40B4-BE49-F238E27FC236}">
                <a16:creationId xmlns:a16="http://schemas.microsoft.com/office/drawing/2014/main" id="{BFF4E5A2-8765-1241-BF1E-2A49CBF786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3657600"/>
            <a:ext cx="2590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200">
                <a:latin typeface="Times New Roman" panose="02020603050405020304" pitchFamily="18" charset="0"/>
              </a:rPr>
              <a:t>1 </a:t>
            </a:r>
            <a:r>
              <a:rPr lang="zh-CN" altLang="en-US" sz="3200">
                <a:latin typeface="Times New Roman" panose="02020603050405020304" pitchFamily="18" charset="0"/>
                <a:sym typeface="Symbol" pitchFamily="2" charset="2"/>
              </a:rPr>
              <a:t></a:t>
            </a:r>
            <a:r>
              <a:rPr lang="zh-CN" altLang="en-US" sz="3200">
                <a:latin typeface="Times New Roman" panose="02020603050405020304" pitchFamily="18" charset="0"/>
              </a:rPr>
              <a:t> </a:t>
            </a:r>
            <a:r>
              <a:rPr lang="en-US" altLang="zh-CN" sz="3200">
                <a:latin typeface="Times New Roman" panose="02020603050405020304" pitchFamily="18" charset="0"/>
              </a:rPr>
              <a:t>m </a:t>
            </a:r>
            <a:r>
              <a:rPr lang="en-US" altLang="zh-CN" sz="3200">
                <a:latin typeface="Times New Roman" panose="02020603050405020304" pitchFamily="18" charset="0"/>
                <a:sym typeface="Symbol" pitchFamily="2" charset="2"/>
              </a:rPr>
              <a:t></a:t>
            </a:r>
            <a:r>
              <a:rPr lang="en-US" altLang="zh-CN" sz="3200">
                <a:latin typeface="Times New Roman" panose="02020603050405020304" pitchFamily="18" charset="0"/>
              </a:rPr>
              <a:t> n/2</a:t>
            </a:r>
            <a:r>
              <a:rPr lang="en-US" altLang="zh-CN" sz="3200">
                <a:latin typeface="Times New Roman" panose="02020603050405020304" pitchFamily="18" charset="0"/>
                <a:sym typeface="Symbol" pitchFamily="2" charset="2"/>
              </a:rPr>
              <a:t> </a:t>
            </a:r>
          </a:p>
        </p:txBody>
      </p:sp>
      <p:sp>
        <p:nvSpPr>
          <p:cNvPr id="59397" name="Rectangle 46">
            <a:extLst>
              <a:ext uri="{FF2B5EF4-FFF2-40B4-BE49-F238E27FC236}">
                <a16:creationId xmlns:a16="http://schemas.microsoft.com/office/drawing/2014/main" id="{33BDC3A5-EF3E-EF4C-A6A0-23B261F94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" y="4295775"/>
            <a:ext cx="8610600" cy="1077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65125" indent="-365125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" pitchFamily="2" charset="2"/>
              <a:buChar char="Ø"/>
            </a:pPr>
            <a:r>
              <a:rPr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从左到右顺序连接起来构成的连接图记为</a:t>
            </a:r>
            <a:r>
              <a:rPr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3200" baseline="-300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m,n</a:t>
            </a:r>
            <a:r>
              <a:rPr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 </a:t>
            </a:r>
          </a:p>
        </p:txBody>
      </p:sp>
    </p:spTree>
  </p:cSld>
  <p:clrMapOvr>
    <a:masterClrMapping/>
  </p:clrMapOvr>
  <p:transition>
    <p:blinds dir="vert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5">
            <a:extLst>
              <a:ext uri="{FF2B5EF4-FFF2-40B4-BE49-F238E27FC236}">
                <a16:creationId xmlns:a16="http://schemas.microsoft.com/office/drawing/2014/main" id="{FB99FFEA-D37F-9445-A537-286BA7BDDB8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298878C-1CAD-3B4A-85CC-6955411A4939}" type="slidenum">
              <a:rPr kumimoji="0" lang="zh-CN" altLang="en-US" sz="1200"/>
              <a:pPr/>
              <a:t>33</a:t>
            </a:fld>
            <a:endParaRPr kumimoji="0" lang="en-US" altLang="zh-CN" sz="1200"/>
          </a:p>
        </p:txBody>
      </p:sp>
      <p:sp>
        <p:nvSpPr>
          <p:cNvPr id="121858" name="Rectangle 2">
            <a:extLst>
              <a:ext uri="{FF2B5EF4-FFF2-40B4-BE49-F238E27FC236}">
                <a16:creationId xmlns:a16="http://schemas.microsoft.com/office/drawing/2014/main" id="{D24DFAB8-8B91-6640-9C70-F1E4523CF9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例：</a:t>
            </a:r>
          </a:p>
        </p:txBody>
      </p:sp>
      <p:sp>
        <p:nvSpPr>
          <p:cNvPr id="121890" name="Rectangle 34">
            <a:extLst>
              <a:ext uri="{FF2B5EF4-FFF2-40B4-BE49-F238E27FC236}">
                <a16:creationId xmlns:a16="http://schemas.microsoft.com/office/drawing/2014/main" id="{E2D184F7-CAD4-4048-B364-E6EF4B50D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438400"/>
            <a:ext cx="71628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3600">
                <a:latin typeface="Times New Roman" panose="02020603050405020304" pitchFamily="18" charset="0"/>
                <a:ea typeface="楷体_GB2312" pitchFamily="49" charset="-122"/>
              </a:rPr>
              <a:t>下图给出的是 </a:t>
            </a:r>
            <a:r>
              <a:rPr lang="en-US" altLang="zh-CN" sz="36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lang="en-US" altLang="zh-CN" sz="3600" baseline="-30000">
                <a:latin typeface="Times New Roman" panose="02020603050405020304" pitchFamily="18" charset="0"/>
                <a:ea typeface="楷体_GB2312" pitchFamily="49" charset="-122"/>
              </a:rPr>
              <a:t>2,7</a:t>
            </a:r>
            <a:r>
              <a:rPr lang="zh-CN" altLang="en-US" sz="3600">
                <a:latin typeface="Times New Roman" panose="02020603050405020304" pitchFamily="18" charset="0"/>
                <a:ea typeface="楷体_GB2312" pitchFamily="49" charset="-122"/>
              </a:rPr>
              <a:t>的具体图 </a:t>
            </a:r>
          </a:p>
        </p:txBody>
      </p:sp>
      <p:grpSp>
        <p:nvGrpSpPr>
          <p:cNvPr id="2" name="Group 73">
            <a:extLst>
              <a:ext uri="{FF2B5EF4-FFF2-40B4-BE49-F238E27FC236}">
                <a16:creationId xmlns:a16="http://schemas.microsoft.com/office/drawing/2014/main" id="{B0966D95-FFB4-ED47-8818-45D27A2A7BA3}"/>
              </a:ext>
            </a:extLst>
          </p:cNvPr>
          <p:cNvGrpSpPr>
            <a:grpSpLocks/>
          </p:cNvGrpSpPr>
          <p:nvPr/>
        </p:nvGrpSpPr>
        <p:grpSpPr bwMode="auto">
          <a:xfrm>
            <a:off x="1800225" y="3929063"/>
            <a:ext cx="1933575" cy="1404937"/>
            <a:chOff x="1134" y="2619"/>
            <a:chExt cx="1218" cy="885"/>
          </a:xfrm>
        </p:grpSpPr>
        <p:sp>
          <p:nvSpPr>
            <p:cNvPr id="60455" name="Line 43">
              <a:extLst>
                <a:ext uri="{FF2B5EF4-FFF2-40B4-BE49-F238E27FC236}">
                  <a16:creationId xmlns:a16="http://schemas.microsoft.com/office/drawing/2014/main" id="{7B17E205-4D1A-3847-8B3C-486473CCD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" y="2619"/>
              <a:ext cx="1152" cy="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6" name="Line 45">
              <a:extLst>
                <a:ext uri="{FF2B5EF4-FFF2-40B4-BE49-F238E27FC236}">
                  <a16:creationId xmlns:a16="http://schemas.microsoft.com/office/drawing/2014/main" id="{86F31129-785B-DC4C-BEA8-E22FE43265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34" y="2619"/>
              <a:ext cx="1218" cy="885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3" name="Group 74">
            <a:extLst>
              <a:ext uri="{FF2B5EF4-FFF2-40B4-BE49-F238E27FC236}">
                <a16:creationId xmlns:a16="http://schemas.microsoft.com/office/drawing/2014/main" id="{0235302D-7810-9C43-A926-5E8002155E00}"/>
              </a:ext>
            </a:extLst>
          </p:cNvPr>
          <p:cNvGrpSpPr>
            <a:grpSpLocks/>
          </p:cNvGrpSpPr>
          <p:nvPr/>
        </p:nvGrpSpPr>
        <p:grpSpPr bwMode="auto">
          <a:xfrm>
            <a:off x="1814513" y="3886200"/>
            <a:ext cx="1919287" cy="1414463"/>
            <a:chOff x="1143" y="2592"/>
            <a:chExt cx="1209" cy="891"/>
          </a:xfrm>
        </p:grpSpPr>
        <p:sp>
          <p:nvSpPr>
            <p:cNvPr id="60453" name="Line 44">
              <a:extLst>
                <a:ext uri="{FF2B5EF4-FFF2-40B4-BE49-F238E27FC236}">
                  <a16:creationId xmlns:a16="http://schemas.microsoft.com/office/drawing/2014/main" id="{25EA141E-459A-9E4F-B987-839C64B9D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43" y="3483"/>
              <a:ext cx="1152" cy="0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4" name="Line 46">
              <a:extLst>
                <a:ext uri="{FF2B5EF4-FFF2-40B4-BE49-F238E27FC236}">
                  <a16:creationId xmlns:a16="http://schemas.microsoft.com/office/drawing/2014/main" id="{757AB86F-61B8-0442-A60F-29209DC7DBA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152" y="2592"/>
              <a:ext cx="1200" cy="891"/>
            </a:xfrm>
            <a:prstGeom prst="line">
              <a:avLst/>
            </a:prstGeom>
            <a:noFill/>
            <a:ln w="508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4" name="Group 75">
            <a:extLst>
              <a:ext uri="{FF2B5EF4-FFF2-40B4-BE49-F238E27FC236}">
                <a16:creationId xmlns:a16="http://schemas.microsoft.com/office/drawing/2014/main" id="{1E92B680-ACC2-8C4C-9DD5-7037731EFB61}"/>
              </a:ext>
            </a:extLst>
          </p:cNvPr>
          <p:cNvGrpSpPr>
            <a:grpSpLocks/>
          </p:cNvGrpSpPr>
          <p:nvPr/>
        </p:nvGrpSpPr>
        <p:grpSpPr bwMode="auto">
          <a:xfrm>
            <a:off x="3705225" y="3276600"/>
            <a:ext cx="3457575" cy="2590800"/>
            <a:chOff x="2334" y="2208"/>
            <a:chExt cx="2178" cy="1632"/>
          </a:xfrm>
        </p:grpSpPr>
        <p:sp>
          <p:nvSpPr>
            <p:cNvPr id="60450" name="Line 47">
              <a:extLst>
                <a:ext uri="{FF2B5EF4-FFF2-40B4-BE49-F238E27FC236}">
                  <a16:creationId xmlns:a16="http://schemas.microsoft.com/office/drawing/2014/main" id="{67A15CCA-F159-EB46-A449-0CE0DA6588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52" y="2208"/>
              <a:ext cx="1248" cy="411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1" name="Line 49">
              <a:extLst>
                <a:ext uri="{FF2B5EF4-FFF2-40B4-BE49-F238E27FC236}">
                  <a16:creationId xmlns:a16="http://schemas.microsoft.com/office/drawing/2014/main" id="{A617B096-6854-194A-8A58-52BB2BEFE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34" y="2613"/>
              <a:ext cx="1266" cy="1227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52" name="Line 51">
              <a:extLst>
                <a:ext uri="{FF2B5EF4-FFF2-40B4-BE49-F238E27FC236}">
                  <a16:creationId xmlns:a16="http://schemas.microsoft.com/office/drawing/2014/main" id="{175BD8BA-814A-FC48-8D85-2AA25DF5AA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2613"/>
              <a:ext cx="2160" cy="411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5" name="Group 76">
            <a:extLst>
              <a:ext uri="{FF2B5EF4-FFF2-40B4-BE49-F238E27FC236}">
                <a16:creationId xmlns:a16="http://schemas.microsoft.com/office/drawing/2014/main" id="{BC697F45-360D-AE45-BEAE-DFCCB75C23C0}"/>
              </a:ext>
            </a:extLst>
          </p:cNvPr>
          <p:cNvGrpSpPr>
            <a:grpSpLocks/>
          </p:cNvGrpSpPr>
          <p:nvPr/>
        </p:nvGrpSpPr>
        <p:grpSpPr bwMode="auto">
          <a:xfrm>
            <a:off x="3714750" y="3276600"/>
            <a:ext cx="3371850" cy="2590800"/>
            <a:chOff x="2340" y="2208"/>
            <a:chExt cx="2124" cy="1632"/>
          </a:xfrm>
        </p:grpSpPr>
        <p:sp>
          <p:nvSpPr>
            <p:cNvPr id="60447" name="Line 48">
              <a:extLst>
                <a:ext uri="{FF2B5EF4-FFF2-40B4-BE49-F238E27FC236}">
                  <a16:creationId xmlns:a16="http://schemas.microsoft.com/office/drawing/2014/main" id="{829983D0-ECC9-1441-ACC5-68DD9B5E75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2" y="3483"/>
              <a:ext cx="1248" cy="357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8" name="Line 50">
              <a:extLst>
                <a:ext uri="{FF2B5EF4-FFF2-40B4-BE49-F238E27FC236}">
                  <a16:creationId xmlns:a16="http://schemas.microsoft.com/office/drawing/2014/main" id="{8D8AA907-60BE-3C49-B66E-F63D4BF5C6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0" y="2208"/>
              <a:ext cx="1260" cy="1278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49" name="Line 52">
              <a:extLst>
                <a:ext uri="{FF2B5EF4-FFF2-40B4-BE49-F238E27FC236}">
                  <a16:creationId xmlns:a16="http://schemas.microsoft.com/office/drawing/2014/main" id="{A1E78042-B8AB-2F43-8D8B-224E07129C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64" y="3072"/>
              <a:ext cx="2100" cy="414"/>
            </a:xfrm>
            <a:prstGeom prst="line">
              <a:avLst/>
            </a:prstGeom>
            <a:noFill/>
            <a:ln w="508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0424" name="Group 65">
            <a:extLst>
              <a:ext uri="{FF2B5EF4-FFF2-40B4-BE49-F238E27FC236}">
                <a16:creationId xmlns:a16="http://schemas.microsoft.com/office/drawing/2014/main" id="{FF794290-A25B-3147-ABFE-C2C44CD2B5DF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1447800"/>
            <a:ext cx="5257800" cy="592138"/>
            <a:chOff x="864" y="864"/>
            <a:chExt cx="3312" cy="373"/>
          </a:xfrm>
        </p:grpSpPr>
        <p:sp>
          <p:nvSpPr>
            <p:cNvPr id="121916" name="Text Box 60">
              <a:extLst>
                <a:ext uri="{FF2B5EF4-FFF2-40B4-BE49-F238E27FC236}">
                  <a16:creationId xmlns:a16="http://schemas.microsoft.com/office/drawing/2014/main" id="{680DA60A-3406-9141-A97C-277340301C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864"/>
              <a:ext cx="720" cy="368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  <p:sp>
          <p:nvSpPr>
            <p:cNvPr id="60443" name="Line 61">
              <a:extLst>
                <a:ext uri="{FF2B5EF4-FFF2-40B4-BE49-F238E27FC236}">
                  <a16:creationId xmlns:a16="http://schemas.microsoft.com/office/drawing/2014/main" id="{07FA99BE-93F5-7644-B578-C65A9A9354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84" y="1094"/>
              <a:ext cx="624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121918" name="Text Box 62">
              <a:extLst>
                <a:ext uri="{FF2B5EF4-FFF2-40B4-BE49-F238E27FC236}">
                  <a16:creationId xmlns:a16="http://schemas.microsoft.com/office/drawing/2014/main" id="{962C32F7-6464-154A-8C39-3BE111B83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864"/>
              <a:ext cx="720" cy="368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32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K</a:t>
              </a:r>
              <a:r>
                <a:rPr kumimoji="1" lang="en-US" altLang="zh-CN" sz="32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2</a:t>
              </a:r>
              <a:endParaRPr kumimoji="1" lang="en-US" altLang="zh-CN" sz="3200" b="1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endParaRPr>
            </a:p>
          </p:txBody>
        </p:sp>
        <p:sp>
          <p:nvSpPr>
            <p:cNvPr id="121919" name="Text Box 63">
              <a:extLst>
                <a:ext uri="{FF2B5EF4-FFF2-40B4-BE49-F238E27FC236}">
                  <a16:creationId xmlns:a16="http://schemas.microsoft.com/office/drawing/2014/main" id="{E75B29E5-7244-CF45-B5A5-E2BE876A6C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869"/>
              <a:ext cx="624" cy="368"/>
            </a:xfrm>
            <a:prstGeom prst="rect">
              <a:avLst/>
            </a:prstGeom>
            <a:noFill/>
            <a:ln w="38100">
              <a:solidFill>
                <a:schemeClr val="tx2"/>
              </a:solidFill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algn="ctr" eaLnBrk="1" hangingPunct="1">
                <a:defRPr/>
              </a:pPr>
              <a:r>
                <a:rPr kumimoji="1" lang="en-US" altLang="zh-CN" sz="3200" b="1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K</a:t>
              </a:r>
              <a:r>
                <a:rPr kumimoji="1" lang="en-US" altLang="zh-CN" sz="3200" b="1" baseline="-2500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</a:rPr>
                <a:t>3</a:t>
              </a:r>
              <a:endParaRPr kumimoji="1" lang="en-US" altLang="zh-CN" sz="3200" b="1" baseline="30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</a:endParaRPr>
            </a:p>
          </p:txBody>
        </p:sp>
        <p:sp>
          <p:nvSpPr>
            <p:cNvPr id="60446" name="Line 64">
              <a:extLst>
                <a:ext uri="{FF2B5EF4-FFF2-40B4-BE49-F238E27FC236}">
                  <a16:creationId xmlns:a16="http://schemas.microsoft.com/office/drawing/2014/main" id="{0F08935B-8A85-9643-868B-EEA525CE7B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28" y="1092"/>
              <a:ext cx="624" cy="0"/>
            </a:xfrm>
            <a:prstGeom prst="line">
              <a:avLst/>
            </a:prstGeom>
            <a:noFill/>
            <a:ln w="57150">
              <a:solidFill>
                <a:schemeClr val="tx2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7" name="Group 70">
            <a:extLst>
              <a:ext uri="{FF2B5EF4-FFF2-40B4-BE49-F238E27FC236}">
                <a16:creationId xmlns:a16="http://schemas.microsoft.com/office/drawing/2014/main" id="{B702A9F8-4790-A34A-A8C9-5D35E8720BC9}"/>
              </a:ext>
            </a:extLst>
          </p:cNvPr>
          <p:cNvGrpSpPr>
            <a:grpSpLocks/>
          </p:cNvGrpSpPr>
          <p:nvPr/>
        </p:nvGrpSpPr>
        <p:grpSpPr bwMode="auto">
          <a:xfrm>
            <a:off x="1443038" y="3810000"/>
            <a:ext cx="762000" cy="2446338"/>
            <a:chOff x="909" y="2544"/>
            <a:chExt cx="480" cy="1541"/>
          </a:xfrm>
        </p:grpSpPr>
        <p:sp>
          <p:nvSpPr>
            <p:cNvPr id="60439" name="Oval 36">
              <a:extLst>
                <a:ext uri="{FF2B5EF4-FFF2-40B4-BE49-F238E27FC236}">
                  <a16:creationId xmlns:a16="http://schemas.microsoft.com/office/drawing/2014/main" id="{8EFA8071-9E5A-9842-A329-4724A352BE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2544"/>
              <a:ext cx="144" cy="144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0440" name="Oval 37">
              <a:extLst>
                <a:ext uri="{FF2B5EF4-FFF2-40B4-BE49-F238E27FC236}">
                  <a16:creationId xmlns:a16="http://schemas.microsoft.com/office/drawing/2014/main" id="{FE7818F1-0E78-DA46-93D5-2A260C8D44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56" y="3408"/>
              <a:ext cx="144" cy="144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21923" name="Rectangle 67">
              <a:extLst>
                <a:ext uri="{FF2B5EF4-FFF2-40B4-BE49-F238E27FC236}">
                  <a16:creationId xmlns:a16="http://schemas.microsoft.com/office/drawing/2014/main" id="{B7A9FF16-852C-8D4E-9554-AAC9AA4ACD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9" y="3717"/>
              <a:ext cx="480" cy="3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2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K</a:t>
              </a:r>
              <a:r>
                <a:rPr lang="en-US" altLang="zh-CN" sz="32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r>
                <a:rPr lang="en-US" altLang="zh-CN" sz="3200" b="1" baseline="30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</a:p>
          </p:txBody>
        </p:sp>
      </p:grpSp>
      <p:grpSp>
        <p:nvGrpSpPr>
          <p:cNvPr id="8" name="Group 71">
            <a:extLst>
              <a:ext uri="{FF2B5EF4-FFF2-40B4-BE49-F238E27FC236}">
                <a16:creationId xmlns:a16="http://schemas.microsoft.com/office/drawing/2014/main" id="{135367F9-BC9C-A643-A96E-99ABF7C122B6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810000"/>
            <a:ext cx="641350" cy="2460625"/>
            <a:chOff x="2160" y="2544"/>
            <a:chExt cx="404" cy="1550"/>
          </a:xfrm>
        </p:grpSpPr>
        <p:sp>
          <p:nvSpPr>
            <p:cNvPr id="60435" name="Line 56">
              <a:extLst>
                <a:ext uri="{FF2B5EF4-FFF2-40B4-BE49-F238E27FC236}">
                  <a16:creationId xmlns:a16="http://schemas.microsoft.com/office/drawing/2014/main" id="{FE06D607-2D14-0449-A1F6-B65E48C5EA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5" y="2601"/>
              <a:ext cx="0" cy="912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6" name="Oval 38">
              <a:extLst>
                <a:ext uri="{FF2B5EF4-FFF2-40B4-BE49-F238E27FC236}">
                  <a16:creationId xmlns:a16="http://schemas.microsoft.com/office/drawing/2014/main" id="{A0B77BE8-34B5-4C41-8B18-4411E06FB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2544"/>
              <a:ext cx="144" cy="144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0437" name="Oval 39">
              <a:extLst>
                <a:ext uri="{FF2B5EF4-FFF2-40B4-BE49-F238E27FC236}">
                  <a16:creationId xmlns:a16="http://schemas.microsoft.com/office/drawing/2014/main" id="{4AF0968E-EF5C-F14C-8775-B49E2B3E2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56" y="3408"/>
              <a:ext cx="144" cy="144"/>
            </a:xfrm>
            <a:prstGeom prst="ellipse">
              <a:avLst/>
            </a:prstGeom>
            <a:solidFill>
              <a:schemeClr val="tx1"/>
            </a:solidFill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21924" name="Rectangle 68">
              <a:extLst>
                <a:ext uri="{FF2B5EF4-FFF2-40B4-BE49-F238E27FC236}">
                  <a16:creationId xmlns:a16="http://schemas.microsoft.com/office/drawing/2014/main" id="{E014EF72-0A58-504D-8E3A-C6B5E26766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60" y="3726"/>
              <a:ext cx="404" cy="3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sz="32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K</a:t>
              </a:r>
              <a:r>
                <a:rPr kumimoji="1" lang="en-US" altLang="zh-CN" sz="32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2</a:t>
              </a:r>
              <a:endParaRPr kumimoji="1" lang="en-US" altLang="zh-CN" sz="3200" b="1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9" name="Group 72">
            <a:extLst>
              <a:ext uri="{FF2B5EF4-FFF2-40B4-BE49-F238E27FC236}">
                <a16:creationId xmlns:a16="http://schemas.microsoft.com/office/drawing/2014/main" id="{709040F6-6DA0-194D-BC9C-1737D2458BDF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200400"/>
            <a:ext cx="1676400" cy="3146425"/>
            <a:chOff x="3504" y="2160"/>
            <a:chExt cx="1056" cy="1982"/>
          </a:xfrm>
        </p:grpSpPr>
        <p:sp>
          <p:nvSpPr>
            <p:cNvPr id="60428" name="Line 57">
              <a:extLst>
                <a:ext uri="{FF2B5EF4-FFF2-40B4-BE49-F238E27FC236}">
                  <a16:creationId xmlns:a16="http://schemas.microsoft.com/office/drawing/2014/main" id="{D3D28C2D-B533-AF41-A185-55F1C10A77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2" y="2247"/>
              <a:ext cx="0" cy="1593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29" name="Line 53">
              <a:extLst>
                <a:ext uri="{FF2B5EF4-FFF2-40B4-BE49-F238E27FC236}">
                  <a16:creationId xmlns:a16="http://schemas.microsoft.com/office/drawing/2014/main" id="{556113F9-DA7A-634B-A81F-D3C0C9E1E9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2208"/>
              <a:ext cx="912" cy="816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0" name="Line 54">
              <a:extLst>
                <a:ext uri="{FF2B5EF4-FFF2-40B4-BE49-F238E27FC236}">
                  <a16:creationId xmlns:a16="http://schemas.microsoft.com/office/drawing/2014/main" id="{ECB03C21-C9BE-1340-B63F-25B2E73DD6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52" y="3072"/>
              <a:ext cx="960" cy="768"/>
            </a:xfrm>
            <a:prstGeom prst="line">
              <a:avLst/>
            </a:prstGeom>
            <a:noFill/>
            <a:ln w="508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0431" name="Oval 40">
              <a:extLst>
                <a:ext uri="{FF2B5EF4-FFF2-40B4-BE49-F238E27FC236}">
                  <a16:creationId xmlns:a16="http://schemas.microsoft.com/office/drawing/2014/main" id="{8DE02511-AEF3-1F4D-9880-5DA08347C8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2160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0432" name="Oval 41">
              <a:extLst>
                <a:ext uri="{FF2B5EF4-FFF2-40B4-BE49-F238E27FC236}">
                  <a16:creationId xmlns:a16="http://schemas.microsoft.com/office/drawing/2014/main" id="{076181ED-BE52-5A49-AC7C-6D4D774B23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4" y="3744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0433" name="Oval 42">
              <a:extLst>
                <a:ext uri="{FF2B5EF4-FFF2-40B4-BE49-F238E27FC236}">
                  <a16:creationId xmlns:a16="http://schemas.microsoft.com/office/drawing/2014/main" id="{52594822-75AB-5F42-8E93-AA9F0C4577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2976"/>
              <a:ext cx="144" cy="144"/>
            </a:xfrm>
            <a:prstGeom prst="ellipse">
              <a:avLst/>
            </a:prstGeom>
            <a:solidFill>
              <a:schemeClr val="tx2"/>
            </a:solidFill>
            <a:ln w="508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121925" name="Rectangle 69">
              <a:extLst>
                <a:ext uri="{FF2B5EF4-FFF2-40B4-BE49-F238E27FC236}">
                  <a16:creationId xmlns:a16="http://schemas.microsoft.com/office/drawing/2014/main" id="{F662591F-77CF-8247-B647-194D7C7547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774"/>
              <a:ext cx="404" cy="36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sz="3200" b="1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K</a:t>
              </a:r>
              <a:r>
                <a:rPr kumimoji="1" lang="en-US" altLang="zh-CN" sz="3200" b="1" baseline="-25000" dirty="0"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charset="0"/>
                  <a:ea typeface="宋体" charset="0"/>
                  <a:cs typeface="宋体" charset="0"/>
                </a:rPr>
                <a:t>3</a:t>
              </a:r>
              <a:endParaRPr kumimoji="1" lang="en-US" altLang="zh-CN" sz="3200" b="1" baseline="30000" dirty="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1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1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90" grpId="0" autoUpdateAnimBg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Slide Number Placeholder 5">
            <a:extLst>
              <a:ext uri="{FF2B5EF4-FFF2-40B4-BE49-F238E27FC236}">
                <a16:creationId xmlns:a16="http://schemas.microsoft.com/office/drawing/2014/main" id="{99238C39-1161-8B48-B47D-B7AE506B6A4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60A9CD6-E864-E54F-8FF5-D5850259D969}" type="slidenum">
              <a:rPr kumimoji="0" lang="zh-CN" altLang="en-US" sz="1200"/>
              <a:pPr/>
              <a:t>34</a:t>
            </a:fld>
            <a:endParaRPr kumimoji="0" lang="en-US" altLang="zh-CN" sz="1200"/>
          </a:p>
        </p:txBody>
      </p:sp>
      <p:sp>
        <p:nvSpPr>
          <p:cNvPr id="122882" name="Rectangle 2">
            <a:extLst>
              <a:ext uri="{FF2B5EF4-FFF2-40B4-BE49-F238E27FC236}">
                <a16:creationId xmlns:a16="http://schemas.microsoft.com/office/drawing/2014/main" id="{491BD7E5-5828-2C4D-A550-FD6BC4C6A9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44196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引理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4.4.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3</a:t>
            </a:r>
          </a:p>
        </p:txBody>
      </p:sp>
      <p:sp>
        <p:nvSpPr>
          <p:cNvPr id="122883" name="Rectangle 3">
            <a:extLst>
              <a:ext uri="{FF2B5EF4-FFF2-40B4-BE49-F238E27FC236}">
                <a16:creationId xmlns:a16="http://schemas.microsoft.com/office/drawing/2014/main" id="{C54F5A1D-2BCE-8341-82E1-6606D5FD761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828800"/>
            <a:ext cx="8915400" cy="4419600"/>
          </a:xfrm>
        </p:spPr>
        <p:txBody>
          <a:bodyPr/>
          <a:lstStyle/>
          <a:p>
            <a:pPr marL="365125" indent="-365125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若1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n/2 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m,n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是非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图。</a:t>
            </a:r>
            <a:endParaRPr kumimoji="0" lang="en-US" altLang="zh-CN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65125" indent="-365125" algn="just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m,n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部分有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个点，令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个点组成的集合。于是</a:t>
            </a:r>
          </a:p>
          <a:p>
            <a:pPr marL="365125" indent="-365125" algn="just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	W(C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m,n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-S)=W(K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3200" baseline="300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)+W(K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n-2m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</a:p>
          <a:p>
            <a:pPr marL="365125" indent="-365125" algn="just">
              <a:buFont typeface="Wingdings" pitchFamily="2" charset="2"/>
              <a:buNone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        	     =m+1</a:t>
            </a:r>
          </a:p>
          <a:p>
            <a:pPr marL="365125" indent="-365125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	故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m,n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-S)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|S|。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由定理4.4.1知，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m,n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是非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图。 </a:t>
            </a:r>
          </a:p>
        </p:txBody>
      </p:sp>
      <p:grpSp>
        <p:nvGrpSpPr>
          <p:cNvPr id="2" name="Group 57">
            <a:extLst>
              <a:ext uri="{FF2B5EF4-FFF2-40B4-BE49-F238E27FC236}">
                <a16:creationId xmlns:a16="http://schemas.microsoft.com/office/drawing/2014/main" id="{B09B370D-E2E2-6B42-85BB-7659224300B3}"/>
              </a:ext>
            </a:extLst>
          </p:cNvPr>
          <p:cNvGrpSpPr>
            <a:grpSpLocks/>
          </p:cNvGrpSpPr>
          <p:nvPr/>
        </p:nvGrpSpPr>
        <p:grpSpPr bwMode="auto">
          <a:xfrm>
            <a:off x="5327650" y="119063"/>
            <a:ext cx="3011488" cy="1438275"/>
            <a:chOff x="3356" y="75"/>
            <a:chExt cx="1897" cy="906"/>
          </a:xfrm>
        </p:grpSpPr>
        <p:sp>
          <p:nvSpPr>
            <p:cNvPr id="61455" name="Line 36">
              <a:extLst>
                <a:ext uri="{FF2B5EF4-FFF2-40B4-BE49-F238E27FC236}">
                  <a16:creationId xmlns:a16="http://schemas.microsoft.com/office/drawing/2014/main" id="{7D101C04-1689-4347-87A6-109E7F7E41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1" y="303"/>
              <a:ext cx="647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6" name="Line 37">
              <a:extLst>
                <a:ext uri="{FF2B5EF4-FFF2-40B4-BE49-F238E27FC236}">
                  <a16:creationId xmlns:a16="http://schemas.microsoft.com/office/drawing/2014/main" id="{1B3A96D8-D405-044A-B408-6325A445AC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6" y="303"/>
              <a:ext cx="684" cy="49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7" name="Line 38">
              <a:extLst>
                <a:ext uri="{FF2B5EF4-FFF2-40B4-BE49-F238E27FC236}">
                  <a16:creationId xmlns:a16="http://schemas.microsoft.com/office/drawing/2014/main" id="{1784A4F7-A700-154E-926C-25BAAE2B26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61" y="783"/>
              <a:ext cx="647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8" name="Line 39">
              <a:extLst>
                <a:ext uri="{FF2B5EF4-FFF2-40B4-BE49-F238E27FC236}">
                  <a16:creationId xmlns:a16="http://schemas.microsoft.com/office/drawing/2014/main" id="{4762E08E-0A21-884E-8C2C-2EF4770BF9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66" y="288"/>
              <a:ext cx="674" cy="495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9" name="Line 40">
              <a:extLst>
                <a:ext uri="{FF2B5EF4-FFF2-40B4-BE49-F238E27FC236}">
                  <a16:creationId xmlns:a16="http://schemas.microsoft.com/office/drawing/2014/main" id="{0BBD4CF9-7030-2D4C-9791-2A5429A9D0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0" y="75"/>
              <a:ext cx="701" cy="228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60" name="Line 41">
              <a:extLst>
                <a:ext uri="{FF2B5EF4-FFF2-40B4-BE49-F238E27FC236}">
                  <a16:creationId xmlns:a16="http://schemas.microsoft.com/office/drawing/2014/main" id="{3D9A8A15-095D-AE40-A808-DE138CD29A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0" y="300"/>
              <a:ext cx="711" cy="681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61" name="Line 42">
              <a:extLst>
                <a:ext uri="{FF2B5EF4-FFF2-40B4-BE49-F238E27FC236}">
                  <a16:creationId xmlns:a16="http://schemas.microsoft.com/office/drawing/2014/main" id="{FCFDB24A-4D67-D445-853E-83DA85F63D5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0" y="300"/>
              <a:ext cx="1213" cy="228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62" name="Line 43">
              <a:extLst>
                <a:ext uri="{FF2B5EF4-FFF2-40B4-BE49-F238E27FC236}">
                  <a16:creationId xmlns:a16="http://schemas.microsoft.com/office/drawing/2014/main" id="{5F61F1C7-1A9C-1E41-8B8B-E805D0AD8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40" y="783"/>
              <a:ext cx="701" cy="198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63" name="Line 44">
              <a:extLst>
                <a:ext uri="{FF2B5EF4-FFF2-40B4-BE49-F238E27FC236}">
                  <a16:creationId xmlns:a16="http://schemas.microsoft.com/office/drawing/2014/main" id="{21356688-47DE-4742-B311-CE5D692AAD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33" y="75"/>
              <a:ext cx="708" cy="71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64" name="Line 45">
              <a:extLst>
                <a:ext uri="{FF2B5EF4-FFF2-40B4-BE49-F238E27FC236}">
                  <a16:creationId xmlns:a16="http://schemas.microsoft.com/office/drawing/2014/main" id="{BE27B245-9811-A54B-A7EB-11FBAE1214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47" y="555"/>
              <a:ext cx="1179" cy="230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65" name="Line 48">
              <a:extLst>
                <a:ext uri="{FF2B5EF4-FFF2-40B4-BE49-F238E27FC236}">
                  <a16:creationId xmlns:a16="http://schemas.microsoft.com/office/drawing/2014/main" id="{93CBA9C8-5392-B742-A27D-C11FE02347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" y="293"/>
              <a:ext cx="0" cy="507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66" name="Oval 49">
              <a:extLst>
                <a:ext uri="{FF2B5EF4-FFF2-40B4-BE49-F238E27FC236}">
                  <a16:creationId xmlns:a16="http://schemas.microsoft.com/office/drawing/2014/main" id="{9D0EB4E1-D322-E245-AC5C-251C6F383F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261"/>
              <a:ext cx="81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1467" name="Oval 50">
              <a:extLst>
                <a:ext uri="{FF2B5EF4-FFF2-40B4-BE49-F238E27FC236}">
                  <a16:creationId xmlns:a16="http://schemas.microsoft.com/office/drawing/2014/main" id="{157F8F84-4C93-E444-B4E4-35F8CE7E5B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6" y="741"/>
              <a:ext cx="81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3" name="Group 58">
            <a:extLst>
              <a:ext uri="{FF2B5EF4-FFF2-40B4-BE49-F238E27FC236}">
                <a16:creationId xmlns:a16="http://schemas.microsoft.com/office/drawing/2014/main" id="{4BD2A211-14C9-3443-A8BD-D64FD5673467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414338"/>
            <a:ext cx="128588" cy="889000"/>
            <a:chOff x="3312" y="261"/>
            <a:chExt cx="81" cy="560"/>
          </a:xfrm>
        </p:grpSpPr>
        <p:sp>
          <p:nvSpPr>
            <p:cNvPr id="61453" name="Oval 46">
              <a:extLst>
                <a:ext uri="{FF2B5EF4-FFF2-40B4-BE49-F238E27FC236}">
                  <a16:creationId xmlns:a16="http://schemas.microsoft.com/office/drawing/2014/main" id="{8254B438-AEE1-B648-BBAB-EDDE6E76B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261"/>
              <a:ext cx="81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1454" name="Oval 47">
              <a:extLst>
                <a:ext uri="{FF2B5EF4-FFF2-40B4-BE49-F238E27FC236}">
                  <a16:creationId xmlns:a16="http://schemas.microsoft.com/office/drawing/2014/main" id="{97174A06-D5C7-5145-BCCE-C44B6293B1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2" y="741"/>
              <a:ext cx="81" cy="8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4" name="Group 59">
            <a:extLst>
              <a:ext uri="{FF2B5EF4-FFF2-40B4-BE49-F238E27FC236}">
                <a16:creationId xmlns:a16="http://schemas.microsoft.com/office/drawing/2014/main" id="{27DE2880-C24C-8A4F-9A14-6EAD88DE6DFC}"/>
              </a:ext>
            </a:extLst>
          </p:cNvPr>
          <p:cNvGrpSpPr>
            <a:grpSpLocks/>
          </p:cNvGrpSpPr>
          <p:nvPr/>
        </p:nvGrpSpPr>
        <p:grpSpPr bwMode="auto">
          <a:xfrm>
            <a:off x="7440613" y="76200"/>
            <a:ext cx="941387" cy="1524000"/>
            <a:chOff x="4687" y="48"/>
            <a:chExt cx="593" cy="960"/>
          </a:xfrm>
        </p:grpSpPr>
        <p:sp>
          <p:nvSpPr>
            <p:cNvPr id="61447" name="Line 51">
              <a:extLst>
                <a:ext uri="{FF2B5EF4-FFF2-40B4-BE49-F238E27FC236}">
                  <a16:creationId xmlns:a16="http://schemas.microsoft.com/office/drawing/2014/main" id="{11902501-5A8D-1C49-BC7F-14F0CD0A6E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31" y="96"/>
              <a:ext cx="0" cy="885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48" name="Line 52">
              <a:extLst>
                <a:ext uri="{FF2B5EF4-FFF2-40B4-BE49-F238E27FC236}">
                  <a16:creationId xmlns:a16="http://schemas.microsoft.com/office/drawing/2014/main" id="{7891D6AD-E148-C149-B109-EAD52E5874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41" y="75"/>
              <a:ext cx="512" cy="45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49" name="Line 53">
              <a:extLst>
                <a:ext uri="{FF2B5EF4-FFF2-40B4-BE49-F238E27FC236}">
                  <a16:creationId xmlns:a16="http://schemas.microsoft.com/office/drawing/2014/main" id="{1BC56CA8-BEDC-9843-B496-41D745F23E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14" y="555"/>
              <a:ext cx="539" cy="42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1450" name="Oval 54">
              <a:extLst>
                <a:ext uri="{FF2B5EF4-FFF2-40B4-BE49-F238E27FC236}">
                  <a16:creationId xmlns:a16="http://schemas.microsoft.com/office/drawing/2014/main" id="{B9E0FB2E-E524-ED49-A61B-40C1886573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" y="48"/>
              <a:ext cx="81" cy="8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1451" name="Oval 55">
              <a:extLst>
                <a:ext uri="{FF2B5EF4-FFF2-40B4-BE49-F238E27FC236}">
                  <a16:creationId xmlns:a16="http://schemas.microsoft.com/office/drawing/2014/main" id="{055D1710-591E-9B40-958E-E5ECA9AC12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7" y="928"/>
              <a:ext cx="81" cy="8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1452" name="Oval 56">
              <a:extLst>
                <a:ext uri="{FF2B5EF4-FFF2-40B4-BE49-F238E27FC236}">
                  <a16:creationId xmlns:a16="http://schemas.microsoft.com/office/drawing/2014/main" id="{7848D15F-32F6-1A46-93D5-95F73B381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99" y="501"/>
              <a:ext cx="81" cy="8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8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2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2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28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28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Slide Number Placeholder 5">
            <a:extLst>
              <a:ext uri="{FF2B5EF4-FFF2-40B4-BE49-F238E27FC236}">
                <a16:creationId xmlns:a16="http://schemas.microsoft.com/office/drawing/2014/main" id="{19D6AA3B-C394-4843-9839-21DD5143DD8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2DCF7C2-6379-D241-BA14-F287545BB459}" type="slidenum">
              <a:rPr kumimoji="0" lang="zh-CN" altLang="en-US" sz="1200"/>
              <a:pPr/>
              <a:t>35</a:t>
            </a:fld>
            <a:endParaRPr kumimoji="0" lang="en-US" altLang="zh-CN" sz="1200"/>
          </a:p>
        </p:txBody>
      </p:sp>
      <p:sp>
        <p:nvSpPr>
          <p:cNvPr id="123906" name="Rectangle 2">
            <a:extLst>
              <a:ext uri="{FF2B5EF4-FFF2-40B4-BE49-F238E27FC236}">
                <a16:creationId xmlns:a16="http://schemas.microsoft.com/office/drawing/2014/main" id="{4174D7A4-481A-BC4E-86EA-E1594D67E8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3048000" cy="762000"/>
          </a:xfrm>
        </p:spPr>
        <p:txBody>
          <a:bodyPr/>
          <a:lstStyle/>
          <a:p>
            <a:pPr marL="320040" indent="-320040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  <a:cs typeface="+mj-cs"/>
              </a:rPr>
              <a:t>定理4.4.5</a:t>
            </a:r>
          </a:p>
        </p:txBody>
      </p:sp>
      <p:sp>
        <p:nvSpPr>
          <p:cNvPr id="123907" name="Rectangle 3">
            <a:extLst>
              <a:ext uri="{FF2B5EF4-FFF2-40B4-BE49-F238E27FC236}">
                <a16:creationId xmlns:a16="http://schemas.microsoft.com/office/drawing/2014/main" id="{4F5555DC-D084-0A45-8239-D3FA591BF24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905000"/>
            <a:ext cx="8839200" cy="4724400"/>
          </a:xfrm>
        </p:spPr>
        <p:txBody>
          <a:bodyPr/>
          <a:lstStyle/>
          <a:p>
            <a:pPr marL="449263" indent="-449263" algn="just">
              <a:spcBef>
                <a:spcPct val="5000"/>
              </a:spcBef>
              <a:tabLst>
                <a:tab pos="577850" algn="l"/>
                <a:tab pos="1241425" algn="l"/>
                <a:tab pos="3622675" algn="l"/>
                <a:tab pos="6667500" algn="l"/>
              </a:tabLst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为非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图，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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3，则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由某个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m,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所度增大。其中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P(G)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的元数。</a:t>
            </a:r>
          </a:p>
          <a:p>
            <a:pPr marL="449263" indent="-449263">
              <a:spcBef>
                <a:spcPct val="5000"/>
              </a:spcBef>
              <a:tabLst>
                <a:tab pos="577850" algn="l"/>
                <a:tab pos="1241425" algn="l"/>
                <a:tab pos="3622675" algn="l"/>
                <a:tab pos="6667500" algn="l"/>
              </a:tabLst>
            </a:pPr>
            <a:r>
              <a:rPr kumimoji="0" lang="zh-CN" altLang="en-US" sz="28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的不减度序列为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。由定理4.4.4知，存在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/2 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-m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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-m。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, d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由序列：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(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m, </a:t>
            </a:r>
            <a:r>
              <a:rPr kumimoji="0" lang="en-US" altLang="zh-CN" sz="2800" u="sng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 , m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  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-m-1, </a:t>
            </a:r>
            <a:r>
              <a:rPr kumimoji="0" lang="en-US" altLang="zh-CN" sz="2800" u="sng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-m-1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  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-1, </a:t>
            </a:r>
            <a:r>
              <a:rPr kumimoji="0" lang="en-US" altLang="zh-CN" sz="2800" u="sng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 , 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u="sng">
                <a:latin typeface="Times New Roman" panose="02020603050405020304" pitchFamily="18" charset="0"/>
                <a:ea typeface="楷体_GB2312" pitchFamily="49" charset="-122"/>
              </a:rPr>
              <a:t>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b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		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	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-2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	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</a:t>
            </a:r>
          </a:p>
          <a:p>
            <a:pPr marL="449263" indent="-449263">
              <a:spcBef>
                <a:spcPct val="5000"/>
              </a:spcBef>
              <a:buFont typeface="Wingdings" pitchFamily="2" charset="2"/>
              <a:buNone/>
              <a:tabLst>
                <a:tab pos="577850" algn="l"/>
                <a:tab pos="1241425" algn="l"/>
                <a:tab pos="3622675" algn="l"/>
                <a:tab pos="6667500" algn="l"/>
              </a:tabLst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	所增大。</a:t>
            </a:r>
          </a:p>
          <a:p>
            <a:pPr marL="449263" indent="-449263">
              <a:spcBef>
                <a:spcPct val="5000"/>
              </a:spcBef>
              <a:tabLst>
                <a:tab pos="577850" algn="l"/>
                <a:tab pos="1241425" algn="l"/>
                <a:tab pos="3622675" algn="l"/>
                <a:tab pos="6667500" algn="l"/>
              </a:tabLst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显然，后一个序列正是图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m,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的度序列，故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m,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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所度增大。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4208467C-37FD-EE42-9422-D854B5FDA845}"/>
              </a:ext>
            </a:extLst>
          </p:cNvPr>
          <p:cNvGrpSpPr>
            <a:grpSpLocks/>
          </p:cNvGrpSpPr>
          <p:nvPr/>
        </p:nvGrpSpPr>
        <p:grpSpPr bwMode="auto">
          <a:xfrm>
            <a:off x="304800" y="76200"/>
            <a:ext cx="3124200" cy="1524000"/>
            <a:chOff x="5856" y="240"/>
            <a:chExt cx="3504" cy="1728"/>
          </a:xfrm>
        </p:grpSpPr>
        <p:sp>
          <p:nvSpPr>
            <p:cNvPr id="62472" name="Line 5">
              <a:extLst>
                <a:ext uri="{FF2B5EF4-FFF2-40B4-BE49-F238E27FC236}">
                  <a16:creationId xmlns:a16="http://schemas.microsoft.com/office/drawing/2014/main" id="{472BEBE6-60A8-7047-9FDE-D23AC6AF60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" y="699"/>
              <a:ext cx="115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3" name="Line 6">
              <a:extLst>
                <a:ext uri="{FF2B5EF4-FFF2-40B4-BE49-F238E27FC236}">
                  <a16:creationId xmlns:a16="http://schemas.microsoft.com/office/drawing/2014/main" id="{EEB24998-76F7-1949-A2EB-D4EEF410DB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4" y="699"/>
              <a:ext cx="1218" cy="885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4" name="Line 8">
              <a:extLst>
                <a:ext uri="{FF2B5EF4-FFF2-40B4-BE49-F238E27FC236}">
                  <a16:creationId xmlns:a16="http://schemas.microsoft.com/office/drawing/2014/main" id="{37B3FBFA-9ABB-C54D-90C9-133DC527C5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43" y="1563"/>
              <a:ext cx="1152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5" name="Line 9">
              <a:extLst>
                <a:ext uri="{FF2B5EF4-FFF2-40B4-BE49-F238E27FC236}">
                  <a16:creationId xmlns:a16="http://schemas.microsoft.com/office/drawing/2014/main" id="{96242CD3-E348-B74F-BDF5-774276B577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52" y="672"/>
              <a:ext cx="1200" cy="891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6" name="Line 11">
              <a:extLst>
                <a:ext uri="{FF2B5EF4-FFF2-40B4-BE49-F238E27FC236}">
                  <a16:creationId xmlns:a16="http://schemas.microsoft.com/office/drawing/2014/main" id="{2C2C2FEE-FEE8-C744-8445-E035FB1D81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52" y="288"/>
              <a:ext cx="1248" cy="411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7" name="Line 12">
              <a:extLst>
                <a:ext uri="{FF2B5EF4-FFF2-40B4-BE49-F238E27FC236}">
                  <a16:creationId xmlns:a16="http://schemas.microsoft.com/office/drawing/2014/main" id="{DECD2390-DDCC-5A4E-8E74-A4E8171D28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34" y="693"/>
              <a:ext cx="1266" cy="1227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8" name="Line 13">
              <a:extLst>
                <a:ext uri="{FF2B5EF4-FFF2-40B4-BE49-F238E27FC236}">
                  <a16:creationId xmlns:a16="http://schemas.microsoft.com/office/drawing/2014/main" id="{04184060-51B3-3145-9A6C-33F01EA94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2" y="693"/>
              <a:ext cx="2160" cy="411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79" name="Line 15">
              <a:extLst>
                <a:ext uri="{FF2B5EF4-FFF2-40B4-BE49-F238E27FC236}">
                  <a16:creationId xmlns:a16="http://schemas.microsoft.com/office/drawing/2014/main" id="{0A5A4250-49FF-374E-8786-BC50546BC1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2" y="1563"/>
              <a:ext cx="1248" cy="357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80" name="Line 16">
              <a:extLst>
                <a:ext uri="{FF2B5EF4-FFF2-40B4-BE49-F238E27FC236}">
                  <a16:creationId xmlns:a16="http://schemas.microsoft.com/office/drawing/2014/main" id="{792DB583-CC41-8749-8630-430DC4F8DA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40" y="288"/>
              <a:ext cx="1260" cy="1278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81" name="Line 17">
              <a:extLst>
                <a:ext uri="{FF2B5EF4-FFF2-40B4-BE49-F238E27FC236}">
                  <a16:creationId xmlns:a16="http://schemas.microsoft.com/office/drawing/2014/main" id="{81A41A2C-A9C8-E443-A166-0E911A5083C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64" y="1152"/>
              <a:ext cx="2100" cy="414"/>
            </a:xfrm>
            <a:prstGeom prst="line">
              <a:avLst/>
            </a:prstGeom>
            <a:noFill/>
            <a:ln w="38100">
              <a:solidFill>
                <a:srgbClr val="FF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82" name="Oval 19">
              <a:extLst>
                <a:ext uri="{FF2B5EF4-FFF2-40B4-BE49-F238E27FC236}">
                  <a16:creationId xmlns:a16="http://schemas.microsoft.com/office/drawing/2014/main" id="{A8D3F1FB-3F3B-1542-8BB2-5CBABCA341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" y="62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2483" name="Oval 20">
              <a:extLst>
                <a:ext uri="{FF2B5EF4-FFF2-40B4-BE49-F238E27FC236}">
                  <a16:creationId xmlns:a16="http://schemas.microsoft.com/office/drawing/2014/main" id="{B75693B0-B2BE-334A-B412-D526E45510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56" y="148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2484" name="Line 23">
              <a:extLst>
                <a:ext uri="{FF2B5EF4-FFF2-40B4-BE49-F238E27FC236}">
                  <a16:creationId xmlns:a16="http://schemas.microsoft.com/office/drawing/2014/main" id="{07B80DB6-CF1E-1340-BC5E-C4820ECB78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25" y="681"/>
              <a:ext cx="0" cy="912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85" name="Oval 24">
              <a:extLst>
                <a:ext uri="{FF2B5EF4-FFF2-40B4-BE49-F238E27FC236}">
                  <a16:creationId xmlns:a16="http://schemas.microsoft.com/office/drawing/2014/main" id="{829C21D1-16C9-FA4D-BFD9-520FD262FE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6" y="624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2486" name="Oval 25">
              <a:extLst>
                <a:ext uri="{FF2B5EF4-FFF2-40B4-BE49-F238E27FC236}">
                  <a16:creationId xmlns:a16="http://schemas.microsoft.com/office/drawing/2014/main" id="{9FBF9795-A371-F144-BD34-6BE160973E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56" y="1488"/>
              <a:ext cx="144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2487" name="Line 28">
              <a:extLst>
                <a:ext uri="{FF2B5EF4-FFF2-40B4-BE49-F238E27FC236}">
                  <a16:creationId xmlns:a16="http://schemas.microsoft.com/office/drawing/2014/main" id="{FD82DAAB-9FFA-3A4A-A925-F1CDBC8C6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382" y="327"/>
              <a:ext cx="0" cy="1593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88" name="Line 29">
              <a:extLst>
                <a:ext uri="{FF2B5EF4-FFF2-40B4-BE49-F238E27FC236}">
                  <a16:creationId xmlns:a16="http://schemas.microsoft.com/office/drawing/2014/main" id="{9680167F-CF24-9B47-B62D-B246B86EB4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00" y="288"/>
              <a:ext cx="912" cy="816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89" name="Line 30">
              <a:extLst>
                <a:ext uri="{FF2B5EF4-FFF2-40B4-BE49-F238E27FC236}">
                  <a16:creationId xmlns:a16="http://schemas.microsoft.com/office/drawing/2014/main" id="{9A20262B-0F77-2245-B7FF-BC7251CC61F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352" y="1152"/>
              <a:ext cx="960" cy="768"/>
            </a:xfrm>
            <a:prstGeom prst="line">
              <a:avLst/>
            </a:prstGeom>
            <a:noFill/>
            <a:ln w="38100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2490" name="Oval 31">
              <a:extLst>
                <a:ext uri="{FF2B5EF4-FFF2-40B4-BE49-F238E27FC236}">
                  <a16:creationId xmlns:a16="http://schemas.microsoft.com/office/drawing/2014/main" id="{5AC617CD-2A7B-284A-9FE8-FEE349F4E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" y="240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2491" name="Oval 32">
              <a:extLst>
                <a:ext uri="{FF2B5EF4-FFF2-40B4-BE49-F238E27FC236}">
                  <a16:creationId xmlns:a16="http://schemas.microsoft.com/office/drawing/2014/main" id="{592D9044-3E14-9147-8C63-83C0E32EE7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4" y="1824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2492" name="Oval 33">
              <a:extLst>
                <a:ext uri="{FF2B5EF4-FFF2-40B4-BE49-F238E27FC236}">
                  <a16:creationId xmlns:a16="http://schemas.microsoft.com/office/drawing/2014/main" id="{4D19ECE9-157F-914C-BC3E-1F1B73F928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216" y="1056"/>
              <a:ext cx="144" cy="144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sp>
        <p:nvSpPr>
          <p:cNvPr id="123946" name="Rectangle 42">
            <a:extLst>
              <a:ext uri="{FF2B5EF4-FFF2-40B4-BE49-F238E27FC236}">
                <a16:creationId xmlns:a16="http://schemas.microsoft.com/office/drawing/2014/main" id="{1D078D08-578A-E64E-8CED-E2AEC38129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613" y="0"/>
            <a:ext cx="1720850" cy="1036638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</a:t>
            </a:r>
            <a:r>
              <a:rPr lang="en-US" altLang="zh-CN" sz="3200" baseline="30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：</a:t>
            </a:r>
            <a:r>
              <a:rPr kumimoji="0" lang="en-US" altLang="zh-CN" sz="2800" u="sng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endParaRPr kumimoji="0" lang="en-US" altLang="zh-CN" sz="28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spcBef>
                <a:spcPct val="5000"/>
              </a:spcBef>
              <a:buClr>
                <a:schemeClr val="tx1"/>
              </a:buClr>
              <a:buSzPct val="90000"/>
              <a:buFont typeface="Wingdings" pitchFamily="2" charset="2"/>
              <a:buNone/>
            </a:pP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          m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个</a:t>
            </a:r>
          </a:p>
        </p:txBody>
      </p:sp>
      <p:sp>
        <p:nvSpPr>
          <p:cNvPr id="123947" name="Rectangle 43">
            <a:extLst>
              <a:ext uri="{FF2B5EF4-FFF2-40B4-BE49-F238E27FC236}">
                <a16:creationId xmlns:a16="http://schemas.microsoft.com/office/drawing/2014/main" id="{0CF1F4C5-33D2-C74A-B0D0-EFAD90065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9788" y="838200"/>
            <a:ext cx="4957762" cy="101600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</a:t>
            </a:r>
            <a:r>
              <a:rPr kumimoji="0"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sym typeface="Symbol" pitchFamily="2" charset="2"/>
              </a:rPr>
              <a:t></a:t>
            </a:r>
            <a:r>
              <a:rPr lang="en-US" altLang="zh-CN" sz="3200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-2m</a:t>
            </a: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：</a:t>
            </a:r>
            <a:r>
              <a:rPr kumimoji="0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m+(</a:t>
            </a:r>
            <a:r>
              <a:rPr kumimoji="0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2" charset="2"/>
              </a:rPr>
              <a:t></a:t>
            </a:r>
            <a:r>
              <a:rPr kumimoji="0" lang="en-US" altLang="zh-CN" sz="32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-2m-1)=</a:t>
            </a:r>
            <a:r>
              <a:rPr kumimoji="0" lang="en-US" altLang="zh-CN" sz="3200" u="sng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Symbol" pitchFamily="2" charset="2"/>
              </a:rPr>
              <a:t></a:t>
            </a:r>
            <a:r>
              <a:rPr kumimoji="0" lang="en-US" altLang="zh-CN" sz="3200" u="sng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-m-1</a:t>
            </a:r>
            <a:endParaRPr kumimoji="0" lang="en-US" altLang="zh-CN" sz="32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  <a:p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                      	         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-2</a:t>
            </a:r>
            <a:r>
              <a:rPr kumimoji="0" lang="en-US" altLang="zh-CN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zh-CN" altLang="en-US" sz="28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个</a:t>
            </a:r>
          </a:p>
        </p:txBody>
      </p:sp>
      <p:sp>
        <p:nvSpPr>
          <p:cNvPr id="123948" name="Rectangle 44">
            <a:extLst>
              <a:ext uri="{FF2B5EF4-FFF2-40B4-BE49-F238E27FC236}">
                <a16:creationId xmlns:a16="http://schemas.microsoft.com/office/drawing/2014/main" id="{D9ED3798-D6F2-C14A-B4FE-25DD3827B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00" y="1676400"/>
            <a:ext cx="4838700" cy="10064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K</a:t>
            </a:r>
            <a:r>
              <a:rPr kumimoji="1" lang="en-US" altLang="zh-CN" sz="3200" baseline="-250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</a:t>
            </a:r>
            <a:r>
              <a:rPr kumimoji="1" lang="zh-CN" altLang="en-US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：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m+(m-1)+(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-2m</a:t>
            </a:r>
            <a:r>
              <a:rPr lang="en-US" altLang="zh-CN" sz="32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)=</a:t>
            </a:r>
            <a:r>
              <a:rPr lang="en-US" altLang="zh-CN" sz="3200" u="sng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sym typeface="Symbol" pitchFamily="18" charset="2"/>
              </a:rPr>
              <a:t></a:t>
            </a:r>
            <a:r>
              <a:rPr lang="en-US" altLang="zh-CN" sz="3200" u="sng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</a:rPr>
              <a:t>-1</a:t>
            </a:r>
          </a:p>
          <a:p>
            <a:pPr>
              <a:defRPr/>
            </a:pPr>
            <a:r>
              <a:rPr lang="en-US" altLang="zh-CN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                                             m</a:t>
            </a:r>
            <a:r>
              <a:rPr lang="zh-CN" altLang="en-US" sz="2800"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个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39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39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39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3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3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239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3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46" grpId="0"/>
      <p:bldP spid="123946" grpId="1"/>
      <p:bldP spid="123947" grpId="0"/>
      <p:bldP spid="123947" grpId="1"/>
      <p:bldP spid="12394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Number Placeholder 5">
            <a:extLst>
              <a:ext uri="{FF2B5EF4-FFF2-40B4-BE49-F238E27FC236}">
                <a16:creationId xmlns:a16="http://schemas.microsoft.com/office/drawing/2014/main" id="{CA6905D8-342D-2345-8518-ED1DAF94F0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B5C31EC-5964-AB45-BADD-7CCD5A66F386}" type="slidenum">
              <a:rPr kumimoji="0" lang="zh-CN" altLang="en-US" sz="1200"/>
              <a:pPr/>
              <a:t>36</a:t>
            </a:fld>
            <a:endParaRPr kumimoji="0" lang="en-US" altLang="zh-CN" sz="1200"/>
          </a:p>
        </p:txBody>
      </p:sp>
      <p:sp>
        <p:nvSpPr>
          <p:cNvPr id="183298" name="Rectangle 2">
            <a:extLst>
              <a:ext uri="{FF2B5EF4-FFF2-40B4-BE49-F238E27FC236}">
                <a16:creationId xmlns:a16="http://schemas.microsoft.com/office/drawing/2014/main" id="{E22020BF-5D63-C74F-85A5-9E1ACA9A9A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8750" y="152400"/>
            <a:ext cx="8985250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例</a:t>
            </a:r>
            <a:r>
              <a:rPr lang="en-US" altLang="zh-CN" dirty="0">
                <a:latin typeface="Times New Roman" pitchFamily="18" charset="0"/>
                <a:ea typeface="+mj-ea"/>
                <a:cs typeface="+mj-cs"/>
              </a:rPr>
              <a:t>4.4.2</a:t>
            </a: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：</a:t>
            </a:r>
          </a:p>
        </p:txBody>
      </p:sp>
      <p:sp>
        <p:nvSpPr>
          <p:cNvPr id="183299" name="Rectangle 3">
            <a:extLst>
              <a:ext uri="{FF2B5EF4-FFF2-40B4-BE49-F238E27FC236}">
                <a16:creationId xmlns:a16="http://schemas.microsoft.com/office/drawing/2014/main" id="{B106CFA7-1C85-904F-AAF6-A7C34663CB1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63525" y="1600200"/>
            <a:ext cx="4308475" cy="4267200"/>
          </a:xfrm>
        </p:spPr>
        <p:txBody>
          <a:bodyPr/>
          <a:lstStyle/>
          <a:p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该图不是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Hamilton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图。</a:t>
            </a:r>
          </a:p>
          <a:p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度序列为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(3,3,3,5,5,5,8,8,8).</a:t>
            </a:r>
          </a:p>
          <a:p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该图由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C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49" charset="-122"/>
              </a:rPr>
              <a:t>3,9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所度增大。</a:t>
            </a:r>
          </a:p>
          <a:p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C</a:t>
            </a:r>
            <a:r>
              <a:rPr kumimoji="0" lang="en-US" altLang="zh-CN" sz="3200" baseline="-25000">
                <a:latin typeface="Arial" panose="020B0604020202020204" pitchFamily="34" charset="0"/>
                <a:ea typeface="楷体_GB2312" pitchFamily="49" charset="-122"/>
              </a:rPr>
              <a:t>3,9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的度序列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  <a:sym typeface="Wingdings" pitchFamily="2" charset="2"/>
              </a:rPr>
              <a:t>：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  <a:sym typeface="Wingdings" pitchFamily="2" charset="2"/>
              </a:rPr>
              <a:t>(3,3,3,5,5,5,8,8,8)</a:t>
            </a:r>
            <a:endParaRPr kumimoji="0" lang="en-US" altLang="zh-CN" sz="3200">
              <a:latin typeface="Arial" panose="020B0604020202020204" pitchFamily="34" charset="0"/>
              <a:ea typeface="楷体_GB2312" pitchFamily="49" charset="-122"/>
            </a:endParaRPr>
          </a:p>
        </p:txBody>
      </p:sp>
      <p:grpSp>
        <p:nvGrpSpPr>
          <p:cNvPr id="64516" name="Group 45">
            <a:extLst>
              <a:ext uri="{FF2B5EF4-FFF2-40B4-BE49-F238E27FC236}">
                <a16:creationId xmlns:a16="http://schemas.microsoft.com/office/drawing/2014/main" id="{B0FB6554-C115-9544-9267-38C0DE96A439}"/>
              </a:ext>
            </a:extLst>
          </p:cNvPr>
          <p:cNvGrpSpPr>
            <a:grpSpLocks/>
          </p:cNvGrpSpPr>
          <p:nvPr/>
        </p:nvGrpSpPr>
        <p:grpSpPr bwMode="auto">
          <a:xfrm>
            <a:off x="4067175" y="1981200"/>
            <a:ext cx="4391025" cy="3429000"/>
            <a:chOff x="2544" y="1248"/>
            <a:chExt cx="2766" cy="2160"/>
          </a:xfrm>
        </p:grpSpPr>
        <p:grpSp>
          <p:nvGrpSpPr>
            <p:cNvPr id="64517" name="Group 4">
              <a:extLst>
                <a:ext uri="{FF2B5EF4-FFF2-40B4-BE49-F238E27FC236}">
                  <a16:creationId xmlns:a16="http://schemas.microsoft.com/office/drawing/2014/main" id="{C358AF49-8C7B-6D41-BC6B-85DFAF2CD6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49" y="1361"/>
              <a:ext cx="2559" cy="1999"/>
              <a:chOff x="-2439" y="1313"/>
              <a:chExt cx="2559" cy="1999"/>
            </a:xfrm>
          </p:grpSpPr>
          <p:sp>
            <p:nvSpPr>
              <p:cNvPr id="64548" name="Line 5">
                <a:extLst>
                  <a:ext uri="{FF2B5EF4-FFF2-40B4-BE49-F238E27FC236}">
                    <a16:creationId xmlns:a16="http://schemas.microsoft.com/office/drawing/2014/main" id="{F0E6A750-848E-3944-BFD8-4ADC9DDBDA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900" y="2939"/>
                <a:ext cx="1520" cy="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9" name="Line 6">
                <a:extLst>
                  <a:ext uri="{FF2B5EF4-FFF2-40B4-BE49-F238E27FC236}">
                    <a16:creationId xmlns:a16="http://schemas.microsoft.com/office/drawing/2014/main" id="{F4810878-5D26-9949-BF94-405D536256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1959" y="1313"/>
                <a:ext cx="693" cy="1626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0" name="Line 7">
                <a:extLst>
                  <a:ext uri="{FF2B5EF4-FFF2-40B4-BE49-F238E27FC236}">
                    <a16:creationId xmlns:a16="http://schemas.microsoft.com/office/drawing/2014/main" id="{08368C4E-0FF1-C043-B729-AFEF169F8A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1939" y="1753"/>
                <a:ext cx="673" cy="113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1" name="Line 8">
                <a:extLst>
                  <a:ext uri="{FF2B5EF4-FFF2-40B4-BE49-F238E27FC236}">
                    <a16:creationId xmlns:a16="http://schemas.microsoft.com/office/drawing/2014/main" id="{CF76E916-2F38-8341-9281-01B838E62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959" y="2956"/>
                <a:ext cx="2079" cy="356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2" name="Line 9">
                <a:extLst>
                  <a:ext uri="{FF2B5EF4-FFF2-40B4-BE49-F238E27FC236}">
                    <a16:creationId xmlns:a16="http://schemas.microsoft.com/office/drawing/2014/main" id="{45C7F4BB-4627-9242-BFEA-66F3D755FB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1920" y="2685"/>
                <a:ext cx="346" cy="237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3" name="Line 10">
                <a:extLst>
                  <a:ext uri="{FF2B5EF4-FFF2-40B4-BE49-F238E27FC236}">
                    <a16:creationId xmlns:a16="http://schemas.microsoft.com/office/drawing/2014/main" id="{5BE39DC4-3C7D-B143-9DFE-6044E416D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-2439" y="2976"/>
                <a:ext cx="454" cy="268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4" name="Line 11">
                <a:extLst>
                  <a:ext uri="{FF2B5EF4-FFF2-40B4-BE49-F238E27FC236}">
                    <a16:creationId xmlns:a16="http://schemas.microsoft.com/office/drawing/2014/main" id="{098441E6-A6CA-FD42-BD1F-954EB7FE26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900" y="2702"/>
                <a:ext cx="1039" cy="237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5" name="Line 12">
                <a:extLst>
                  <a:ext uri="{FF2B5EF4-FFF2-40B4-BE49-F238E27FC236}">
                    <a16:creationId xmlns:a16="http://schemas.microsoft.com/office/drawing/2014/main" id="{AD9B4E31-E19D-4B49-8167-F862CAC43E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1920" y="2143"/>
                <a:ext cx="693" cy="74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56" name="Oval 13">
                <a:extLst>
                  <a:ext uri="{FF2B5EF4-FFF2-40B4-BE49-F238E27FC236}">
                    <a16:creationId xmlns:a16="http://schemas.microsoft.com/office/drawing/2014/main" id="{016838F1-AC2E-AA42-A9AE-4A12DC7127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014" y="2862"/>
                <a:ext cx="157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183310" name="Text Box 14">
                <a:extLst>
                  <a:ext uri="{FF2B5EF4-FFF2-40B4-BE49-F238E27FC236}">
                    <a16:creationId xmlns:a16="http://schemas.microsoft.com/office/drawing/2014/main" id="{13A6AC32-505C-AD4D-91EB-09ACADE707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2113" y="2928"/>
                <a:ext cx="193" cy="2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A</a:t>
                </a:r>
              </a:p>
            </p:txBody>
          </p:sp>
        </p:grpSp>
        <p:grpSp>
          <p:nvGrpSpPr>
            <p:cNvPr id="64518" name="Group 15">
              <a:extLst>
                <a:ext uri="{FF2B5EF4-FFF2-40B4-BE49-F238E27FC236}">
                  <a16:creationId xmlns:a16="http://schemas.microsoft.com/office/drawing/2014/main" id="{E0E414C5-1AFA-EC46-B559-F8CDC77D90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88" y="1344"/>
              <a:ext cx="2520" cy="1999"/>
              <a:chOff x="-2688" y="1296"/>
              <a:chExt cx="2520" cy="1999"/>
            </a:xfrm>
          </p:grpSpPr>
          <p:sp>
            <p:nvSpPr>
              <p:cNvPr id="64539" name="Line 16">
                <a:extLst>
                  <a:ext uri="{FF2B5EF4-FFF2-40B4-BE49-F238E27FC236}">
                    <a16:creationId xmlns:a16="http://schemas.microsoft.com/office/drawing/2014/main" id="{4E02EEF8-7012-9248-9A91-FA1DB5647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-2688" y="2956"/>
                <a:ext cx="1982" cy="30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0" name="Line 17">
                <a:extLst>
                  <a:ext uri="{FF2B5EF4-FFF2-40B4-BE49-F238E27FC236}">
                    <a16:creationId xmlns:a16="http://schemas.microsoft.com/office/drawing/2014/main" id="{FD418214-10CF-E341-BE6C-ADD7BDCA5E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96" y="1296"/>
                <a:ext cx="790" cy="1609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1" name="Line 18">
                <a:extLst>
                  <a:ext uri="{FF2B5EF4-FFF2-40B4-BE49-F238E27FC236}">
                    <a16:creationId xmlns:a16="http://schemas.microsoft.com/office/drawing/2014/main" id="{B226FF48-F89D-DF49-BD2A-E0B670C4AE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57" y="1736"/>
                <a:ext cx="769" cy="122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2" name="Line 19">
                <a:extLst>
                  <a:ext uri="{FF2B5EF4-FFF2-40B4-BE49-F238E27FC236}">
                    <a16:creationId xmlns:a16="http://schemas.microsoft.com/office/drawing/2014/main" id="{169A12B3-4752-BA41-BC96-708D8AE1F9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111" y="2719"/>
                <a:ext cx="385" cy="203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3" name="Line 20">
                <a:extLst>
                  <a:ext uri="{FF2B5EF4-FFF2-40B4-BE49-F238E27FC236}">
                    <a16:creationId xmlns:a16="http://schemas.microsoft.com/office/drawing/2014/main" id="{D6037893-C37C-8549-ABEE-22B514E633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457" y="2177"/>
                <a:ext cx="751" cy="74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4" name="Line 21">
                <a:extLst>
                  <a:ext uri="{FF2B5EF4-FFF2-40B4-BE49-F238E27FC236}">
                    <a16:creationId xmlns:a16="http://schemas.microsoft.com/office/drawing/2014/main" id="{9C780BBE-21F2-2543-8CD5-25A83969C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1804" y="2719"/>
                <a:ext cx="1098" cy="22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5" name="Line 22">
                <a:extLst>
                  <a:ext uri="{FF2B5EF4-FFF2-40B4-BE49-F238E27FC236}">
                    <a16:creationId xmlns:a16="http://schemas.microsoft.com/office/drawing/2014/main" id="{D8DFE687-3CB8-FC47-8EBC-CC3DA3BE87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-694" y="2976"/>
                <a:ext cx="526" cy="319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46" name="Oval 23">
                <a:extLst>
                  <a:ext uri="{FF2B5EF4-FFF2-40B4-BE49-F238E27FC236}">
                    <a16:creationId xmlns:a16="http://schemas.microsoft.com/office/drawing/2014/main" id="{D711DC7D-0DFF-014A-ACE0-09A90497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760" y="2880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183320" name="Text Box 24">
                <a:extLst>
                  <a:ext uri="{FF2B5EF4-FFF2-40B4-BE49-F238E27FC236}">
                    <a16:creationId xmlns:a16="http://schemas.microsoft.com/office/drawing/2014/main" id="{CA84F4DE-5926-D54C-9A1D-AE25ACBF961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852" y="2958"/>
                <a:ext cx="244" cy="2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b="1">
                    <a:solidFill>
                      <a:schemeClr val="tx2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B</a:t>
                </a:r>
              </a:p>
            </p:txBody>
          </p:sp>
        </p:grpSp>
        <p:grpSp>
          <p:nvGrpSpPr>
            <p:cNvPr id="64519" name="Group 25">
              <a:extLst>
                <a:ext uri="{FF2B5EF4-FFF2-40B4-BE49-F238E27FC236}">
                  <a16:creationId xmlns:a16="http://schemas.microsoft.com/office/drawing/2014/main" id="{5969D7FF-95D4-844B-9B22-DA5DEFB965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30" y="1378"/>
              <a:ext cx="2558" cy="1914"/>
              <a:chOff x="152" y="34"/>
              <a:chExt cx="2558" cy="1914"/>
            </a:xfrm>
          </p:grpSpPr>
          <p:sp>
            <p:nvSpPr>
              <p:cNvPr id="64530" name="Line 26">
                <a:extLst>
                  <a:ext uri="{FF2B5EF4-FFF2-40B4-BE49-F238E27FC236}">
                    <a16:creationId xmlns:a16="http://schemas.microsoft.com/office/drawing/2014/main" id="{A130497A-6B18-4A48-A650-2EDDC202CF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83" y="34"/>
                <a:ext cx="0" cy="39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64531" name="Group 27">
                <a:extLst>
                  <a:ext uri="{FF2B5EF4-FFF2-40B4-BE49-F238E27FC236}">
                    <a16:creationId xmlns:a16="http://schemas.microsoft.com/office/drawing/2014/main" id="{10D5F8DB-E826-CB49-8887-BA03A6B789D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2" y="240"/>
                <a:ext cx="2558" cy="1708"/>
                <a:chOff x="-2746" y="1536"/>
                <a:chExt cx="2558" cy="1708"/>
              </a:xfrm>
            </p:grpSpPr>
            <p:sp>
              <p:nvSpPr>
                <p:cNvPr id="64532" name="Line 28">
                  <a:extLst>
                    <a:ext uri="{FF2B5EF4-FFF2-40B4-BE49-F238E27FC236}">
                      <a16:creationId xmlns:a16="http://schemas.microsoft.com/office/drawing/2014/main" id="{CB427044-0D99-A943-B126-72458F2791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437" y="1736"/>
                  <a:ext cx="1249" cy="1508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3" name="Line 29">
                  <a:extLst>
                    <a:ext uri="{FF2B5EF4-FFF2-40B4-BE49-F238E27FC236}">
                      <a16:creationId xmlns:a16="http://schemas.microsoft.com/office/drawing/2014/main" id="{29D4D0E7-040C-3B48-8319-154B22BF25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515" y="1753"/>
                  <a:ext cx="0" cy="356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4" name="Line 30">
                  <a:extLst>
                    <a:ext uri="{FF2B5EF4-FFF2-40B4-BE49-F238E27FC236}">
                      <a16:creationId xmlns:a16="http://schemas.microsoft.com/office/drawing/2014/main" id="{588FEAA7-A3F2-994C-A287-8CC94316B0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-1842" y="1753"/>
                  <a:ext cx="288" cy="915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5" name="Line 31">
                  <a:extLst>
                    <a:ext uri="{FF2B5EF4-FFF2-40B4-BE49-F238E27FC236}">
                      <a16:creationId xmlns:a16="http://schemas.microsoft.com/office/drawing/2014/main" id="{4CC62B0B-1911-5248-AD05-4D09733D283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-1477" y="1753"/>
                  <a:ext cx="346" cy="915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6" name="Line 32">
                  <a:extLst>
                    <a:ext uri="{FF2B5EF4-FFF2-40B4-BE49-F238E27FC236}">
                      <a16:creationId xmlns:a16="http://schemas.microsoft.com/office/drawing/2014/main" id="{9F5385B4-F4DA-4349-AD28-032AA391212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-2746" y="1736"/>
                  <a:ext cx="1174" cy="1508"/>
                </a:xfrm>
                <a:prstGeom prst="line">
                  <a:avLst/>
                </a:prstGeom>
                <a:noFill/>
                <a:ln w="28575">
                  <a:solidFill>
                    <a:srgbClr val="00CC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64537" name="Oval 33">
                  <a:extLst>
                    <a:ext uri="{FF2B5EF4-FFF2-40B4-BE49-F238E27FC236}">
                      <a16:creationId xmlns:a16="http://schemas.microsoft.com/office/drawing/2014/main" id="{1C60D676-DCB4-024B-B8C9-4468D0C49A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1589" y="1635"/>
                  <a:ext cx="158" cy="144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endParaRPr kumimoji="0" lang="zh-CN" altLang="en-US" sz="1800"/>
                </a:p>
              </p:txBody>
            </p:sp>
            <p:sp>
              <p:nvSpPr>
                <p:cNvPr id="183330" name="Text Box 34">
                  <a:extLst>
                    <a:ext uri="{FF2B5EF4-FFF2-40B4-BE49-F238E27FC236}">
                      <a16:creationId xmlns:a16="http://schemas.microsoft.com/office/drawing/2014/main" id="{528B688A-0172-C546-8352-A01EE3E3DA7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1289" y="1536"/>
                  <a:ext cx="255" cy="288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 wrap="none">
                  <a:spAutoFit/>
                </a:bodyPr>
                <a:lstStyle>
                  <a:lvl1pPr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kumimoji="1"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r>
                    <a:rPr lang="en-US" altLang="zh-CN" b="1">
                      <a:solidFill>
                        <a:schemeClr val="tx2"/>
                      </a:solidFill>
                      <a:effectLst>
                        <a:outerShdw blurRad="38100" dist="38100" dir="2700000" algn="tl">
                          <a:srgbClr val="C0C0C0"/>
                        </a:outerShdw>
                      </a:effectLst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</p:grpSp>
        </p:grpSp>
        <p:grpSp>
          <p:nvGrpSpPr>
            <p:cNvPr id="64520" name="Group 35">
              <a:extLst>
                <a:ext uri="{FF2B5EF4-FFF2-40B4-BE49-F238E27FC236}">
                  <a16:creationId xmlns:a16="http://schemas.microsoft.com/office/drawing/2014/main" id="{87B47533-2477-0842-8257-F9FD4F1DC9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" y="1248"/>
              <a:ext cx="2766" cy="2160"/>
              <a:chOff x="2466" y="1200"/>
              <a:chExt cx="2766" cy="2160"/>
            </a:xfrm>
          </p:grpSpPr>
          <p:sp>
            <p:nvSpPr>
              <p:cNvPr id="64521" name="Line 36">
                <a:extLst>
                  <a:ext uri="{FF2B5EF4-FFF2-40B4-BE49-F238E27FC236}">
                    <a16:creationId xmlns:a16="http://schemas.microsoft.com/office/drawing/2014/main" id="{54252E93-8A6A-C74E-BEB4-DAA5112995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21" y="2177"/>
                <a:ext cx="346" cy="508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2" name="Line 37">
                <a:extLst>
                  <a:ext uri="{FF2B5EF4-FFF2-40B4-BE49-F238E27FC236}">
                    <a16:creationId xmlns:a16="http://schemas.microsoft.com/office/drawing/2014/main" id="{28C1A757-E408-AF42-8CDE-0001521F08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2" y="2688"/>
                <a:ext cx="576" cy="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/>
              <a:lstStyle/>
              <a:p>
                <a:endParaRPr lang="zh-CN" altLang="en-US"/>
              </a:p>
            </p:txBody>
          </p:sp>
          <p:sp>
            <p:nvSpPr>
              <p:cNvPr id="64523" name="Line 38">
                <a:extLst>
                  <a:ext uri="{FF2B5EF4-FFF2-40B4-BE49-F238E27FC236}">
                    <a16:creationId xmlns:a16="http://schemas.microsoft.com/office/drawing/2014/main" id="{D0A0EC08-3A01-3143-A62B-90FC560333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494" y="2177"/>
                <a:ext cx="270" cy="474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4524" name="Oval 39">
                <a:extLst>
                  <a:ext uri="{FF2B5EF4-FFF2-40B4-BE49-F238E27FC236}">
                    <a16:creationId xmlns:a16="http://schemas.microsoft.com/office/drawing/2014/main" id="{D87166C6-F482-AC48-9310-1DD853BDD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66" y="3207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4525" name="Oval 40">
                <a:extLst>
                  <a:ext uri="{FF2B5EF4-FFF2-40B4-BE49-F238E27FC236}">
                    <a16:creationId xmlns:a16="http://schemas.microsoft.com/office/drawing/2014/main" id="{CB63E46E-9D8D-D743-9A73-63E954B4FD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3" y="2592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4526" name="Oval 41">
                <a:extLst>
                  <a:ext uri="{FF2B5EF4-FFF2-40B4-BE49-F238E27FC236}">
                    <a16:creationId xmlns:a16="http://schemas.microsoft.com/office/drawing/2014/main" id="{045DF089-6B67-7F46-B4D0-77996D4D1F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6" y="1200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4527" name="Oval 42">
                <a:extLst>
                  <a:ext uri="{FF2B5EF4-FFF2-40B4-BE49-F238E27FC236}">
                    <a16:creationId xmlns:a16="http://schemas.microsoft.com/office/drawing/2014/main" id="{3CBBC787-5A54-9D44-8487-B9DE7FAA52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09" y="2073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4528" name="Oval 43">
                <a:extLst>
                  <a:ext uri="{FF2B5EF4-FFF2-40B4-BE49-F238E27FC236}">
                    <a16:creationId xmlns:a16="http://schemas.microsoft.com/office/drawing/2014/main" id="{ED8DDA18-DD31-484D-8658-B0FC8A690E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8" y="2610"/>
                <a:ext cx="157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4529" name="Oval 44">
                <a:extLst>
                  <a:ext uri="{FF2B5EF4-FFF2-40B4-BE49-F238E27FC236}">
                    <a16:creationId xmlns:a16="http://schemas.microsoft.com/office/drawing/2014/main" id="{8DBEDD88-516E-6A49-8266-49688B044C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4" y="3216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3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3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83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Slide Number Placeholder 5">
            <a:extLst>
              <a:ext uri="{FF2B5EF4-FFF2-40B4-BE49-F238E27FC236}">
                <a16:creationId xmlns:a16="http://schemas.microsoft.com/office/drawing/2014/main" id="{B0ED18B0-B5FF-4149-B6D1-126C3D041A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09E22FB-83F0-2747-BD82-695EBEB4B083}" type="slidenum">
              <a:rPr kumimoji="0" lang="zh-CN" altLang="en-US" sz="1200"/>
              <a:pPr/>
              <a:t>37</a:t>
            </a:fld>
            <a:endParaRPr kumimoji="0" lang="en-US" altLang="zh-CN" sz="1200"/>
          </a:p>
        </p:txBody>
      </p:sp>
      <p:sp>
        <p:nvSpPr>
          <p:cNvPr id="184323" name="Rectangle 3">
            <a:extLst>
              <a:ext uri="{FF2B5EF4-FFF2-40B4-BE49-F238E27FC236}">
                <a16:creationId xmlns:a16="http://schemas.microsoft.com/office/drawing/2014/main" id="{0923883F-F8F3-EF4F-A856-BFCF6E6348D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11125" y="4800600"/>
            <a:ext cx="4384675" cy="1828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度序列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(3,3,4,5,5,6,8,8,8)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没有某个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m,9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，使该图由这个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m,9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所度增大。则该图是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Hamilton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图。</a:t>
            </a:r>
          </a:p>
        </p:txBody>
      </p:sp>
      <p:grpSp>
        <p:nvGrpSpPr>
          <p:cNvPr id="65539" name="Group 119">
            <a:extLst>
              <a:ext uri="{FF2B5EF4-FFF2-40B4-BE49-F238E27FC236}">
                <a16:creationId xmlns:a16="http://schemas.microsoft.com/office/drawing/2014/main" id="{769E95FD-97AF-8F4C-A276-BBD62A2C10BD}"/>
              </a:ext>
            </a:extLst>
          </p:cNvPr>
          <p:cNvGrpSpPr>
            <a:grpSpLocks/>
          </p:cNvGrpSpPr>
          <p:nvPr/>
        </p:nvGrpSpPr>
        <p:grpSpPr bwMode="auto">
          <a:xfrm>
            <a:off x="381000" y="990600"/>
            <a:ext cx="4391025" cy="3429000"/>
            <a:chOff x="96" y="903"/>
            <a:chExt cx="2766" cy="2160"/>
          </a:xfrm>
        </p:grpSpPr>
        <p:grpSp>
          <p:nvGrpSpPr>
            <p:cNvPr id="65558" name="Group 55">
              <a:extLst>
                <a:ext uri="{FF2B5EF4-FFF2-40B4-BE49-F238E27FC236}">
                  <a16:creationId xmlns:a16="http://schemas.microsoft.com/office/drawing/2014/main" id="{5625CF8A-595E-8149-B449-20A3EF137F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" y="999"/>
              <a:ext cx="2602" cy="2025"/>
              <a:chOff x="182" y="1383"/>
              <a:chExt cx="2602" cy="2025"/>
            </a:xfrm>
          </p:grpSpPr>
          <p:sp>
            <p:nvSpPr>
              <p:cNvPr id="65569" name="Line 56">
                <a:extLst>
                  <a:ext uri="{FF2B5EF4-FFF2-40B4-BE49-F238E27FC236}">
                    <a16:creationId xmlns:a16="http://schemas.microsoft.com/office/drawing/2014/main" id="{130898DF-5B11-1941-9C30-E8C19A0152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4" y="1392"/>
                <a:ext cx="0" cy="356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0" name="Line 57">
                <a:extLst>
                  <a:ext uri="{FF2B5EF4-FFF2-40B4-BE49-F238E27FC236}">
                    <a16:creationId xmlns:a16="http://schemas.microsoft.com/office/drawing/2014/main" id="{2B476DA3-AA36-6747-BD4F-C1CC843C1E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2" y="1823"/>
                <a:ext cx="1174" cy="1508"/>
              </a:xfrm>
              <a:prstGeom prst="line">
                <a:avLst/>
              </a:prstGeom>
              <a:noFill/>
              <a:ln w="28575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1" name="Line 58">
                <a:extLst>
                  <a:ext uri="{FF2B5EF4-FFF2-40B4-BE49-F238E27FC236}">
                    <a16:creationId xmlns:a16="http://schemas.microsoft.com/office/drawing/2014/main" id="{BA5136AB-E9D1-9B4F-A1A7-E86B43E51E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0" y="3043"/>
                <a:ext cx="1982" cy="305"/>
              </a:xfrm>
              <a:prstGeom prst="line">
                <a:avLst/>
              </a:prstGeom>
              <a:noFill/>
              <a:ln w="28575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2" name="Line 59">
                <a:extLst>
                  <a:ext uri="{FF2B5EF4-FFF2-40B4-BE49-F238E27FC236}">
                    <a16:creationId xmlns:a16="http://schemas.microsoft.com/office/drawing/2014/main" id="{17DF014C-00E5-BE43-A975-4FB79B1BE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17" y="2806"/>
                <a:ext cx="385" cy="203"/>
              </a:xfrm>
              <a:prstGeom prst="line">
                <a:avLst/>
              </a:prstGeom>
              <a:noFill/>
              <a:ln w="28575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3" name="Line 60">
                <a:extLst>
                  <a:ext uri="{FF2B5EF4-FFF2-40B4-BE49-F238E27FC236}">
                    <a16:creationId xmlns:a16="http://schemas.microsoft.com/office/drawing/2014/main" id="{B0444249-6AC3-E84E-8CCD-67E65C6D4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81" y="1400"/>
                <a:ext cx="693" cy="1626"/>
              </a:xfrm>
              <a:prstGeom prst="line">
                <a:avLst/>
              </a:prstGeom>
              <a:noFill/>
              <a:ln w="28575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4" name="Line 61">
                <a:extLst>
                  <a:ext uri="{FF2B5EF4-FFF2-40B4-BE49-F238E27FC236}">
                    <a16:creationId xmlns:a16="http://schemas.microsoft.com/office/drawing/2014/main" id="{CC701D79-B394-E04D-ACB7-D8D5F35CB0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81" y="3043"/>
                <a:ext cx="2079" cy="356"/>
              </a:xfrm>
              <a:prstGeom prst="line">
                <a:avLst/>
              </a:prstGeom>
              <a:noFill/>
              <a:ln w="28575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5" name="Line 62">
                <a:extLst>
                  <a:ext uri="{FF2B5EF4-FFF2-40B4-BE49-F238E27FC236}">
                    <a16:creationId xmlns:a16="http://schemas.microsoft.com/office/drawing/2014/main" id="{D1A2C78E-B71B-E041-8A0B-FCA8472A49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20" y="2230"/>
                <a:ext cx="693" cy="74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6" name="Line 63">
                <a:extLst>
                  <a:ext uri="{FF2B5EF4-FFF2-40B4-BE49-F238E27FC236}">
                    <a16:creationId xmlns:a16="http://schemas.microsoft.com/office/drawing/2014/main" id="{23DEC5DF-DFE8-9046-9FDE-00AD076009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13" y="1840"/>
                <a:ext cx="0" cy="356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7" name="Line 64">
                <a:extLst>
                  <a:ext uri="{FF2B5EF4-FFF2-40B4-BE49-F238E27FC236}">
                    <a16:creationId xmlns:a16="http://schemas.microsoft.com/office/drawing/2014/main" id="{55CF8142-6507-2048-9F19-0CEA5AEFF6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40" y="3026"/>
                <a:ext cx="1520" cy="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8" name="Line 65">
                <a:extLst>
                  <a:ext uri="{FF2B5EF4-FFF2-40B4-BE49-F238E27FC236}">
                    <a16:creationId xmlns:a16="http://schemas.microsoft.com/office/drawing/2014/main" id="{CA2141EE-F204-F64A-BF7F-ED673E80C5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086" y="1840"/>
                <a:ext cx="288" cy="91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79" name="Line 66">
                <a:extLst>
                  <a:ext uri="{FF2B5EF4-FFF2-40B4-BE49-F238E27FC236}">
                    <a16:creationId xmlns:a16="http://schemas.microsoft.com/office/drawing/2014/main" id="{65AC79E7-85C1-FF40-A35D-C81B801F88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2" y="1383"/>
                <a:ext cx="790" cy="1609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0" name="Line 67">
                <a:extLst>
                  <a:ext uri="{FF2B5EF4-FFF2-40B4-BE49-F238E27FC236}">
                    <a16:creationId xmlns:a16="http://schemas.microsoft.com/office/drawing/2014/main" id="{52745055-AFE7-7C45-83E3-BD455061E8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51" y="1840"/>
                <a:ext cx="346" cy="91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1" name="Line 68">
                <a:extLst>
                  <a:ext uri="{FF2B5EF4-FFF2-40B4-BE49-F238E27FC236}">
                    <a16:creationId xmlns:a16="http://schemas.microsoft.com/office/drawing/2014/main" id="{0151DC6A-23C0-5D45-A7A2-12DF6C2E69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1" y="1823"/>
                <a:ext cx="769" cy="122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2" name="Line 69">
                <a:extLst>
                  <a:ext uri="{FF2B5EF4-FFF2-40B4-BE49-F238E27FC236}">
                    <a16:creationId xmlns:a16="http://schemas.microsoft.com/office/drawing/2014/main" id="{01C78CB2-477E-9E45-AE35-59C5FAB32A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01" y="1840"/>
                <a:ext cx="673" cy="1135"/>
              </a:xfrm>
              <a:prstGeom prst="line">
                <a:avLst/>
              </a:prstGeom>
              <a:noFill/>
              <a:ln w="28575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3" name="Line 70">
                <a:extLst>
                  <a:ext uri="{FF2B5EF4-FFF2-40B4-BE49-F238E27FC236}">
                    <a16:creationId xmlns:a16="http://schemas.microsoft.com/office/drawing/2014/main" id="{CD9E9AA6-B5C1-ED4F-A9FA-F8D82709C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34" y="3063"/>
                <a:ext cx="550" cy="34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4" name="Line 71">
                <a:extLst>
                  <a:ext uri="{FF2B5EF4-FFF2-40B4-BE49-F238E27FC236}">
                    <a16:creationId xmlns:a16="http://schemas.microsoft.com/office/drawing/2014/main" id="{BF3EACE0-14F1-AA42-B7EC-B3DD47E5EA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720" y="2779"/>
                <a:ext cx="336" cy="23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5" name="Line 72">
                <a:extLst>
                  <a:ext uri="{FF2B5EF4-FFF2-40B4-BE49-F238E27FC236}">
                    <a16:creationId xmlns:a16="http://schemas.microsoft.com/office/drawing/2014/main" id="{C234B07D-5559-2148-82F3-AC9E5B868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01" y="3063"/>
                <a:ext cx="454" cy="268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6" name="Line 73">
                <a:extLst>
                  <a:ext uri="{FF2B5EF4-FFF2-40B4-BE49-F238E27FC236}">
                    <a16:creationId xmlns:a16="http://schemas.microsoft.com/office/drawing/2014/main" id="{144E33F9-2FC8-684E-9782-AE102BD421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24" y="2806"/>
                <a:ext cx="1098" cy="220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7" name="Line 74">
                <a:extLst>
                  <a:ext uri="{FF2B5EF4-FFF2-40B4-BE49-F238E27FC236}">
                    <a16:creationId xmlns:a16="http://schemas.microsoft.com/office/drawing/2014/main" id="{6A8C66C9-5B24-C747-8CCB-9F313C0C9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71" y="2264"/>
                <a:ext cx="751" cy="745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8" name="Line 75">
                <a:extLst>
                  <a:ext uri="{FF2B5EF4-FFF2-40B4-BE49-F238E27FC236}">
                    <a16:creationId xmlns:a16="http://schemas.microsoft.com/office/drawing/2014/main" id="{C9DB324A-B01A-9B47-8ABE-05DE84DF2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40" y="2789"/>
                <a:ext cx="1039" cy="237"/>
              </a:xfrm>
              <a:prstGeom prst="line">
                <a:avLst/>
              </a:prstGeom>
              <a:noFill/>
              <a:ln w="28575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89" name="Oval 76">
                <a:extLst>
                  <a:ext uri="{FF2B5EF4-FFF2-40B4-BE49-F238E27FC236}">
                    <a16:creationId xmlns:a16="http://schemas.microsoft.com/office/drawing/2014/main" id="{49D129C0-FCCD-8447-9B47-1B88372B97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" y="2949"/>
                <a:ext cx="157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5590" name="Oval 77">
                <a:extLst>
                  <a:ext uri="{FF2B5EF4-FFF2-40B4-BE49-F238E27FC236}">
                    <a16:creationId xmlns:a16="http://schemas.microsoft.com/office/drawing/2014/main" id="{A3943D89-0D19-AD4B-88D8-99B90BF804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9" y="1722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5591" name="Oval 78">
                <a:extLst>
                  <a:ext uri="{FF2B5EF4-FFF2-40B4-BE49-F238E27FC236}">
                    <a16:creationId xmlns:a16="http://schemas.microsoft.com/office/drawing/2014/main" id="{D7863A3A-2B0A-7A4D-BC32-298CD2D7C1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8" y="2967"/>
                <a:ext cx="158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5592" name="Line 79">
                <a:extLst>
                  <a:ext uri="{FF2B5EF4-FFF2-40B4-BE49-F238E27FC236}">
                    <a16:creationId xmlns:a16="http://schemas.microsoft.com/office/drawing/2014/main" id="{6F619E53-31E4-EA4E-9F5A-6B3BBC6531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91" y="1823"/>
                <a:ext cx="1249" cy="1508"/>
              </a:xfrm>
              <a:prstGeom prst="line">
                <a:avLst/>
              </a:prstGeom>
              <a:noFill/>
              <a:ln w="28575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5559" name="Arc 80">
              <a:extLst>
                <a:ext uri="{FF2B5EF4-FFF2-40B4-BE49-F238E27FC236}">
                  <a16:creationId xmlns:a16="http://schemas.microsoft.com/office/drawing/2014/main" id="{38C9284B-29ED-1741-8A9F-6B744EA5B63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864" y="950"/>
              <a:ext cx="480" cy="915"/>
            </a:xfrm>
            <a:custGeom>
              <a:avLst/>
              <a:gdLst>
                <a:gd name="T0" fmla="*/ 0 w 21600"/>
                <a:gd name="T1" fmla="*/ 0 h 43200"/>
                <a:gd name="T2" fmla="*/ 0 w 21600"/>
                <a:gd name="T3" fmla="*/ 0 h 43200"/>
                <a:gd name="T4" fmla="*/ 0 w 216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43200"/>
                <a:gd name="T11" fmla="*/ 21600 w 216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432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</a:path>
                <a:path w="21600" h="432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33529"/>
                    <a:pt x="11929" y="43199"/>
                    <a:pt x="0" y="432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38100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560" name="Line 81">
              <a:extLst>
                <a:ext uri="{FF2B5EF4-FFF2-40B4-BE49-F238E27FC236}">
                  <a16:creationId xmlns:a16="http://schemas.microsoft.com/office/drawing/2014/main" id="{27AB83FC-E90E-6140-8E39-C174DDE76D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391"/>
              <a:ext cx="576" cy="0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5561" name="Line 82">
              <a:extLst>
                <a:ext uri="{FF2B5EF4-FFF2-40B4-BE49-F238E27FC236}">
                  <a16:creationId xmlns:a16="http://schemas.microsoft.com/office/drawing/2014/main" id="{83692880-3157-1743-BD41-05BBA85971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24" y="1880"/>
              <a:ext cx="270" cy="474"/>
            </a:xfrm>
            <a:prstGeom prst="line">
              <a:avLst/>
            </a:prstGeom>
            <a:noFill/>
            <a:ln w="28575">
              <a:solidFill>
                <a:srgbClr val="4E67C8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2" name="Line 83">
              <a:extLst>
                <a:ext uri="{FF2B5EF4-FFF2-40B4-BE49-F238E27FC236}">
                  <a16:creationId xmlns:a16="http://schemas.microsoft.com/office/drawing/2014/main" id="{C50DEB48-4267-464D-92E3-60BB25F47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1" y="1880"/>
              <a:ext cx="346" cy="508"/>
            </a:xfrm>
            <a:prstGeom prst="line">
              <a:avLst/>
            </a:prstGeom>
            <a:noFill/>
            <a:ln w="28575">
              <a:solidFill>
                <a:srgbClr val="00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563" name="Oval 84">
              <a:extLst>
                <a:ext uri="{FF2B5EF4-FFF2-40B4-BE49-F238E27FC236}">
                  <a16:creationId xmlns:a16="http://schemas.microsoft.com/office/drawing/2014/main" id="{387C455E-67F3-BA44-8EE5-608BB85C8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3" y="2295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5564" name="Oval 85">
              <a:extLst>
                <a:ext uri="{FF2B5EF4-FFF2-40B4-BE49-F238E27FC236}">
                  <a16:creationId xmlns:a16="http://schemas.microsoft.com/office/drawing/2014/main" id="{DC5A8BF4-E849-2140-9E70-22B91A9848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6" y="903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5565" name="Oval 86">
              <a:extLst>
                <a:ext uri="{FF2B5EF4-FFF2-40B4-BE49-F238E27FC236}">
                  <a16:creationId xmlns:a16="http://schemas.microsoft.com/office/drawing/2014/main" id="{F328A359-FB9C-2945-A292-728E6560E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39" y="1776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5566" name="Oval 87">
              <a:extLst>
                <a:ext uri="{FF2B5EF4-FFF2-40B4-BE49-F238E27FC236}">
                  <a16:creationId xmlns:a16="http://schemas.microsoft.com/office/drawing/2014/main" id="{5AD89BB8-C8C0-614D-A4D9-A17D1304C3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8" y="2313"/>
              <a:ext cx="157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5567" name="Oval 88">
              <a:extLst>
                <a:ext uri="{FF2B5EF4-FFF2-40B4-BE49-F238E27FC236}">
                  <a16:creationId xmlns:a16="http://schemas.microsoft.com/office/drawing/2014/main" id="{519D1661-093B-B443-BC6B-BD13DBBBB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" y="2910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  <p:sp>
          <p:nvSpPr>
            <p:cNvPr id="65568" name="Oval 89">
              <a:extLst>
                <a:ext uri="{FF2B5EF4-FFF2-40B4-BE49-F238E27FC236}">
                  <a16:creationId xmlns:a16="http://schemas.microsoft.com/office/drawing/2014/main" id="{BA92567C-0D3C-8840-97FA-CF2918F53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04" y="2919"/>
              <a:ext cx="158" cy="14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endParaRPr kumimoji="0" lang="zh-CN" altLang="en-US" sz="1800"/>
            </a:p>
          </p:txBody>
        </p:sp>
      </p:grpSp>
      <p:grpSp>
        <p:nvGrpSpPr>
          <p:cNvPr id="5" name="Group 118">
            <a:extLst>
              <a:ext uri="{FF2B5EF4-FFF2-40B4-BE49-F238E27FC236}">
                <a16:creationId xmlns:a16="http://schemas.microsoft.com/office/drawing/2014/main" id="{82DEA22D-4882-A244-BA99-BC8C68D63B46}"/>
              </a:ext>
            </a:extLst>
          </p:cNvPr>
          <p:cNvGrpSpPr>
            <a:grpSpLocks/>
          </p:cNvGrpSpPr>
          <p:nvPr/>
        </p:nvGrpSpPr>
        <p:grpSpPr bwMode="auto">
          <a:xfrm>
            <a:off x="4972050" y="1143000"/>
            <a:ext cx="3409950" cy="3590925"/>
            <a:chOff x="2928" y="816"/>
            <a:chExt cx="2148" cy="2262"/>
          </a:xfrm>
        </p:grpSpPr>
        <p:grpSp>
          <p:nvGrpSpPr>
            <p:cNvPr id="65542" name="Group 90">
              <a:extLst>
                <a:ext uri="{FF2B5EF4-FFF2-40B4-BE49-F238E27FC236}">
                  <a16:creationId xmlns:a16="http://schemas.microsoft.com/office/drawing/2014/main" id="{EEA70FC9-1399-8F46-8CA3-656DBEAB50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8" y="861"/>
              <a:ext cx="2103" cy="1632"/>
              <a:chOff x="2976" y="1200"/>
              <a:chExt cx="2103" cy="1632"/>
            </a:xfrm>
          </p:grpSpPr>
          <p:sp>
            <p:nvSpPr>
              <p:cNvPr id="65552" name="Line 91">
                <a:extLst>
                  <a:ext uri="{FF2B5EF4-FFF2-40B4-BE49-F238E27FC236}">
                    <a16:creationId xmlns:a16="http://schemas.microsoft.com/office/drawing/2014/main" id="{5F8B1017-5F20-3446-83D2-4E04D938EF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3" y="1824"/>
                <a:ext cx="0" cy="1008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3" name="Line 92">
                <a:extLst>
                  <a:ext uri="{FF2B5EF4-FFF2-40B4-BE49-F238E27FC236}">
                    <a16:creationId xmlns:a16="http://schemas.microsoft.com/office/drawing/2014/main" id="{A80D6B90-BB1B-4141-AA28-E35695346A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2" y="1221"/>
                <a:ext cx="921" cy="600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4" name="Line 93">
                <a:extLst>
                  <a:ext uri="{FF2B5EF4-FFF2-40B4-BE49-F238E27FC236}">
                    <a16:creationId xmlns:a16="http://schemas.microsoft.com/office/drawing/2014/main" id="{43DE7CD2-074A-854F-BD7E-B9874C9DAD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41" y="1200"/>
                <a:ext cx="958" cy="600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5" name="Line 94">
                <a:extLst>
                  <a:ext uri="{FF2B5EF4-FFF2-40B4-BE49-F238E27FC236}">
                    <a16:creationId xmlns:a16="http://schemas.microsoft.com/office/drawing/2014/main" id="{1D85B0E1-3A67-D344-8601-DF9CB8D1E6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1" y="1776"/>
                <a:ext cx="0" cy="1008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56" name="Oval 95">
                <a:extLst>
                  <a:ext uri="{FF2B5EF4-FFF2-40B4-BE49-F238E27FC236}">
                    <a16:creationId xmlns:a16="http://schemas.microsoft.com/office/drawing/2014/main" id="{7DF0D59B-C9DF-8A49-B4A2-50DF2766DB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35" y="1728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5557" name="Oval 96">
                <a:extLst>
                  <a:ext uri="{FF2B5EF4-FFF2-40B4-BE49-F238E27FC236}">
                    <a16:creationId xmlns:a16="http://schemas.microsoft.com/office/drawing/2014/main" id="{D4E5C123-8990-4D45-B9AD-3F3F58D591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6" y="177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  <p:grpSp>
          <p:nvGrpSpPr>
            <p:cNvPr id="65543" name="Group 97">
              <a:extLst>
                <a:ext uri="{FF2B5EF4-FFF2-40B4-BE49-F238E27FC236}">
                  <a16:creationId xmlns:a16="http://schemas.microsoft.com/office/drawing/2014/main" id="{019404CF-E870-7F41-AC33-657526FFF9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816"/>
              <a:ext cx="2100" cy="2262"/>
              <a:chOff x="3006" y="1146"/>
              <a:chExt cx="2100" cy="2262"/>
            </a:xfrm>
          </p:grpSpPr>
          <p:sp>
            <p:nvSpPr>
              <p:cNvPr id="65544" name="Line 98">
                <a:extLst>
                  <a:ext uri="{FF2B5EF4-FFF2-40B4-BE49-F238E27FC236}">
                    <a16:creationId xmlns:a16="http://schemas.microsoft.com/office/drawing/2014/main" id="{5E80033A-207B-5C4E-A111-B0FE508530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078" y="2815"/>
                <a:ext cx="940" cy="497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5" name="Line 99">
                <a:extLst>
                  <a:ext uri="{FF2B5EF4-FFF2-40B4-BE49-F238E27FC236}">
                    <a16:creationId xmlns:a16="http://schemas.microsoft.com/office/drawing/2014/main" id="{94D6EC29-A015-A544-BEA1-D2A1CA5D66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63" y="2832"/>
                <a:ext cx="940" cy="480"/>
              </a:xfrm>
              <a:prstGeom prst="line">
                <a:avLst/>
              </a:prstGeom>
              <a:noFill/>
              <a:ln w="38100">
                <a:solidFill>
                  <a:srgbClr val="4E67C8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6" name="Line 100">
                <a:extLst>
                  <a:ext uri="{FF2B5EF4-FFF2-40B4-BE49-F238E27FC236}">
                    <a16:creationId xmlns:a16="http://schemas.microsoft.com/office/drawing/2014/main" id="{139B20E7-5985-6848-B367-63A1DD789C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2" y="1241"/>
                <a:ext cx="996" cy="1533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7" name="Line 101">
                <a:extLst>
                  <a:ext uri="{FF2B5EF4-FFF2-40B4-BE49-F238E27FC236}">
                    <a16:creationId xmlns:a16="http://schemas.microsoft.com/office/drawing/2014/main" id="{E88AAD22-CF59-FE4D-9EC8-F31DD0472A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082" y="1221"/>
                <a:ext cx="977" cy="1573"/>
              </a:xfrm>
              <a:prstGeom prst="line">
                <a:avLst/>
              </a:prstGeom>
              <a:noFill/>
              <a:ln w="38100">
                <a:solidFill>
                  <a:srgbClr val="00CC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5548" name="Oval 102">
                <a:extLst>
                  <a:ext uri="{FF2B5EF4-FFF2-40B4-BE49-F238E27FC236}">
                    <a16:creationId xmlns:a16="http://schemas.microsoft.com/office/drawing/2014/main" id="{55A86241-99BC-B148-BE4C-F1C21E5F30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75" y="3264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5549" name="Oval 103">
                <a:extLst>
                  <a:ext uri="{FF2B5EF4-FFF2-40B4-BE49-F238E27FC236}">
                    <a16:creationId xmlns:a16="http://schemas.microsoft.com/office/drawing/2014/main" id="{EEC7196C-3787-4941-BE34-785242282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2" y="273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5550" name="Oval 104">
                <a:extLst>
                  <a:ext uri="{FF2B5EF4-FFF2-40B4-BE49-F238E27FC236}">
                    <a16:creationId xmlns:a16="http://schemas.microsoft.com/office/drawing/2014/main" id="{F6245361-E5B2-894C-A28A-7F131F69B5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3" y="1146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  <p:sp>
            <p:nvSpPr>
              <p:cNvPr id="65551" name="Oval 105">
                <a:extLst>
                  <a:ext uri="{FF2B5EF4-FFF2-40B4-BE49-F238E27FC236}">
                    <a16:creationId xmlns:a16="http://schemas.microsoft.com/office/drawing/2014/main" id="{6000AA69-3782-AA4F-8E54-3D4A0D4183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06" y="2751"/>
                <a:ext cx="144" cy="1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endParaRPr kumimoji="0" lang="zh-CN" altLang="en-US" sz="1800"/>
              </a:p>
            </p:txBody>
          </p:sp>
        </p:grpSp>
      </p:grpSp>
      <p:sp>
        <p:nvSpPr>
          <p:cNvPr id="184440" name="Rectangle 120">
            <a:extLst>
              <a:ext uri="{FF2B5EF4-FFF2-40B4-BE49-F238E27FC236}">
                <a16:creationId xmlns:a16="http://schemas.microsoft.com/office/drawing/2014/main" id="{B1CC693B-0D02-7343-9889-A738B4134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4876800"/>
            <a:ext cx="438467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度序列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(2,2,2,3,3,4)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Char char="Ø"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该图由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2,6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所度增大。</a:t>
            </a:r>
          </a:p>
          <a:p>
            <a:pPr>
              <a:lnSpc>
                <a:spcPct val="90000"/>
              </a:lnSpc>
              <a:spcBef>
                <a:spcPct val="20000"/>
              </a:spcBef>
              <a:buClr>
                <a:schemeClr val="tx1"/>
              </a:buClr>
              <a:buSzPct val="90000"/>
              <a:buFont typeface="Wingdings" pitchFamily="2" charset="2"/>
              <a:buChar char="Ø"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C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2,6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的度序列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(2,2,3,3,5,5)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3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43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44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444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444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3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Slide Number Placeholder 5">
            <a:extLst>
              <a:ext uri="{FF2B5EF4-FFF2-40B4-BE49-F238E27FC236}">
                <a16:creationId xmlns:a16="http://schemas.microsoft.com/office/drawing/2014/main" id="{59077BD5-BF68-5C45-BEE4-711F3909C0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F206223-813B-D949-8ADB-EA069553BA49}" type="slidenum">
              <a:rPr kumimoji="0" lang="zh-CN" altLang="en-US" sz="1200"/>
              <a:pPr/>
              <a:t>38</a:t>
            </a:fld>
            <a:endParaRPr kumimoji="0" lang="en-US" altLang="zh-CN" sz="1200"/>
          </a:p>
        </p:txBody>
      </p:sp>
      <p:sp>
        <p:nvSpPr>
          <p:cNvPr id="186370" name="Rectangle 2">
            <a:extLst>
              <a:ext uri="{FF2B5EF4-FFF2-40B4-BE49-F238E27FC236}">
                <a16:creationId xmlns:a16="http://schemas.microsoft.com/office/drawing/2014/main" id="{08D67441-6C3A-BC41-937B-7162C67826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思考题</a:t>
            </a:r>
            <a:endParaRPr lang="en-US" altLang="zh-CN" dirty="0">
              <a:latin typeface="Arial" charset="0"/>
              <a:ea typeface="楷体_GB2312" charset="0"/>
              <a:cs typeface="+mj-cs"/>
            </a:endParaRP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3DADDE8F-2DD7-1E45-A43D-C35F40CF3C1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143000"/>
            <a:ext cx="8499475" cy="4343400"/>
          </a:xfrm>
        </p:spPr>
        <p:txBody>
          <a:bodyPr/>
          <a:lstStyle/>
          <a:p>
            <a:r>
              <a:rPr kumimoji="0" lang="zh-CN" altLang="en-US" sz="3200">
                <a:solidFill>
                  <a:srgbClr val="4E67C8"/>
                </a:solidFill>
                <a:latin typeface="Arial" panose="020B0604020202020204" pitchFamily="34" charset="0"/>
                <a:ea typeface="楷体_GB2312" pitchFamily="49" charset="-122"/>
              </a:rPr>
              <a:t>确定所示的有向图是否是欧拉图，为什么？</a:t>
            </a:r>
          </a:p>
          <a:p>
            <a:endParaRPr kumimoji="0" lang="zh-CN" altLang="en-US" sz="3200">
              <a:latin typeface="Arial" panose="020B0604020202020204" pitchFamily="34" charset="0"/>
              <a:ea typeface="楷体_GB2312" pitchFamily="49" charset="-122"/>
            </a:endParaRPr>
          </a:p>
          <a:p>
            <a:endParaRPr kumimoji="0" lang="zh-CN" altLang="en-US" sz="3200">
              <a:latin typeface="Arial" panose="020B0604020202020204" pitchFamily="34" charset="0"/>
              <a:ea typeface="楷体_GB2312" pitchFamily="49" charset="-122"/>
            </a:endParaRPr>
          </a:p>
          <a:p>
            <a:endParaRPr kumimoji="0" lang="zh-CN" altLang="en-US" sz="3200">
              <a:latin typeface="Arial" panose="020B0604020202020204" pitchFamily="34" charset="0"/>
              <a:ea typeface="楷体_GB2312" pitchFamily="49" charset="-122"/>
            </a:endParaRPr>
          </a:p>
          <a:p>
            <a:endParaRPr kumimoji="0" lang="zh-CN" altLang="en-US" sz="3200">
              <a:latin typeface="Arial" panose="020B0604020202020204" pitchFamily="34" charset="0"/>
              <a:ea typeface="楷体_GB2312" pitchFamily="49" charset="-122"/>
            </a:endParaRPr>
          </a:p>
          <a:p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P122-1</a:t>
            </a:r>
          </a:p>
        </p:txBody>
      </p:sp>
      <p:grpSp>
        <p:nvGrpSpPr>
          <p:cNvPr id="67588" name="Group 32">
            <a:extLst>
              <a:ext uri="{FF2B5EF4-FFF2-40B4-BE49-F238E27FC236}">
                <a16:creationId xmlns:a16="http://schemas.microsoft.com/office/drawing/2014/main" id="{5288DB96-44D6-B64C-B4AB-089EECEEE194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1905000"/>
            <a:ext cx="1871663" cy="2184400"/>
            <a:chOff x="597" y="2663"/>
            <a:chExt cx="1179" cy="1376"/>
          </a:xfrm>
        </p:grpSpPr>
        <p:sp>
          <p:nvSpPr>
            <p:cNvPr id="67605" name="Freeform 8">
              <a:extLst>
                <a:ext uri="{FF2B5EF4-FFF2-40B4-BE49-F238E27FC236}">
                  <a16:creationId xmlns:a16="http://schemas.microsoft.com/office/drawing/2014/main" id="{E2B152A8-C522-5542-A869-1DE8129C4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13" y="3928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7"/>
                <a:gd name="T103" fmla="*/ 0 h 111"/>
                <a:gd name="T104" fmla="*/ 107 w 107"/>
                <a:gd name="T105" fmla="*/ 111 h 11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6" name="Freeform 11">
              <a:extLst>
                <a:ext uri="{FF2B5EF4-FFF2-40B4-BE49-F238E27FC236}">
                  <a16:creationId xmlns:a16="http://schemas.microsoft.com/office/drawing/2014/main" id="{8E9C2F04-3AFD-C34C-B9E4-14730C0B7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" y="2663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7"/>
                <a:gd name="T103" fmla="*/ 0 h 108"/>
                <a:gd name="T104" fmla="*/ 107 w 107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7" name="Freeform 14">
              <a:extLst>
                <a:ext uri="{FF2B5EF4-FFF2-40B4-BE49-F238E27FC236}">
                  <a16:creationId xmlns:a16="http://schemas.microsoft.com/office/drawing/2014/main" id="{BF1269C0-8884-E34D-B7A6-C08F8A952B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1" y="3937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5"/>
                <a:gd name="T103" fmla="*/ 0 h 102"/>
                <a:gd name="T104" fmla="*/ 105 w 105"/>
                <a:gd name="T105" fmla="*/ 102 h 10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8" name="Freeform 15">
              <a:extLst>
                <a:ext uri="{FF2B5EF4-FFF2-40B4-BE49-F238E27FC236}">
                  <a16:creationId xmlns:a16="http://schemas.microsoft.com/office/drawing/2014/main" id="{EC973056-4811-5B4F-9F14-33BD9685E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0" y="2663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7"/>
                <a:gd name="T103" fmla="*/ 0 h 108"/>
                <a:gd name="T104" fmla="*/ 107 w 107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9" name="Line 16">
              <a:extLst>
                <a:ext uri="{FF2B5EF4-FFF2-40B4-BE49-F238E27FC236}">
                  <a16:creationId xmlns:a16="http://schemas.microsoft.com/office/drawing/2014/main" id="{21B8F2CA-094E-7949-A643-8158D5817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0" y="2711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10" name="Line 18">
              <a:extLst>
                <a:ext uri="{FF2B5EF4-FFF2-40B4-BE49-F238E27FC236}">
                  <a16:creationId xmlns:a16="http://schemas.microsoft.com/office/drawing/2014/main" id="{02053618-19F7-C64F-B24D-023A055AB4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28" y="3991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11" name="Line 20">
              <a:extLst>
                <a:ext uri="{FF2B5EF4-FFF2-40B4-BE49-F238E27FC236}">
                  <a16:creationId xmlns:a16="http://schemas.microsoft.com/office/drawing/2014/main" id="{8124CDC4-2E9C-E44D-B48D-6B4A53398B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2759"/>
              <a:ext cx="880" cy="11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12" name="Line 21">
              <a:extLst>
                <a:ext uri="{FF2B5EF4-FFF2-40B4-BE49-F238E27FC236}">
                  <a16:creationId xmlns:a16="http://schemas.microsoft.com/office/drawing/2014/main" id="{F486B99A-F441-6D4B-83CE-3FF5F0BB5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" y="2759"/>
              <a:ext cx="0" cy="11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13" name="Line 27">
              <a:extLst>
                <a:ext uri="{FF2B5EF4-FFF2-40B4-BE49-F238E27FC236}">
                  <a16:creationId xmlns:a16="http://schemas.microsoft.com/office/drawing/2014/main" id="{23D21783-A51D-AE40-A4D1-677C49008A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0" y="2784"/>
              <a:ext cx="912" cy="11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14" name="Freeform 30">
              <a:extLst>
                <a:ext uri="{FF2B5EF4-FFF2-40B4-BE49-F238E27FC236}">
                  <a16:creationId xmlns:a16="http://schemas.microsoft.com/office/drawing/2014/main" id="{9A8DC99C-5CA7-5E4F-B688-66826148F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2736"/>
              <a:ext cx="96" cy="1152"/>
            </a:xfrm>
            <a:custGeom>
              <a:avLst/>
              <a:gdLst>
                <a:gd name="T0" fmla="*/ 0 w 288"/>
                <a:gd name="T1" fmla="*/ 0 h 1152"/>
                <a:gd name="T2" fmla="*/ 0 w 288"/>
                <a:gd name="T3" fmla="*/ 576 h 1152"/>
                <a:gd name="T4" fmla="*/ 0 w 288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88"/>
                <a:gd name="T10" fmla="*/ 0 h 1152"/>
                <a:gd name="T11" fmla="*/ 288 w 288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152">
                  <a:moveTo>
                    <a:pt x="0" y="0"/>
                  </a:moveTo>
                  <a:cubicBezTo>
                    <a:pt x="144" y="192"/>
                    <a:pt x="288" y="384"/>
                    <a:pt x="288" y="576"/>
                  </a:cubicBezTo>
                  <a:cubicBezTo>
                    <a:pt x="288" y="768"/>
                    <a:pt x="48" y="1056"/>
                    <a:pt x="0" y="115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15" name="Freeform 31">
              <a:extLst>
                <a:ext uri="{FF2B5EF4-FFF2-40B4-BE49-F238E27FC236}">
                  <a16:creationId xmlns:a16="http://schemas.microsoft.com/office/drawing/2014/main" id="{A3D10602-B4B4-EE49-A5ED-FA5619BFFFB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1536" y="2736"/>
              <a:ext cx="96" cy="1152"/>
            </a:xfrm>
            <a:custGeom>
              <a:avLst/>
              <a:gdLst>
                <a:gd name="T0" fmla="*/ 0 w 288"/>
                <a:gd name="T1" fmla="*/ 0 h 1152"/>
                <a:gd name="T2" fmla="*/ 0 w 288"/>
                <a:gd name="T3" fmla="*/ 576 h 1152"/>
                <a:gd name="T4" fmla="*/ 0 w 288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88"/>
                <a:gd name="T10" fmla="*/ 0 h 1152"/>
                <a:gd name="T11" fmla="*/ 288 w 288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152">
                  <a:moveTo>
                    <a:pt x="0" y="0"/>
                  </a:moveTo>
                  <a:cubicBezTo>
                    <a:pt x="144" y="192"/>
                    <a:pt x="288" y="384"/>
                    <a:pt x="288" y="576"/>
                  </a:cubicBezTo>
                  <a:cubicBezTo>
                    <a:pt x="288" y="768"/>
                    <a:pt x="48" y="1056"/>
                    <a:pt x="0" y="115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grpSp>
        <p:nvGrpSpPr>
          <p:cNvPr id="67589" name="Group 53">
            <a:extLst>
              <a:ext uri="{FF2B5EF4-FFF2-40B4-BE49-F238E27FC236}">
                <a16:creationId xmlns:a16="http://schemas.microsoft.com/office/drawing/2014/main" id="{FAF07B96-9BFB-A749-96BC-E798221EB635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905000"/>
            <a:ext cx="3333750" cy="2184400"/>
            <a:chOff x="2469" y="1920"/>
            <a:chExt cx="2100" cy="1376"/>
          </a:xfrm>
        </p:grpSpPr>
        <p:sp>
          <p:nvSpPr>
            <p:cNvPr id="67591" name="Freeform 34">
              <a:extLst>
                <a:ext uri="{FF2B5EF4-FFF2-40B4-BE49-F238E27FC236}">
                  <a16:creationId xmlns:a16="http://schemas.microsoft.com/office/drawing/2014/main" id="{9223BD8B-1AB8-3345-AFAF-733307836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3185"/>
              <a:ext cx="107" cy="111"/>
            </a:xfrm>
            <a:custGeom>
              <a:avLst/>
              <a:gdLst>
                <a:gd name="T0" fmla="*/ 0 w 107"/>
                <a:gd name="T1" fmla="*/ 55 h 111"/>
                <a:gd name="T2" fmla="*/ 0 w 107"/>
                <a:gd name="T3" fmla="*/ 44 h 111"/>
                <a:gd name="T4" fmla="*/ 3 w 107"/>
                <a:gd name="T5" fmla="*/ 32 h 111"/>
                <a:gd name="T6" fmla="*/ 9 w 107"/>
                <a:gd name="T7" fmla="*/ 23 h 111"/>
                <a:gd name="T8" fmla="*/ 14 w 107"/>
                <a:gd name="T9" fmla="*/ 17 h 111"/>
                <a:gd name="T10" fmla="*/ 23 w 107"/>
                <a:gd name="T11" fmla="*/ 9 h 111"/>
                <a:gd name="T12" fmla="*/ 32 w 107"/>
                <a:gd name="T13" fmla="*/ 6 h 111"/>
                <a:gd name="T14" fmla="*/ 41 w 107"/>
                <a:gd name="T15" fmla="*/ 0 h 111"/>
                <a:gd name="T16" fmla="*/ 52 w 107"/>
                <a:gd name="T17" fmla="*/ 0 h 111"/>
                <a:gd name="T18" fmla="*/ 64 w 107"/>
                <a:gd name="T19" fmla="*/ 0 h 111"/>
                <a:gd name="T20" fmla="*/ 76 w 107"/>
                <a:gd name="T21" fmla="*/ 6 h 111"/>
                <a:gd name="T22" fmla="*/ 84 w 107"/>
                <a:gd name="T23" fmla="*/ 9 h 111"/>
                <a:gd name="T24" fmla="*/ 93 w 107"/>
                <a:gd name="T25" fmla="*/ 17 h 111"/>
                <a:gd name="T26" fmla="*/ 99 w 107"/>
                <a:gd name="T27" fmla="*/ 23 h 111"/>
                <a:gd name="T28" fmla="*/ 105 w 107"/>
                <a:gd name="T29" fmla="*/ 32 h 111"/>
                <a:gd name="T30" fmla="*/ 107 w 107"/>
                <a:gd name="T31" fmla="*/ 44 h 111"/>
                <a:gd name="T32" fmla="*/ 107 w 107"/>
                <a:gd name="T33" fmla="*/ 55 h 111"/>
                <a:gd name="T34" fmla="*/ 107 w 107"/>
                <a:gd name="T35" fmla="*/ 55 h 111"/>
                <a:gd name="T36" fmla="*/ 107 w 107"/>
                <a:gd name="T37" fmla="*/ 67 h 111"/>
                <a:gd name="T38" fmla="*/ 105 w 107"/>
                <a:gd name="T39" fmla="*/ 76 h 111"/>
                <a:gd name="T40" fmla="*/ 99 w 107"/>
                <a:gd name="T41" fmla="*/ 84 h 111"/>
                <a:gd name="T42" fmla="*/ 93 w 107"/>
                <a:gd name="T43" fmla="*/ 93 h 111"/>
                <a:gd name="T44" fmla="*/ 84 w 107"/>
                <a:gd name="T45" fmla="*/ 99 h 111"/>
                <a:gd name="T46" fmla="*/ 76 w 107"/>
                <a:gd name="T47" fmla="*/ 105 h 111"/>
                <a:gd name="T48" fmla="*/ 64 w 107"/>
                <a:gd name="T49" fmla="*/ 108 h 111"/>
                <a:gd name="T50" fmla="*/ 52 w 107"/>
                <a:gd name="T51" fmla="*/ 111 h 111"/>
                <a:gd name="T52" fmla="*/ 41 w 107"/>
                <a:gd name="T53" fmla="*/ 108 h 111"/>
                <a:gd name="T54" fmla="*/ 32 w 107"/>
                <a:gd name="T55" fmla="*/ 105 h 111"/>
                <a:gd name="T56" fmla="*/ 23 w 107"/>
                <a:gd name="T57" fmla="*/ 99 h 111"/>
                <a:gd name="T58" fmla="*/ 14 w 107"/>
                <a:gd name="T59" fmla="*/ 93 h 111"/>
                <a:gd name="T60" fmla="*/ 9 w 107"/>
                <a:gd name="T61" fmla="*/ 84 h 111"/>
                <a:gd name="T62" fmla="*/ 3 w 107"/>
                <a:gd name="T63" fmla="*/ 76 h 111"/>
                <a:gd name="T64" fmla="*/ 0 w 107"/>
                <a:gd name="T65" fmla="*/ 67 h 111"/>
                <a:gd name="T66" fmla="*/ 0 w 107"/>
                <a:gd name="T67" fmla="*/ 55 h 111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7"/>
                <a:gd name="T103" fmla="*/ 0 h 111"/>
                <a:gd name="T104" fmla="*/ 107 w 107"/>
                <a:gd name="T105" fmla="*/ 111 h 111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7" h="111">
                  <a:moveTo>
                    <a:pt x="0" y="55"/>
                  </a:moveTo>
                  <a:lnTo>
                    <a:pt x="0" y="44"/>
                  </a:lnTo>
                  <a:lnTo>
                    <a:pt x="3" y="32"/>
                  </a:lnTo>
                  <a:lnTo>
                    <a:pt x="9" y="23"/>
                  </a:lnTo>
                  <a:lnTo>
                    <a:pt x="14" y="17"/>
                  </a:lnTo>
                  <a:lnTo>
                    <a:pt x="23" y="9"/>
                  </a:lnTo>
                  <a:lnTo>
                    <a:pt x="32" y="6"/>
                  </a:lnTo>
                  <a:lnTo>
                    <a:pt x="41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6" y="6"/>
                  </a:lnTo>
                  <a:lnTo>
                    <a:pt x="84" y="9"/>
                  </a:lnTo>
                  <a:lnTo>
                    <a:pt x="93" y="17"/>
                  </a:lnTo>
                  <a:lnTo>
                    <a:pt x="99" y="23"/>
                  </a:lnTo>
                  <a:lnTo>
                    <a:pt x="105" y="32"/>
                  </a:lnTo>
                  <a:lnTo>
                    <a:pt x="107" y="44"/>
                  </a:lnTo>
                  <a:lnTo>
                    <a:pt x="107" y="55"/>
                  </a:lnTo>
                  <a:lnTo>
                    <a:pt x="107" y="67"/>
                  </a:lnTo>
                  <a:lnTo>
                    <a:pt x="105" y="76"/>
                  </a:lnTo>
                  <a:lnTo>
                    <a:pt x="99" y="84"/>
                  </a:lnTo>
                  <a:lnTo>
                    <a:pt x="93" y="93"/>
                  </a:lnTo>
                  <a:lnTo>
                    <a:pt x="84" y="99"/>
                  </a:lnTo>
                  <a:lnTo>
                    <a:pt x="76" y="105"/>
                  </a:lnTo>
                  <a:lnTo>
                    <a:pt x="64" y="108"/>
                  </a:lnTo>
                  <a:lnTo>
                    <a:pt x="52" y="111"/>
                  </a:lnTo>
                  <a:lnTo>
                    <a:pt x="41" y="108"/>
                  </a:lnTo>
                  <a:lnTo>
                    <a:pt x="32" y="105"/>
                  </a:lnTo>
                  <a:lnTo>
                    <a:pt x="23" y="99"/>
                  </a:lnTo>
                  <a:lnTo>
                    <a:pt x="14" y="93"/>
                  </a:lnTo>
                  <a:lnTo>
                    <a:pt x="9" y="84"/>
                  </a:lnTo>
                  <a:lnTo>
                    <a:pt x="3" y="76"/>
                  </a:lnTo>
                  <a:lnTo>
                    <a:pt x="0" y="67"/>
                  </a:lnTo>
                  <a:lnTo>
                    <a:pt x="0" y="55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2" name="Freeform 35">
              <a:extLst>
                <a:ext uri="{FF2B5EF4-FFF2-40B4-BE49-F238E27FC236}">
                  <a16:creationId xmlns:a16="http://schemas.microsoft.com/office/drawing/2014/main" id="{64336B83-FD82-074A-9722-EA56A3409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9" y="1920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7"/>
                <a:gd name="T103" fmla="*/ 0 h 108"/>
                <a:gd name="T104" fmla="*/ 107 w 107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3" name="Freeform 36">
              <a:extLst>
                <a:ext uri="{FF2B5EF4-FFF2-40B4-BE49-F238E27FC236}">
                  <a16:creationId xmlns:a16="http://schemas.microsoft.com/office/drawing/2014/main" id="{42707441-3F79-D241-AB7D-15DE475D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3" y="3194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5"/>
                <a:gd name="T103" fmla="*/ 0 h 102"/>
                <a:gd name="T104" fmla="*/ 105 w 105"/>
                <a:gd name="T105" fmla="*/ 102 h 10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4" name="Freeform 37">
              <a:extLst>
                <a:ext uri="{FF2B5EF4-FFF2-40B4-BE49-F238E27FC236}">
                  <a16:creationId xmlns:a16="http://schemas.microsoft.com/office/drawing/2014/main" id="{E4ABC283-C221-E44C-BA4A-4735E69604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1920"/>
              <a:ext cx="107" cy="108"/>
            </a:xfrm>
            <a:custGeom>
              <a:avLst/>
              <a:gdLst>
                <a:gd name="T0" fmla="*/ 0 w 107"/>
                <a:gd name="T1" fmla="*/ 53 h 108"/>
                <a:gd name="T2" fmla="*/ 0 w 107"/>
                <a:gd name="T3" fmla="*/ 41 h 108"/>
                <a:gd name="T4" fmla="*/ 3 w 107"/>
                <a:gd name="T5" fmla="*/ 32 h 108"/>
                <a:gd name="T6" fmla="*/ 8 w 107"/>
                <a:gd name="T7" fmla="*/ 24 h 108"/>
                <a:gd name="T8" fmla="*/ 14 w 107"/>
                <a:gd name="T9" fmla="*/ 15 h 108"/>
                <a:gd name="T10" fmla="*/ 23 w 107"/>
                <a:gd name="T11" fmla="*/ 9 h 108"/>
                <a:gd name="T12" fmla="*/ 32 w 107"/>
                <a:gd name="T13" fmla="*/ 3 h 108"/>
                <a:gd name="T14" fmla="*/ 43 w 107"/>
                <a:gd name="T15" fmla="*/ 0 h 108"/>
                <a:gd name="T16" fmla="*/ 52 w 107"/>
                <a:gd name="T17" fmla="*/ 0 h 108"/>
                <a:gd name="T18" fmla="*/ 64 w 107"/>
                <a:gd name="T19" fmla="*/ 0 h 108"/>
                <a:gd name="T20" fmla="*/ 72 w 107"/>
                <a:gd name="T21" fmla="*/ 3 h 108"/>
                <a:gd name="T22" fmla="*/ 84 w 107"/>
                <a:gd name="T23" fmla="*/ 9 h 108"/>
                <a:gd name="T24" fmla="*/ 90 w 107"/>
                <a:gd name="T25" fmla="*/ 15 h 108"/>
                <a:gd name="T26" fmla="*/ 98 w 107"/>
                <a:gd name="T27" fmla="*/ 24 h 108"/>
                <a:gd name="T28" fmla="*/ 101 w 107"/>
                <a:gd name="T29" fmla="*/ 32 h 108"/>
                <a:gd name="T30" fmla="*/ 104 w 107"/>
                <a:gd name="T31" fmla="*/ 41 h 108"/>
                <a:gd name="T32" fmla="*/ 107 w 107"/>
                <a:gd name="T33" fmla="*/ 53 h 108"/>
                <a:gd name="T34" fmla="*/ 107 w 107"/>
                <a:gd name="T35" fmla="*/ 53 h 108"/>
                <a:gd name="T36" fmla="*/ 104 w 107"/>
                <a:gd name="T37" fmla="*/ 65 h 108"/>
                <a:gd name="T38" fmla="*/ 101 w 107"/>
                <a:gd name="T39" fmla="*/ 73 h 108"/>
                <a:gd name="T40" fmla="*/ 98 w 107"/>
                <a:gd name="T41" fmla="*/ 82 h 108"/>
                <a:gd name="T42" fmla="*/ 90 w 107"/>
                <a:gd name="T43" fmla="*/ 91 h 108"/>
                <a:gd name="T44" fmla="*/ 84 w 107"/>
                <a:gd name="T45" fmla="*/ 97 h 108"/>
                <a:gd name="T46" fmla="*/ 72 w 107"/>
                <a:gd name="T47" fmla="*/ 102 h 108"/>
                <a:gd name="T48" fmla="*/ 64 w 107"/>
                <a:gd name="T49" fmla="*/ 105 h 108"/>
                <a:gd name="T50" fmla="*/ 52 w 107"/>
                <a:gd name="T51" fmla="*/ 108 h 108"/>
                <a:gd name="T52" fmla="*/ 43 w 107"/>
                <a:gd name="T53" fmla="*/ 105 h 108"/>
                <a:gd name="T54" fmla="*/ 32 w 107"/>
                <a:gd name="T55" fmla="*/ 102 h 108"/>
                <a:gd name="T56" fmla="*/ 23 w 107"/>
                <a:gd name="T57" fmla="*/ 97 h 108"/>
                <a:gd name="T58" fmla="*/ 14 w 107"/>
                <a:gd name="T59" fmla="*/ 91 h 108"/>
                <a:gd name="T60" fmla="*/ 8 w 107"/>
                <a:gd name="T61" fmla="*/ 82 h 108"/>
                <a:gd name="T62" fmla="*/ 3 w 107"/>
                <a:gd name="T63" fmla="*/ 73 h 108"/>
                <a:gd name="T64" fmla="*/ 0 w 107"/>
                <a:gd name="T65" fmla="*/ 65 h 108"/>
                <a:gd name="T66" fmla="*/ 0 w 107"/>
                <a:gd name="T67" fmla="*/ 53 h 108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7"/>
                <a:gd name="T103" fmla="*/ 0 h 108"/>
                <a:gd name="T104" fmla="*/ 107 w 107"/>
                <a:gd name="T105" fmla="*/ 108 h 108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7" h="108">
                  <a:moveTo>
                    <a:pt x="0" y="53"/>
                  </a:moveTo>
                  <a:lnTo>
                    <a:pt x="0" y="41"/>
                  </a:lnTo>
                  <a:lnTo>
                    <a:pt x="3" y="32"/>
                  </a:lnTo>
                  <a:lnTo>
                    <a:pt x="8" y="24"/>
                  </a:lnTo>
                  <a:lnTo>
                    <a:pt x="14" y="15"/>
                  </a:lnTo>
                  <a:lnTo>
                    <a:pt x="23" y="9"/>
                  </a:lnTo>
                  <a:lnTo>
                    <a:pt x="32" y="3"/>
                  </a:lnTo>
                  <a:lnTo>
                    <a:pt x="43" y="0"/>
                  </a:lnTo>
                  <a:lnTo>
                    <a:pt x="52" y="0"/>
                  </a:lnTo>
                  <a:lnTo>
                    <a:pt x="64" y="0"/>
                  </a:lnTo>
                  <a:lnTo>
                    <a:pt x="72" y="3"/>
                  </a:lnTo>
                  <a:lnTo>
                    <a:pt x="84" y="9"/>
                  </a:lnTo>
                  <a:lnTo>
                    <a:pt x="90" y="15"/>
                  </a:lnTo>
                  <a:lnTo>
                    <a:pt x="98" y="24"/>
                  </a:lnTo>
                  <a:lnTo>
                    <a:pt x="101" y="32"/>
                  </a:lnTo>
                  <a:lnTo>
                    <a:pt x="104" y="41"/>
                  </a:lnTo>
                  <a:lnTo>
                    <a:pt x="107" y="53"/>
                  </a:lnTo>
                  <a:lnTo>
                    <a:pt x="104" y="65"/>
                  </a:lnTo>
                  <a:lnTo>
                    <a:pt x="101" y="73"/>
                  </a:lnTo>
                  <a:lnTo>
                    <a:pt x="98" y="82"/>
                  </a:lnTo>
                  <a:lnTo>
                    <a:pt x="90" y="91"/>
                  </a:lnTo>
                  <a:lnTo>
                    <a:pt x="84" y="97"/>
                  </a:lnTo>
                  <a:lnTo>
                    <a:pt x="72" y="102"/>
                  </a:lnTo>
                  <a:lnTo>
                    <a:pt x="64" y="105"/>
                  </a:lnTo>
                  <a:lnTo>
                    <a:pt x="52" y="108"/>
                  </a:lnTo>
                  <a:lnTo>
                    <a:pt x="43" y="105"/>
                  </a:lnTo>
                  <a:lnTo>
                    <a:pt x="32" y="102"/>
                  </a:lnTo>
                  <a:lnTo>
                    <a:pt x="23" y="97"/>
                  </a:lnTo>
                  <a:lnTo>
                    <a:pt x="14" y="91"/>
                  </a:lnTo>
                  <a:lnTo>
                    <a:pt x="8" y="82"/>
                  </a:lnTo>
                  <a:lnTo>
                    <a:pt x="3" y="73"/>
                  </a:lnTo>
                  <a:lnTo>
                    <a:pt x="0" y="65"/>
                  </a:lnTo>
                  <a:lnTo>
                    <a:pt x="0" y="53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595" name="Line 38">
              <a:extLst>
                <a:ext uri="{FF2B5EF4-FFF2-40B4-BE49-F238E27FC236}">
                  <a16:creationId xmlns:a16="http://schemas.microsoft.com/office/drawing/2014/main" id="{B7B71C47-6AD0-2344-A86A-3E7A2744ED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2" y="1968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596" name="Line 39">
              <a:extLst>
                <a:ext uri="{FF2B5EF4-FFF2-40B4-BE49-F238E27FC236}">
                  <a16:creationId xmlns:a16="http://schemas.microsoft.com/office/drawing/2014/main" id="{530F3EA3-6336-BD49-A1C3-68F9D822AF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0" y="3248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597" name="Line 41">
              <a:extLst>
                <a:ext uri="{FF2B5EF4-FFF2-40B4-BE49-F238E27FC236}">
                  <a16:creationId xmlns:a16="http://schemas.microsoft.com/office/drawing/2014/main" id="{06ACEEB5-2FA4-1248-A00D-24862D22F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8" y="2016"/>
              <a:ext cx="0" cy="117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598" name="Freeform 43">
              <a:extLst>
                <a:ext uri="{FF2B5EF4-FFF2-40B4-BE49-F238E27FC236}">
                  <a16:creationId xmlns:a16="http://schemas.microsoft.com/office/drawing/2014/main" id="{2E857731-CF1C-3F4F-A154-6AFE73138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2" y="2016"/>
              <a:ext cx="96" cy="1152"/>
            </a:xfrm>
            <a:custGeom>
              <a:avLst/>
              <a:gdLst>
                <a:gd name="T0" fmla="*/ 0 w 288"/>
                <a:gd name="T1" fmla="*/ 0 h 1152"/>
                <a:gd name="T2" fmla="*/ 0 w 288"/>
                <a:gd name="T3" fmla="*/ 576 h 1152"/>
                <a:gd name="T4" fmla="*/ 0 w 288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88"/>
                <a:gd name="T10" fmla="*/ 0 h 1152"/>
                <a:gd name="T11" fmla="*/ 288 w 288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152">
                  <a:moveTo>
                    <a:pt x="0" y="0"/>
                  </a:moveTo>
                  <a:cubicBezTo>
                    <a:pt x="144" y="192"/>
                    <a:pt x="288" y="384"/>
                    <a:pt x="288" y="576"/>
                  </a:cubicBezTo>
                  <a:cubicBezTo>
                    <a:pt x="288" y="768"/>
                    <a:pt x="48" y="1056"/>
                    <a:pt x="0" y="115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triangl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599" name="Freeform 44">
              <a:extLst>
                <a:ext uri="{FF2B5EF4-FFF2-40B4-BE49-F238E27FC236}">
                  <a16:creationId xmlns:a16="http://schemas.microsoft.com/office/drawing/2014/main" id="{DC4A2E72-0C72-4746-90E3-E4C837C7EDE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408" y="2016"/>
              <a:ext cx="96" cy="1152"/>
            </a:xfrm>
            <a:custGeom>
              <a:avLst/>
              <a:gdLst>
                <a:gd name="T0" fmla="*/ 0 w 288"/>
                <a:gd name="T1" fmla="*/ 0 h 1152"/>
                <a:gd name="T2" fmla="*/ 0 w 288"/>
                <a:gd name="T3" fmla="*/ 576 h 1152"/>
                <a:gd name="T4" fmla="*/ 0 w 288"/>
                <a:gd name="T5" fmla="*/ 1152 h 1152"/>
                <a:gd name="T6" fmla="*/ 0 60000 65536"/>
                <a:gd name="T7" fmla="*/ 0 60000 65536"/>
                <a:gd name="T8" fmla="*/ 0 60000 65536"/>
                <a:gd name="T9" fmla="*/ 0 w 288"/>
                <a:gd name="T10" fmla="*/ 0 h 1152"/>
                <a:gd name="T11" fmla="*/ 288 w 288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8" h="1152">
                  <a:moveTo>
                    <a:pt x="0" y="0"/>
                  </a:moveTo>
                  <a:cubicBezTo>
                    <a:pt x="144" y="192"/>
                    <a:pt x="288" y="384"/>
                    <a:pt x="288" y="576"/>
                  </a:cubicBezTo>
                  <a:cubicBezTo>
                    <a:pt x="288" y="768"/>
                    <a:pt x="48" y="1056"/>
                    <a:pt x="0" y="115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00" name="Freeform 47">
              <a:extLst>
                <a:ext uri="{FF2B5EF4-FFF2-40B4-BE49-F238E27FC236}">
                  <a16:creationId xmlns:a16="http://schemas.microsoft.com/office/drawing/2014/main" id="{20A085EF-C72B-8842-A5A3-046C0DD5C6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2016"/>
              <a:ext cx="864" cy="1152"/>
            </a:xfrm>
            <a:custGeom>
              <a:avLst/>
              <a:gdLst>
                <a:gd name="T0" fmla="*/ 864 w 864"/>
                <a:gd name="T1" fmla="*/ 0 h 1152"/>
                <a:gd name="T2" fmla="*/ 288 w 864"/>
                <a:gd name="T3" fmla="*/ 480 h 1152"/>
                <a:gd name="T4" fmla="*/ 0 w 864"/>
                <a:gd name="T5" fmla="*/ 1152 h 1152"/>
                <a:gd name="T6" fmla="*/ 0 60000 65536"/>
                <a:gd name="T7" fmla="*/ 0 60000 65536"/>
                <a:gd name="T8" fmla="*/ 0 60000 65536"/>
                <a:gd name="T9" fmla="*/ 0 w 864"/>
                <a:gd name="T10" fmla="*/ 0 h 1152"/>
                <a:gd name="T11" fmla="*/ 864 w 864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152">
                  <a:moveTo>
                    <a:pt x="864" y="0"/>
                  </a:moveTo>
                  <a:cubicBezTo>
                    <a:pt x="648" y="144"/>
                    <a:pt x="432" y="288"/>
                    <a:pt x="288" y="480"/>
                  </a:cubicBezTo>
                  <a:cubicBezTo>
                    <a:pt x="144" y="672"/>
                    <a:pt x="72" y="912"/>
                    <a:pt x="0" y="115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01" name="Freeform 49">
              <a:extLst>
                <a:ext uri="{FF2B5EF4-FFF2-40B4-BE49-F238E27FC236}">
                  <a16:creationId xmlns:a16="http://schemas.microsoft.com/office/drawing/2014/main" id="{80323CE3-9D19-414B-AB03-B80D5FE022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2" y="2016"/>
              <a:ext cx="912" cy="1200"/>
            </a:xfrm>
            <a:custGeom>
              <a:avLst/>
              <a:gdLst>
                <a:gd name="T0" fmla="*/ 912 w 912"/>
                <a:gd name="T1" fmla="*/ 0 h 1152"/>
                <a:gd name="T2" fmla="*/ 576 w 912"/>
                <a:gd name="T3" fmla="*/ 939 h 1152"/>
                <a:gd name="T4" fmla="*/ 0 w 912"/>
                <a:gd name="T5" fmla="*/ 1733 h 1152"/>
                <a:gd name="T6" fmla="*/ 0 60000 65536"/>
                <a:gd name="T7" fmla="*/ 0 60000 65536"/>
                <a:gd name="T8" fmla="*/ 0 60000 65536"/>
                <a:gd name="T9" fmla="*/ 0 w 912"/>
                <a:gd name="T10" fmla="*/ 0 h 1152"/>
                <a:gd name="T11" fmla="*/ 912 w 912"/>
                <a:gd name="T12" fmla="*/ 1152 h 11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12" h="1152">
                  <a:moveTo>
                    <a:pt x="912" y="0"/>
                  </a:moveTo>
                  <a:cubicBezTo>
                    <a:pt x="820" y="216"/>
                    <a:pt x="728" y="432"/>
                    <a:pt x="576" y="624"/>
                  </a:cubicBezTo>
                  <a:cubicBezTo>
                    <a:pt x="424" y="816"/>
                    <a:pt x="212" y="984"/>
                    <a:pt x="0" y="1152"/>
                  </a:cubicBez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02" name="Freeform 50">
              <a:extLst>
                <a:ext uri="{FF2B5EF4-FFF2-40B4-BE49-F238E27FC236}">
                  <a16:creationId xmlns:a16="http://schemas.microsoft.com/office/drawing/2014/main" id="{89FAA8B7-AF77-EB4E-A26D-6B35C7724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4" y="1920"/>
              <a:ext cx="105" cy="102"/>
            </a:xfrm>
            <a:custGeom>
              <a:avLst/>
              <a:gdLst>
                <a:gd name="T0" fmla="*/ 0 w 105"/>
                <a:gd name="T1" fmla="*/ 52 h 102"/>
                <a:gd name="T2" fmla="*/ 3 w 105"/>
                <a:gd name="T3" fmla="*/ 41 h 102"/>
                <a:gd name="T4" fmla="*/ 6 w 105"/>
                <a:gd name="T5" fmla="*/ 32 h 102"/>
                <a:gd name="T6" fmla="*/ 9 w 105"/>
                <a:gd name="T7" fmla="*/ 20 h 102"/>
                <a:gd name="T8" fmla="*/ 15 w 105"/>
                <a:gd name="T9" fmla="*/ 15 h 102"/>
                <a:gd name="T10" fmla="*/ 24 w 105"/>
                <a:gd name="T11" fmla="*/ 9 h 102"/>
                <a:gd name="T12" fmla="*/ 32 w 105"/>
                <a:gd name="T13" fmla="*/ 3 h 102"/>
                <a:gd name="T14" fmla="*/ 44 w 105"/>
                <a:gd name="T15" fmla="*/ 0 h 102"/>
                <a:gd name="T16" fmla="*/ 53 w 105"/>
                <a:gd name="T17" fmla="*/ 0 h 102"/>
                <a:gd name="T18" fmla="*/ 64 w 105"/>
                <a:gd name="T19" fmla="*/ 0 h 102"/>
                <a:gd name="T20" fmla="*/ 73 w 105"/>
                <a:gd name="T21" fmla="*/ 3 h 102"/>
                <a:gd name="T22" fmla="*/ 82 w 105"/>
                <a:gd name="T23" fmla="*/ 9 h 102"/>
                <a:gd name="T24" fmla="*/ 90 w 105"/>
                <a:gd name="T25" fmla="*/ 15 h 102"/>
                <a:gd name="T26" fmla="*/ 96 w 105"/>
                <a:gd name="T27" fmla="*/ 20 h 102"/>
                <a:gd name="T28" fmla="*/ 102 w 105"/>
                <a:gd name="T29" fmla="*/ 32 h 102"/>
                <a:gd name="T30" fmla="*/ 105 w 105"/>
                <a:gd name="T31" fmla="*/ 41 h 102"/>
                <a:gd name="T32" fmla="*/ 105 w 105"/>
                <a:gd name="T33" fmla="*/ 52 h 102"/>
                <a:gd name="T34" fmla="*/ 105 w 105"/>
                <a:gd name="T35" fmla="*/ 52 h 102"/>
                <a:gd name="T36" fmla="*/ 105 w 105"/>
                <a:gd name="T37" fmla="*/ 61 h 102"/>
                <a:gd name="T38" fmla="*/ 102 w 105"/>
                <a:gd name="T39" fmla="*/ 73 h 102"/>
                <a:gd name="T40" fmla="*/ 96 w 105"/>
                <a:gd name="T41" fmla="*/ 82 h 102"/>
                <a:gd name="T42" fmla="*/ 90 w 105"/>
                <a:gd name="T43" fmla="*/ 87 h 102"/>
                <a:gd name="T44" fmla="*/ 82 w 105"/>
                <a:gd name="T45" fmla="*/ 93 h 102"/>
                <a:gd name="T46" fmla="*/ 73 w 105"/>
                <a:gd name="T47" fmla="*/ 99 h 102"/>
                <a:gd name="T48" fmla="*/ 64 w 105"/>
                <a:gd name="T49" fmla="*/ 102 h 102"/>
                <a:gd name="T50" fmla="*/ 53 w 105"/>
                <a:gd name="T51" fmla="*/ 102 h 102"/>
                <a:gd name="T52" fmla="*/ 44 w 105"/>
                <a:gd name="T53" fmla="*/ 102 h 102"/>
                <a:gd name="T54" fmla="*/ 32 w 105"/>
                <a:gd name="T55" fmla="*/ 99 h 102"/>
                <a:gd name="T56" fmla="*/ 24 w 105"/>
                <a:gd name="T57" fmla="*/ 93 h 102"/>
                <a:gd name="T58" fmla="*/ 15 w 105"/>
                <a:gd name="T59" fmla="*/ 87 h 102"/>
                <a:gd name="T60" fmla="*/ 9 w 105"/>
                <a:gd name="T61" fmla="*/ 82 h 102"/>
                <a:gd name="T62" fmla="*/ 6 w 105"/>
                <a:gd name="T63" fmla="*/ 73 h 102"/>
                <a:gd name="T64" fmla="*/ 3 w 105"/>
                <a:gd name="T65" fmla="*/ 61 h 102"/>
                <a:gd name="T66" fmla="*/ 0 w 105"/>
                <a:gd name="T67" fmla="*/ 52 h 10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105"/>
                <a:gd name="T103" fmla="*/ 0 h 102"/>
                <a:gd name="T104" fmla="*/ 105 w 105"/>
                <a:gd name="T105" fmla="*/ 102 h 102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105" h="102">
                  <a:moveTo>
                    <a:pt x="0" y="52"/>
                  </a:moveTo>
                  <a:lnTo>
                    <a:pt x="3" y="41"/>
                  </a:lnTo>
                  <a:lnTo>
                    <a:pt x="6" y="32"/>
                  </a:lnTo>
                  <a:lnTo>
                    <a:pt x="9" y="20"/>
                  </a:lnTo>
                  <a:lnTo>
                    <a:pt x="15" y="15"/>
                  </a:lnTo>
                  <a:lnTo>
                    <a:pt x="24" y="9"/>
                  </a:lnTo>
                  <a:lnTo>
                    <a:pt x="32" y="3"/>
                  </a:lnTo>
                  <a:lnTo>
                    <a:pt x="44" y="0"/>
                  </a:lnTo>
                  <a:lnTo>
                    <a:pt x="53" y="0"/>
                  </a:lnTo>
                  <a:lnTo>
                    <a:pt x="64" y="0"/>
                  </a:lnTo>
                  <a:lnTo>
                    <a:pt x="73" y="3"/>
                  </a:lnTo>
                  <a:lnTo>
                    <a:pt x="82" y="9"/>
                  </a:lnTo>
                  <a:lnTo>
                    <a:pt x="90" y="15"/>
                  </a:lnTo>
                  <a:lnTo>
                    <a:pt x="96" y="20"/>
                  </a:lnTo>
                  <a:lnTo>
                    <a:pt x="102" y="32"/>
                  </a:lnTo>
                  <a:lnTo>
                    <a:pt x="105" y="41"/>
                  </a:lnTo>
                  <a:lnTo>
                    <a:pt x="105" y="52"/>
                  </a:lnTo>
                  <a:lnTo>
                    <a:pt x="105" y="61"/>
                  </a:lnTo>
                  <a:lnTo>
                    <a:pt x="102" y="73"/>
                  </a:lnTo>
                  <a:lnTo>
                    <a:pt x="96" y="82"/>
                  </a:lnTo>
                  <a:lnTo>
                    <a:pt x="90" y="87"/>
                  </a:lnTo>
                  <a:lnTo>
                    <a:pt x="82" y="93"/>
                  </a:lnTo>
                  <a:lnTo>
                    <a:pt x="73" y="99"/>
                  </a:lnTo>
                  <a:lnTo>
                    <a:pt x="64" y="102"/>
                  </a:lnTo>
                  <a:lnTo>
                    <a:pt x="53" y="102"/>
                  </a:lnTo>
                  <a:lnTo>
                    <a:pt x="44" y="102"/>
                  </a:lnTo>
                  <a:lnTo>
                    <a:pt x="32" y="99"/>
                  </a:lnTo>
                  <a:lnTo>
                    <a:pt x="24" y="93"/>
                  </a:lnTo>
                  <a:lnTo>
                    <a:pt x="15" y="87"/>
                  </a:lnTo>
                  <a:lnTo>
                    <a:pt x="9" y="82"/>
                  </a:lnTo>
                  <a:lnTo>
                    <a:pt x="6" y="73"/>
                  </a:lnTo>
                  <a:lnTo>
                    <a:pt x="3" y="61"/>
                  </a:lnTo>
                  <a:lnTo>
                    <a:pt x="0" y="52"/>
                  </a:lnTo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603" name="Line 51">
              <a:extLst>
                <a:ext uri="{FF2B5EF4-FFF2-40B4-BE49-F238E27FC236}">
                  <a16:creationId xmlns:a16="http://schemas.microsoft.com/office/drawing/2014/main" id="{38B1231D-E94D-7646-B71E-6AE562749A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1968"/>
              <a:ext cx="864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67604" name="Line 52">
              <a:extLst>
                <a:ext uri="{FF2B5EF4-FFF2-40B4-BE49-F238E27FC236}">
                  <a16:creationId xmlns:a16="http://schemas.microsoft.com/office/drawing/2014/main" id="{27B5639F-7089-DB4B-85FD-A9600DCA33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00" y="2016"/>
              <a:ext cx="912" cy="12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  <p:pic>
        <p:nvPicPr>
          <p:cNvPr id="67590" name="图片 1" descr="7081652692155_.pic.jpg">
            <a:extLst>
              <a:ext uri="{FF2B5EF4-FFF2-40B4-BE49-F238E27FC236}">
                <a16:creationId xmlns:a16="http://schemas.microsoft.com/office/drawing/2014/main" id="{93EF0048-F230-6444-A420-961C318CA1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4876800"/>
            <a:ext cx="9067800" cy="1274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blinds dir="vert"/>
  </p:transition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20500</TotalTime>
  <Words>4153</Words>
  <Application>Microsoft Macintosh PowerPoint</Application>
  <PresentationFormat>全屏显示(4:3)</PresentationFormat>
  <Paragraphs>301</Paragraphs>
  <Slides>38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黑体</vt:lpstr>
      <vt:lpstr>楷体_GB2312</vt:lpstr>
      <vt:lpstr>宋体</vt:lpstr>
      <vt:lpstr>PingFang SC</vt:lpstr>
      <vt:lpstr>Arial</vt:lpstr>
      <vt:lpstr>Georgia</vt:lpstr>
      <vt:lpstr>Times</vt:lpstr>
      <vt:lpstr>Times New Roman</vt:lpstr>
      <vt:lpstr>Trebuchet MS</vt:lpstr>
      <vt:lpstr>Wingdings</vt:lpstr>
      <vt:lpstr>气流</vt:lpstr>
      <vt:lpstr>§4.4  Hamilton图 </vt:lpstr>
      <vt:lpstr>§4.4  Hamilton图 </vt:lpstr>
      <vt:lpstr>§4.4.1 Hamilton路及必要条件</vt:lpstr>
      <vt:lpstr>§4.4.2 Hamilton路及必要条件</vt:lpstr>
      <vt:lpstr>定理4.4.1 </vt:lpstr>
      <vt:lpstr>定理4.4.1</vt:lpstr>
      <vt:lpstr>例：</vt:lpstr>
      <vt:lpstr>例：</vt:lpstr>
      <vt:lpstr>§4.4.2  Hamilton图的充分条件 </vt:lpstr>
      <vt:lpstr>定理4.4.2</vt:lpstr>
      <vt:lpstr>证明：</vt:lpstr>
      <vt:lpstr>证明：</vt:lpstr>
      <vt:lpstr>证明：</vt:lpstr>
      <vt:lpstr>引理4.4.1 </vt:lpstr>
      <vt:lpstr>定义4.4.3 闭合图</vt:lpstr>
      <vt:lpstr>例：</vt:lpstr>
      <vt:lpstr>引理4.4.2 </vt:lpstr>
      <vt:lpstr>引理4.4.2 </vt:lpstr>
      <vt:lpstr>定理4.4.3 </vt:lpstr>
      <vt:lpstr>推论</vt:lpstr>
      <vt:lpstr>定理4.4.4 </vt:lpstr>
      <vt:lpstr>例：</vt:lpstr>
      <vt:lpstr>证明： </vt:lpstr>
      <vt:lpstr>证明： </vt:lpstr>
      <vt:lpstr>证明： </vt:lpstr>
      <vt:lpstr>证明： </vt:lpstr>
      <vt:lpstr>定义</vt:lpstr>
      <vt:lpstr>定义4.4.6 连接图</vt:lpstr>
      <vt:lpstr>例：G与H的连接图</vt:lpstr>
      <vt:lpstr>定义4.4.7 补图</vt:lpstr>
      <vt:lpstr>例：补图</vt:lpstr>
      <vt:lpstr>PowerPoint 演示文稿</vt:lpstr>
      <vt:lpstr>例：</vt:lpstr>
      <vt:lpstr>引理4.4.3</vt:lpstr>
      <vt:lpstr>定理4.4.5</vt:lpstr>
      <vt:lpstr>例4.4.2：</vt:lpstr>
      <vt:lpstr>PowerPoint 演示文稿</vt:lpstr>
      <vt:lpstr>思考题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图与网络 </dc:title>
  <dc:creator>sunjigui</dc:creator>
  <cp:lastModifiedBy>Microsoft Office User</cp:lastModifiedBy>
  <cp:revision>390</cp:revision>
  <cp:lastPrinted>1601-01-01T00:00:00Z</cp:lastPrinted>
  <dcterms:created xsi:type="dcterms:W3CDTF">2002-08-29T00:33:30Z</dcterms:created>
  <dcterms:modified xsi:type="dcterms:W3CDTF">2023-05-23T14:18:48Z</dcterms:modified>
</cp:coreProperties>
</file>