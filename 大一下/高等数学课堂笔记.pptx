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2926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高等数学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spc="150" kern="0" dirty="0">
                <a:solidFill>
                  <a:srgbClr val="C4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课堂笔记精选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定积分几何应用 · 多元函数微分 · 重积分 · 空间解析几何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微积分 · 线性代数 · 概率统计</a:t>
            </a:r>
            <a:endParaRPr lang="en-US" sz="12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 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定积分的几何应用 — 面积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定积分的几何应用 — 体积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定积分的几何应用 — 弧长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空间解析几何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多元函数极值与二重积分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三重积分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874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多元函数的可微性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广义坐标变换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063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含参量积分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课程安排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1280160"/>
            <a:ext cx="18288" cy="3474720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定积分的几何应用 — 面积</a:t>
            </a:r>
            <a:pPr indent="0" marL="0">
              <a:buNone/>
            </a:pPr>
            <a:r>
              <a:rPr lang="en-US" sz="12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直角坐标 · 参数方程 · 极坐标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333355"/>
          </a:solidFill>
          <a:ln/>
        </p:spPr>
      </p:sp>
      <p:pic>
        <p:nvPicPr>
          <p:cNvPr id="6" name="Image 0" descr="/workspace/.uploads/2b04e82e-83eb-482a-ae00-fd3d4589305e_f12dc0e6852229cc38060147b2601b2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77240"/>
            <a:ext cx="8412480" cy="4229100"/>
          </a:xfrm>
          <a:prstGeom prst="rect">
            <a:avLst/>
          </a:prstGeom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pic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定积分的几何应用 — 体积</a:t>
            </a:r>
            <a:pPr indent="0" marL="0">
              <a:buNone/>
            </a:pPr>
            <a:r>
              <a:rPr lang="en-US" sz="12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旋转体体积 · 圆盘法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333355"/>
          </a:solidFill>
          <a:ln/>
        </p:spPr>
      </p:sp>
      <p:pic>
        <p:nvPicPr>
          <p:cNvPr id="6" name="Image 0" descr="/workspace/.uploads/878a5377-6dbe-4ba3-a7a1-7cc04e884385_1259b0262896d7efb21128bf2c12db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77240"/>
            <a:ext cx="8412480" cy="4229100"/>
          </a:xfrm>
          <a:prstGeom prst="rect">
            <a:avLst/>
          </a:prstGeom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pic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定积分的几何应用 — 弧长</a:t>
            </a:r>
            <a:pPr indent="0" marL="0">
              <a:buNone/>
            </a:pPr>
            <a:r>
              <a:rPr lang="en-US" sz="12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三种坐标系下的弧长公式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333355"/>
          </a:solidFill>
          <a:ln/>
        </p:spPr>
      </p:sp>
      <p:pic>
        <p:nvPicPr>
          <p:cNvPr id="6" name="Image 0" descr="/workspace/.uploads/a9a1e235-8012-48f2-b8db-edd12f96b0f1_34d7072527a56a3a3535fa307cc1153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77240"/>
            <a:ext cx="8412480" cy="4229100"/>
          </a:xfrm>
          <a:prstGeom prst="rect">
            <a:avLst/>
          </a:prstGeom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pic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空间解析几何</a:t>
            </a:r>
            <a:pPr indent="0" marL="0">
              <a:buNone/>
            </a:pPr>
            <a:r>
              <a:rPr lang="en-US" sz="12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平面方程 · 直线方程 · 复合函数求导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333355"/>
          </a:solidFill>
          <a:ln/>
        </p:spPr>
      </p:sp>
      <p:pic>
        <p:nvPicPr>
          <p:cNvPr id="6" name="Image 0" descr="/workspace/.uploads/80a3b799-1b35-464a-a46c-a2c6b5476cae_babf23760861f44d976131c8c017307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77240"/>
            <a:ext cx="8412480" cy="4229100"/>
          </a:xfrm>
          <a:prstGeom prst="rect">
            <a:avLst/>
          </a:prstGeom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pic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多元函数极值与二重积分</a:t>
            </a:r>
            <a:pPr indent="0" marL="0">
              <a:buNone/>
            </a:pPr>
            <a:r>
              <a:rPr lang="en-US" sz="12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无条件/条件极值 · Lagrange乘数法 · 积分换序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333355"/>
          </a:solidFill>
          <a:ln/>
        </p:spPr>
      </p:sp>
      <p:pic>
        <p:nvPicPr>
          <p:cNvPr id="6" name="Image 0" descr="/workspace/.uploads/2225bc16-55ba-46fa-9d11-75356648f794_6e76d5ec9a81a9de2c698083e27e3e3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77240"/>
            <a:ext cx="8412480" cy="4229100"/>
          </a:xfrm>
          <a:prstGeom prst="rect">
            <a:avLst/>
          </a:prstGeom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pic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三重积分</a:t>
            </a:r>
            <a:pPr indent="0" marL="0">
              <a:buNone/>
            </a:pPr>
            <a:r>
              <a:rPr lang="en-US" sz="12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直角坐标 · 柱坐标 · 球坐标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333355"/>
          </a:solidFill>
          <a:ln/>
        </p:spPr>
      </p:sp>
      <p:pic>
        <p:nvPicPr>
          <p:cNvPr id="6" name="Image 0" descr="/workspace/.uploads/ed1d2659-9b67-4bb8-96bd-417852b465d4_47aa88dea08df7ecb97fad6e4285181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77240"/>
            <a:ext cx="8412480" cy="4229100"/>
          </a:xfrm>
          <a:prstGeom prst="rect">
            <a:avLst/>
          </a:prstGeom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pic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多元函数的可微性</a:t>
            </a:r>
            <a:pPr indent="0" marL="0">
              <a:buNone/>
            </a:pPr>
            <a:r>
              <a:rPr lang="en-US" sz="12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可微 · 可偏导 · 连续的关系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333355"/>
          </a:solidFill>
          <a:ln/>
        </p:spPr>
      </p:sp>
      <p:pic>
        <p:nvPicPr>
          <p:cNvPr id="6" name="Image 0" descr="/workspace/.uploads/be81a9cb-fd07-40b5-b50a-28392d34c23a_c69dc2d85d1aecd491f4048b5d16783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77240"/>
            <a:ext cx="8412480" cy="4229100"/>
          </a:xfrm>
          <a:prstGeom prst="rect">
            <a:avLst/>
          </a:prstGeom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pic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广义坐标变换</a:t>
            </a:r>
            <a:pPr indent="0" marL="0">
              <a:buNone/>
            </a:pPr>
            <a:r>
              <a:rPr lang="en-US" sz="12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广义极坐标 · 广义柱坐标 · 广义球坐标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333355"/>
          </a:solidFill>
          <a:ln/>
        </p:spPr>
      </p:sp>
      <p:pic>
        <p:nvPicPr>
          <p:cNvPr id="6" name="Image 0" descr="/workspace/.uploads/6930821e-df16-4ee7-9223-4823d571f9d5_cf8b7df21fe7df6f1897cb7da07af13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77240"/>
            <a:ext cx="8412480" cy="4229100"/>
          </a:xfrm>
          <a:prstGeom prst="rect">
            <a:avLst/>
          </a:prstGeom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pic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含参量积分</a:t>
            </a:r>
            <a:pPr indent="0" marL="0">
              <a:buNone/>
            </a:pPr>
            <a:r>
              <a:rPr lang="en-US" sz="12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含参量积分的求导 · Leibniz公式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333355"/>
          </a:solidFill>
          <a:ln/>
        </p:spPr>
      </p:sp>
      <p:pic>
        <p:nvPicPr>
          <p:cNvPr id="6" name="Image 0" descr="/workspace/.uploads/bf6458e3-4372-4438-a736-6b095dff94a3_36a45235dce84b6fe01b6f4f4346887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77240"/>
            <a:ext cx="8412480" cy="4229100"/>
          </a:xfrm>
          <a:prstGeom prst="rect">
            <a:avLst/>
          </a:prstGeom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pic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课程安排</a:t>
            </a:r>
            <a:pPr indent="0" marL="0">
              <a:buNone/>
            </a:pPr>
            <a:r>
              <a:rPr lang="en-US" sz="12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经信 · 教学计划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333355"/>
          </a:solidFill>
          <a:ln/>
        </p:spPr>
      </p:sp>
      <p:pic>
        <p:nvPicPr>
          <p:cNvPr id="6" name="Image 0" descr="/workspace/.uploads/b43cb5eb-ccb8-44ad-8ea3-8b3ad6f93ca4_155f6c5b4598b3631d6ea4dde4396eb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77240"/>
            <a:ext cx="8412480" cy="4229100"/>
          </a:xfrm>
          <a:prstGeom prst="rect">
            <a:avLst/>
          </a:prstGeom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pic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297680" y="1371600"/>
            <a:ext cx="54864" cy="2377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谢谢观看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高等数学课堂笔记</a:t>
            </a:r>
            <a:endParaRPr lang="en-US" sz="16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吉林大学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高等数学课堂笔记</dc:title>
  <dc:subject>PptxGenJS Presentation</dc:subject>
  <dc:creator>宋勤生</dc:creator>
  <cp:lastModifiedBy>高等数学</cp:lastModifiedBy>
  <cp:revision>1</cp:revision>
  <dcterms:created xsi:type="dcterms:W3CDTF">2026-06-24T10:51:23Z</dcterms:created>
  <dcterms:modified xsi:type="dcterms:W3CDTF">2026-06-24T10:51:23Z</dcterms:modified>
</cp:coreProperties>
</file>